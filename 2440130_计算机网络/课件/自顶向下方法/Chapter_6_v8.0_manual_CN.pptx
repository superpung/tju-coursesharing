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52"/>
  </p:notesMasterIdLst>
  <p:sldIdLst>
    <p:sldId id="960" r:id="rId2"/>
    <p:sldId id="484" r:id="rId3"/>
    <p:sldId id="450" r:id="rId4"/>
    <p:sldId id="990" r:id="rId5"/>
    <p:sldId id="1269" r:id="rId6"/>
    <p:sldId id="1055" r:id="rId7"/>
    <p:sldId id="1057" r:id="rId8"/>
    <p:sldId id="486" r:id="rId9"/>
    <p:sldId id="1129" r:id="rId10"/>
    <p:sldId id="964" r:id="rId11"/>
    <p:sldId id="1047" r:id="rId12"/>
    <p:sldId id="1130" r:id="rId13"/>
    <p:sldId id="1131" r:id="rId14"/>
    <p:sldId id="1132" r:id="rId15"/>
    <p:sldId id="1286" r:id="rId16"/>
    <p:sldId id="1133" r:id="rId17"/>
    <p:sldId id="1287" r:id="rId18"/>
    <p:sldId id="1134" r:id="rId19"/>
    <p:sldId id="1292" r:id="rId20"/>
    <p:sldId id="485" r:id="rId21"/>
    <p:sldId id="1135" r:id="rId22"/>
    <p:sldId id="1136" r:id="rId23"/>
    <p:sldId id="1137" r:id="rId24"/>
    <p:sldId id="1168" r:id="rId25"/>
    <p:sldId id="1169" r:id="rId26"/>
    <p:sldId id="1170" r:id="rId27"/>
    <p:sldId id="1172" r:id="rId28"/>
    <p:sldId id="1281" r:id="rId29"/>
    <p:sldId id="1293" r:id="rId30"/>
    <p:sldId id="1280" r:id="rId31"/>
    <p:sldId id="1173" r:id="rId32"/>
    <p:sldId id="1174" r:id="rId33"/>
    <p:sldId id="1175" r:id="rId34"/>
    <p:sldId id="1176" r:id="rId35"/>
    <p:sldId id="1177" r:id="rId36"/>
    <p:sldId id="1178" r:id="rId37"/>
    <p:sldId id="1191" r:id="rId38"/>
    <p:sldId id="1192" r:id="rId39"/>
    <p:sldId id="1193" r:id="rId40"/>
    <p:sldId id="1290" r:id="rId41"/>
    <p:sldId id="1288" r:id="rId42"/>
    <p:sldId id="1179" r:id="rId43"/>
    <p:sldId id="1180" r:id="rId44"/>
    <p:sldId id="1181" r:id="rId45"/>
    <p:sldId id="1183" r:id="rId46"/>
    <p:sldId id="1184" r:id="rId47"/>
    <p:sldId id="1294" r:id="rId48"/>
    <p:sldId id="1186" r:id="rId49"/>
    <p:sldId id="1187" r:id="rId50"/>
    <p:sldId id="1188" r:id="rId51"/>
    <p:sldId id="1189" r:id="rId52"/>
    <p:sldId id="1270" r:id="rId53"/>
    <p:sldId id="1190" r:id="rId54"/>
    <p:sldId id="1196" r:id="rId55"/>
    <p:sldId id="1279" r:id="rId56"/>
    <p:sldId id="1271" r:id="rId57"/>
    <p:sldId id="1150" r:id="rId58"/>
    <p:sldId id="1272" r:id="rId59"/>
    <p:sldId id="1273" r:id="rId60"/>
    <p:sldId id="1274" r:id="rId61"/>
    <p:sldId id="1276" r:id="rId62"/>
    <p:sldId id="1277" r:id="rId63"/>
    <p:sldId id="1278" r:id="rId64"/>
    <p:sldId id="1275" r:id="rId65"/>
    <p:sldId id="1144" r:id="rId66"/>
    <p:sldId id="1295" r:id="rId67"/>
    <p:sldId id="1145" r:id="rId68"/>
    <p:sldId id="1138" r:id="rId69"/>
    <p:sldId id="1139" r:id="rId70"/>
    <p:sldId id="1141" r:id="rId71"/>
    <p:sldId id="1147" r:id="rId72"/>
    <p:sldId id="1149" r:id="rId73"/>
    <p:sldId id="1152" r:id="rId74"/>
    <p:sldId id="1153" r:id="rId75"/>
    <p:sldId id="1155" r:id="rId76"/>
    <p:sldId id="1154" r:id="rId77"/>
    <p:sldId id="1156" r:id="rId78"/>
    <p:sldId id="1194" r:id="rId79"/>
    <p:sldId id="1195" r:id="rId80"/>
    <p:sldId id="1197" r:id="rId81"/>
    <p:sldId id="1198" r:id="rId82"/>
    <p:sldId id="1199" r:id="rId83"/>
    <p:sldId id="1200" r:id="rId84"/>
    <p:sldId id="1201" r:id="rId85"/>
    <p:sldId id="1051" r:id="rId86"/>
    <p:sldId id="1284" r:id="rId87"/>
    <p:sldId id="1202" r:id="rId88"/>
    <p:sldId id="1203" r:id="rId89"/>
    <p:sldId id="1204" r:id="rId90"/>
    <p:sldId id="1205" r:id="rId91"/>
    <p:sldId id="1208" r:id="rId92"/>
    <p:sldId id="1211" r:id="rId93"/>
    <p:sldId id="1210" r:id="rId94"/>
    <p:sldId id="1212" r:id="rId95"/>
    <p:sldId id="1213" r:id="rId96"/>
    <p:sldId id="1214" r:id="rId97"/>
    <p:sldId id="1215" r:id="rId98"/>
    <p:sldId id="1216" r:id="rId99"/>
    <p:sldId id="1217" r:id="rId100"/>
    <p:sldId id="1218" r:id="rId101"/>
    <p:sldId id="1219" r:id="rId102"/>
    <p:sldId id="1220" r:id="rId103"/>
    <p:sldId id="1221" r:id="rId104"/>
    <p:sldId id="1285" r:id="rId105"/>
    <p:sldId id="1222" r:id="rId106"/>
    <p:sldId id="1223" r:id="rId107"/>
    <p:sldId id="1232" r:id="rId108"/>
    <p:sldId id="1224" r:id="rId109"/>
    <p:sldId id="1225" r:id="rId110"/>
    <p:sldId id="1226" r:id="rId111"/>
    <p:sldId id="1227" r:id="rId112"/>
    <p:sldId id="1228" r:id="rId113"/>
    <p:sldId id="1229" r:id="rId114"/>
    <p:sldId id="1230" r:id="rId115"/>
    <p:sldId id="1231" r:id="rId116"/>
    <p:sldId id="1289" r:id="rId117"/>
    <p:sldId id="1233" r:id="rId118"/>
    <p:sldId id="1235" r:id="rId119"/>
    <p:sldId id="1234" r:id="rId120"/>
    <p:sldId id="1236" r:id="rId121"/>
    <p:sldId id="1238" r:id="rId122"/>
    <p:sldId id="1239" r:id="rId123"/>
    <p:sldId id="1240" r:id="rId124"/>
    <p:sldId id="1241" r:id="rId125"/>
    <p:sldId id="1242" r:id="rId126"/>
    <p:sldId id="1243" r:id="rId127"/>
    <p:sldId id="1245" r:id="rId128"/>
    <p:sldId id="1244" r:id="rId129"/>
    <p:sldId id="1246" r:id="rId130"/>
    <p:sldId id="1247" r:id="rId131"/>
    <p:sldId id="1248" r:id="rId132"/>
    <p:sldId id="1249" r:id="rId133"/>
    <p:sldId id="1250" r:id="rId134"/>
    <p:sldId id="1251" r:id="rId135"/>
    <p:sldId id="1253" r:id="rId136"/>
    <p:sldId id="1255" r:id="rId137"/>
    <p:sldId id="1267" r:id="rId138"/>
    <p:sldId id="1256" r:id="rId139"/>
    <p:sldId id="1257" r:id="rId140"/>
    <p:sldId id="1261" r:id="rId141"/>
    <p:sldId id="1262" r:id="rId142"/>
    <p:sldId id="1263" r:id="rId143"/>
    <p:sldId id="1264" r:id="rId144"/>
    <p:sldId id="1265" r:id="rId145"/>
    <p:sldId id="1266" r:id="rId146"/>
    <p:sldId id="1268" r:id="rId147"/>
    <p:sldId id="1258" r:id="rId148"/>
    <p:sldId id="1260" r:id="rId149"/>
    <p:sldId id="1038" r:id="rId150"/>
    <p:sldId id="1185" r:id="rId1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CDBDE8"/>
    <a:srgbClr val="F56F6F"/>
    <a:srgbClr val="2FB050"/>
    <a:srgbClr val="E40000"/>
    <a:srgbClr val="DB0004"/>
    <a:srgbClr val="EC86A6"/>
    <a:srgbClr val="8DDFB0"/>
    <a:srgbClr val="FFFE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4599"/>
    <p:restoredTop sz="86385"/>
  </p:normalViewPr>
  <p:slideViewPr>
    <p:cSldViewPr snapToGrid="0" snapToObjects="1">
      <p:cViewPr varScale="1">
        <p:scale>
          <a:sx n="74" d="100"/>
          <a:sy n="74" d="100"/>
        </p:scale>
        <p:origin x="192" y="480"/>
      </p:cViewPr>
      <p:guideLst/>
    </p:cSldViewPr>
  </p:slideViewPr>
  <p:outlineViewPr>
    <p:cViewPr>
      <p:scale>
        <a:sx n="33" d="100"/>
        <a:sy n="33" d="100"/>
      </p:scale>
      <p:origin x="0" y="-18896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theme" Target="theme/theme1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tableStyles" Target="tableStyle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notesMaster" Target="notesMasters/notes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presProps" Target="pres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viewProps" Target="viewProps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11/28/23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datacenter slides, day-in-the-life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80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880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43A8142-E4B1-7D49-8E72-D69ACF711570}" type="slidenum">
              <a:rPr lang="en-US" altLang="en-US" sz="1300">
                <a:latin typeface="Times New Roman" charset="0"/>
              </a:rPr>
              <a:pPr/>
              <a:t>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93361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767222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91016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4072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7021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66217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0906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641377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8272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48121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514863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845926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18699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20902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459013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68049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79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19294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7831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311691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48044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88578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44833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206213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673366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111358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03311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978215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72653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337867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095306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96800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795331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315015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9349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1578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1636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7018388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5213643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692337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570073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636393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575171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871083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6964587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726744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216141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798616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446268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084077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9094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5654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279854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209188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7121400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57201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28624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249407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63581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904383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631397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688432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66323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82785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41318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45663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0370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751913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469346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129217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042916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2516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918581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99866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372043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553540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955806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3921272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719184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148641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9004553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2663272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1796836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8657065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672780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5754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593878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9939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5489992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151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334065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2103036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5115332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3914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109898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6449869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216710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356598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817647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9249422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6033184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1518282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900848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0537340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754089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4950774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6623705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905298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5048004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2392846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4587126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4289024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1888970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6428021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729592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1512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98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E37C128C-855C-D547-B14B-E4B569FF01EE}" type="datetime1">
              <a:rPr lang="en-US" altLang="en-US"/>
              <a:pPr/>
              <a:t>11/28/23</a:t>
            </a:fld>
            <a:endParaRPr lang="en-US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en-US"/>
              <a:t>1-</a:t>
            </a:r>
            <a:fld id="{9184EE35-AFE6-C346-B0EB-7F85BB92756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594091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7" r:id="rId5"/>
    <p:sldLayoutId id="2147483658" r:id="rId6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3.png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23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8.png"/><Relationship Id="rId21" Type="http://schemas.openxmlformats.org/officeDocument/2006/relationships/image" Target="../media/image2.png"/><Relationship Id="rId7" Type="http://schemas.openxmlformats.org/officeDocument/2006/relationships/image" Target="../media/image12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7.png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png"/><Relationship Id="rId11" Type="http://schemas.openxmlformats.org/officeDocument/2006/relationships/image" Target="../media/image25.png"/><Relationship Id="rId5" Type="http://schemas.openxmlformats.org/officeDocument/2006/relationships/image" Target="../media/image10.png"/><Relationship Id="rId15" Type="http://schemas.openxmlformats.org/officeDocument/2006/relationships/image" Target="../media/image16.png"/><Relationship Id="rId10" Type="http://schemas.openxmlformats.org/officeDocument/2006/relationships/image" Target="../media/image24.png"/><Relationship Id="rId19" Type="http://schemas.openxmlformats.org/officeDocument/2006/relationships/image" Target="../media/image20.png"/><Relationship Id="rId4" Type="http://schemas.openxmlformats.org/officeDocument/2006/relationships/image" Target="../media/image9.png"/><Relationship Id="rId9" Type="http://schemas.openxmlformats.org/officeDocument/2006/relationships/image" Target="../media/image4.png"/><Relationship Id="rId1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29.png"/><Relationship Id="rId18" Type="http://schemas.openxmlformats.org/officeDocument/2006/relationships/image" Target="../media/image22.png"/><Relationship Id="rId3" Type="http://schemas.openxmlformats.org/officeDocument/2006/relationships/image" Target="../media/image4.png"/><Relationship Id="rId21" Type="http://schemas.openxmlformats.org/officeDocument/2006/relationships/image" Target="../media/image18.png"/><Relationship Id="rId7" Type="http://schemas.openxmlformats.org/officeDocument/2006/relationships/image" Target="../media/image13.png"/><Relationship Id="rId12" Type="http://schemas.openxmlformats.org/officeDocument/2006/relationships/image" Target="../media/image28.png"/><Relationship Id="rId17" Type="http://schemas.openxmlformats.org/officeDocument/2006/relationships/image" Target="../media/image33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32.png"/><Relationship Id="rId20" Type="http://schemas.openxmlformats.org/officeDocument/2006/relationships/image" Target="../media/image1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.png"/><Relationship Id="rId11" Type="http://schemas.openxmlformats.org/officeDocument/2006/relationships/image" Target="../media/image10.png"/><Relationship Id="rId5" Type="http://schemas.openxmlformats.org/officeDocument/2006/relationships/image" Target="../media/image25.png"/><Relationship Id="rId15" Type="http://schemas.openxmlformats.org/officeDocument/2006/relationships/image" Target="../media/image31.png"/><Relationship Id="rId23" Type="http://schemas.openxmlformats.org/officeDocument/2006/relationships/image" Target="../media/image12.png"/><Relationship Id="rId10" Type="http://schemas.openxmlformats.org/officeDocument/2006/relationships/image" Target="../media/image27.png"/><Relationship Id="rId19" Type="http://schemas.openxmlformats.org/officeDocument/2006/relationships/image" Target="../media/image16.png"/><Relationship Id="rId4" Type="http://schemas.openxmlformats.org/officeDocument/2006/relationships/image" Target="../media/image24.png"/><Relationship Id="rId9" Type="http://schemas.openxmlformats.org/officeDocument/2006/relationships/image" Target="../media/image15.png"/><Relationship Id="rId14" Type="http://schemas.openxmlformats.org/officeDocument/2006/relationships/image" Target="../media/image30.png"/><Relationship Id="rId22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23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35.png"/><Relationship Id="rId5" Type="http://schemas.openxmlformats.org/officeDocument/2006/relationships/image" Target="../media/image14.png"/><Relationship Id="rId10" Type="http://schemas.openxmlformats.org/officeDocument/2006/relationships/image" Target="../media/image34.png"/><Relationship Id="rId4" Type="http://schemas.openxmlformats.org/officeDocument/2006/relationships/image" Target="../media/image10.png"/><Relationship Id="rId9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23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35.png"/><Relationship Id="rId5" Type="http://schemas.openxmlformats.org/officeDocument/2006/relationships/image" Target="../media/image14.png"/><Relationship Id="rId10" Type="http://schemas.openxmlformats.org/officeDocument/2006/relationships/image" Target="../media/image34.png"/><Relationship Id="rId4" Type="http://schemas.openxmlformats.org/officeDocument/2006/relationships/image" Target="../media/image10.png"/><Relationship Id="rId9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8.png"/><Relationship Id="rId21" Type="http://schemas.openxmlformats.org/officeDocument/2006/relationships/image" Target="../media/image2.png"/><Relationship Id="rId7" Type="http://schemas.openxmlformats.org/officeDocument/2006/relationships/image" Target="../media/image12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7.png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png"/><Relationship Id="rId11" Type="http://schemas.openxmlformats.org/officeDocument/2006/relationships/image" Target="../media/image25.png"/><Relationship Id="rId5" Type="http://schemas.openxmlformats.org/officeDocument/2006/relationships/image" Target="../media/image10.png"/><Relationship Id="rId15" Type="http://schemas.openxmlformats.org/officeDocument/2006/relationships/image" Target="../media/image16.png"/><Relationship Id="rId10" Type="http://schemas.openxmlformats.org/officeDocument/2006/relationships/image" Target="../media/image24.png"/><Relationship Id="rId19" Type="http://schemas.openxmlformats.org/officeDocument/2006/relationships/image" Target="../media/image20.png"/><Relationship Id="rId4" Type="http://schemas.openxmlformats.org/officeDocument/2006/relationships/image" Target="../media/image9.png"/><Relationship Id="rId9" Type="http://schemas.openxmlformats.org/officeDocument/2006/relationships/image" Target="../media/image4.png"/><Relationship Id="rId14" Type="http://schemas.openxmlformats.org/officeDocument/2006/relationships/image" Target="../media/image15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46.gif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.png"/><Relationship Id="rId11" Type="http://schemas.openxmlformats.org/officeDocument/2006/relationships/image" Target="../media/image14.png"/><Relationship Id="rId5" Type="http://schemas.openxmlformats.org/officeDocument/2006/relationships/image" Target="../media/image48.png"/><Relationship Id="rId10" Type="http://schemas.openxmlformats.org/officeDocument/2006/relationships/image" Target="../media/image10.png"/><Relationship Id="rId4" Type="http://schemas.openxmlformats.org/officeDocument/2006/relationships/image" Target="../media/image47.jpeg"/><Relationship Id="rId9" Type="http://schemas.openxmlformats.org/officeDocument/2006/relationships/image" Target="../media/image23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46.gif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.png"/><Relationship Id="rId11" Type="http://schemas.openxmlformats.org/officeDocument/2006/relationships/image" Target="../media/image14.png"/><Relationship Id="rId5" Type="http://schemas.openxmlformats.org/officeDocument/2006/relationships/image" Target="../media/image48.png"/><Relationship Id="rId10" Type="http://schemas.openxmlformats.org/officeDocument/2006/relationships/image" Target="../media/image10.png"/><Relationship Id="rId4" Type="http://schemas.openxmlformats.org/officeDocument/2006/relationships/image" Target="../media/image47.jpeg"/><Relationship Id="rId9" Type="http://schemas.openxmlformats.org/officeDocument/2006/relationships/image" Target="../media/image23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8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8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2.wmf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png"/><Relationship Id="rId18" Type="http://schemas.openxmlformats.org/officeDocument/2006/relationships/image" Target="../media/image66.png"/><Relationship Id="rId3" Type="http://schemas.openxmlformats.org/officeDocument/2006/relationships/image" Target="../media/image53.png"/><Relationship Id="rId21" Type="http://schemas.openxmlformats.org/officeDocument/2006/relationships/image" Target="../media/image69.png"/><Relationship Id="rId7" Type="http://schemas.openxmlformats.org/officeDocument/2006/relationships/image" Target="../media/image25.pn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5" Type="http://schemas.openxmlformats.org/officeDocument/2006/relationships/image" Target="../media/image73.png"/><Relationship Id="rId2" Type="http://schemas.openxmlformats.org/officeDocument/2006/relationships/notesSlide" Target="../notesSlides/notesSlide45.xml"/><Relationship Id="rId16" Type="http://schemas.openxmlformats.org/officeDocument/2006/relationships/image" Target="../media/image64.png"/><Relationship Id="rId20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.png"/><Relationship Id="rId11" Type="http://schemas.openxmlformats.org/officeDocument/2006/relationships/image" Target="../media/image59.png"/><Relationship Id="rId24" Type="http://schemas.openxmlformats.org/officeDocument/2006/relationships/image" Target="../media/image72.png"/><Relationship Id="rId5" Type="http://schemas.openxmlformats.org/officeDocument/2006/relationships/image" Target="../media/image3.png"/><Relationship Id="rId15" Type="http://schemas.openxmlformats.org/officeDocument/2006/relationships/image" Target="../media/image63.png"/><Relationship Id="rId23" Type="http://schemas.openxmlformats.org/officeDocument/2006/relationships/image" Target="../media/image71.png"/><Relationship Id="rId10" Type="http://schemas.openxmlformats.org/officeDocument/2006/relationships/image" Target="../media/image58.png"/><Relationship Id="rId19" Type="http://schemas.openxmlformats.org/officeDocument/2006/relationships/image" Target="../media/image67.png"/><Relationship Id="rId4" Type="http://schemas.openxmlformats.org/officeDocument/2006/relationships/image" Target="../media/image54.png"/><Relationship Id="rId9" Type="http://schemas.openxmlformats.org/officeDocument/2006/relationships/image" Target="../media/image57.png"/><Relationship Id="rId14" Type="http://schemas.openxmlformats.org/officeDocument/2006/relationships/image" Target="../media/image62.png"/><Relationship Id="rId22" Type="http://schemas.openxmlformats.org/officeDocument/2006/relationships/image" Target="../media/image70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png"/><Relationship Id="rId18" Type="http://schemas.openxmlformats.org/officeDocument/2006/relationships/image" Target="../media/image66.png"/><Relationship Id="rId26" Type="http://schemas.openxmlformats.org/officeDocument/2006/relationships/image" Target="../media/image74.png"/><Relationship Id="rId3" Type="http://schemas.openxmlformats.org/officeDocument/2006/relationships/image" Target="../media/image53.png"/><Relationship Id="rId21" Type="http://schemas.openxmlformats.org/officeDocument/2006/relationships/image" Target="../media/image69.png"/><Relationship Id="rId7" Type="http://schemas.openxmlformats.org/officeDocument/2006/relationships/image" Target="../media/image25.pn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5" Type="http://schemas.openxmlformats.org/officeDocument/2006/relationships/image" Target="../media/image73.png"/><Relationship Id="rId2" Type="http://schemas.openxmlformats.org/officeDocument/2006/relationships/notesSlide" Target="../notesSlides/notesSlide46.xml"/><Relationship Id="rId16" Type="http://schemas.openxmlformats.org/officeDocument/2006/relationships/image" Target="../media/image64.png"/><Relationship Id="rId20" Type="http://schemas.openxmlformats.org/officeDocument/2006/relationships/image" Target="../media/image68.png"/><Relationship Id="rId29" Type="http://schemas.openxmlformats.org/officeDocument/2006/relationships/image" Target="../media/image7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.png"/><Relationship Id="rId11" Type="http://schemas.openxmlformats.org/officeDocument/2006/relationships/image" Target="../media/image59.png"/><Relationship Id="rId24" Type="http://schemas.openxmlformats.org/officeDocument/2006/relationships/image" Target="../media/image72.png"/><Relationship Id="rId5" Type="http://schemas.openxmlformats.org/officeDocument/2006/relationships/image" Target="../media/image3.png"/><Relationship Id="rId15" Type="http://schemas.openxmlformats.org/officeDocument/2006/relationships/image" Target="../media/image63.png"/><Relationship Id="rId23" Type="http://schemas.openxmlformats.org/officeDocument/2006/relationships/image" Target="../media/image71.png"/><Relationship Id="rId28" Type="http://schemas.openxmlformats.org/officeDocument/2006/relationships/image" Target="../media/image76.png"/><Relationship Id="rId10" Type="http://schemas.openxmlformats.org/officeDocument/2006/relationships/image" Target="../media/image58.png"/><Relationship Id="rId19" Type="http://schemas.openxmlformats.org/officeDocument/2006/relationships/image" Target="../media/image67.png"/><Relationship Id="rId31" Type="http://schemas.openxmlformats.org/officeDocument/2006/relationships/image" Target="../media/image28.png"/><Relationship Id="rId4" Type="http://schemas.openxmlformats.org/officeDocument/2006/relationships/image" Target="../media/image54.png"/><Relationship Id="rId9" Type="http://schemas.openxmlformats.org/officeDocument/2006/relationships/image" Target="../media/image57.png"/><Relationship Id="rId14" Type="http://schemas.openxmlformats.org/officeDocument/2006/relationships/image" Target="../media/image62.png"/><Relationship Id="rId22" Type="http://schemas.openxmlformats.org/officeDocument/2006/relationships/image" Target="../media/image70.png"/><Relationship Id="rId27" Type="http://schemas.openxmlformats.org/officeDocument/2006/relationships/image" Target="../media/image75.png"/><Relationship Id="rId30" Type="http://schemas.openxmlformats.org/officeDocument/2006/relationships/image" Target="../media/image32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png"/><Relationship Id="rId18" Type="http://schemas.openxmlformats.org/officeDocument/2006/relationships/image" Target="../media/image66.png"/><Relationship Id="rId26" Type="http://schemas.openxmlformats.org/officeDocument/2006/relationships/image" Target="../media/image78.png"/><Relationship Id="rId3" Type="http://schemas.openxmlformats.org/officeDocument/2006/relationships/image" Target="../media/image53.png"/><Relationship Id="rId21" Type="http://schemas.openxmlformats.org/officeDocument/2006/relationships/image" Target="../media/image69.png"/><Relationship Id="rId7" Type="http://schemas.openxmlformats.org/officeDocument/2006/relationships/image" Target="../media/image25.pn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5" Type="http://schemas.openxmlformats.org/officeDocument/2006/relationships/image" Target="../media/image73.pn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64.png"/><Relationship Id="rId20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.png"/><Relationship Id="rId11" Type="http://schemas.openxmlformats.org/officeDocument/2006/relationships/image" Target="../media/image59.png"/><Relationship Id="rId24" Type="http://schemas.openxmlformats.org/officeDocument/2006/relationships/image" Target="../media/image72.png"/><Relationship Id="rId5" Type="http://schemas.openxmlformats.org/officeDocument/2006/relationships/image" Target="../media/image3.png"/><Relationship Id="rId15" Type="http://schemas.openxmlformats.org/officeDocument/2006/relationships/image" Target="../media/image63.png"/><Relationship Id="rId23" Type="http://schemas.openxmlformats.org/officeDocument/2006/relationships/image" Target="../media/image71.png"/><Relationship Id="rId10" Type="http://schemas.openxmlformats.org/officeDocument/2006/relationships/image" Target="../media/image58.png"/><Relationship Id="rId19" Type="http://schemas.openxmlformats.org/officeDocument/2006/relationships/image" Target="../media/image67.png"/><Relationship Id="rId4" Type="http://schemas.openxmlformats.org/officeDocument/2006/relationships/image" Target="../media/image54.png"/><Relationship Id="rId9" Type="http://schemas.openxmlformats.org/officeDocument/2006/relationships/image" Target="../media/image57.png"/><Relationship Id="rId14" Type="http://schemas.openxmlformats.org/officeDocument/2006/relationships/image" Target="../media/image62.png"/><Relationship Id="rId22" Type="http://schemas.openxmlformats.org/officeDocument/2006/relationships/image" Target="../media/image70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png"/><Relationship Id="rId18" Type="http://schemas.openxmlformats.org/officeDocument/2006/relationships/image" Target="../media/image66.png"/><Relationship Id="rId3" Type="http://schemas.openxmlformats.org/officeDocument/2006/relationships/image" Target="../media/image53.png"/><Relationship Id="rId21" Type="http://schemas.openxmlformats.org/officeDocument/2006/relationships/image" Target="../media/image69.png"/><Relationship Id="rId7" Type="http://schemas.openxmlformats.org/officeDocument/2006/relationships/image" Target="../media/image25.pn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5" Type="http://schemas.openxmlformats.org/officeDocument/2006/relationships/image" Target="../media/image73.png"/><Relationship Id="rId2" Type="http://schemas.openxmlformats.org/officeDocument/2006/relationships/notesSlide" Target="../notesSlides/notesSlide48.xml"/><Relationship Id="rId16" Type="http://schemas.openxmlformats.org/officeDocument/2006/relationships/image" Target="../media/image64.png"/><Relationship Id="rId20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.png"/><Relationship Id="rId11" Type="http://schemas.openxmlformats.org/officeDocument/2006/relationships/image" Target="../media/image59.png"/><Relationship Id="rId24" Type="http://schemas.openxmlformats.org/officeDocument/2006/relationships/image" Target="../media/image72.png"/><Relationship Id="rId5" Type="http://schemas.openxmlformats.org/officeDocument/2006/relationships/image" Target="../media/image3.png"/><Relationship Id="rId15" Type="http://schemas.openxmlformats.org/officeDocument/2006/relationships/image" Target="../media/image63.png"/><Relationship Id="rId23" Type="http://schemas.openxmlformats.org/officeDocument/2006/relationships/image" Target="../media/image71.png"/><Relationship Id="rId10" Type="http://schemas.openxmlformats.org/officeDocument/2006/relationships/image" Target="../media/image58.png"/><Relationship Id="rId19" Type="http://schemas.openxmlformats.org/officeDocument/2006/relationships/image" Target="../media/image67.png"/><Relationship Id="rId4" Type="http://schemas.openxmlformats.org/officeDocument/2006/relationships/image" Target="../media/image54.png"/><Relationship Id="rId9" Type="http://schemas.openxmlformats.org/officeDocument/2006/relationships/image" Target="../media/image57.png"/><Relationship Id="rId14" Type="http://schemas.openxmlformats.org/officeDocument/2006/relationships/image" Target="../media/image62.png"/><Relationship Id="rId22" Type="http://schemas.openxmlformats.org/officeDocument/2006/relationships/image" Target="../media/image70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png"/><Relationship Id="rId18" Type="http://schemas.openxmlformats.org/officeDocument/2006/relationships/image" Target="../media/image66.png"/><Relationship Id="rId3" Type="http://schemas.openxmlformats.org/officeDocument/2006/relationships/image" Target="../media/image53.png"/><Relationship Id="rId21" Type="http://schemas.openxmlformats.org/officeDocument/2006/relationships/image" Target="../media/image69.png"/><Relationship Id="rId7" Type="http://schemas.openxmlformats.org/officeDocument/2006/relationships/image" Target="../media/image25.pn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5" Type="http://schemas.openxmlformats.org/officeDocument/2006/relationships/image" Target="../media/image73.png"/><Relationship Id="rId2" Type="http://schemas.openxmlformats.org/officeDocument/2006/relationships/notesSlide" Target="../notesSlides/notesSlide49.xml"/><Relationship Id="rId16" Type="http://schemas.openxmlformats.org/officeDocument/2006/relationships/image" Target="../media/image64.png"/><Relationship Id="rId20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.png"/><Relationship Id="rId11" Type="http://schemas.openxmlformats.org/officeDocument/2006/relationships/image" Target="../media/image59.png"/><Relationship Id="rId24" Type="http://schemas.openxmlformats.org/officeDocument/2006/relationships/image" Target="../media/image72.png"/><Relationship Id="rId5" Type="http://schemas.openxmlformats.org/officeDocument/2006/relationships/image" Target="../media/image3.png"/><Relationship Id="rId15" Type="http://schemas.openxmlformats.org/officeDocument/2006/relationships/image" Target="../media/image63.png"/><Relationship Id="rId23" Type="http://schemas.openxmlformats.org/officeDocument/2006/relationships/image" Target="../media/image71.png"/><Relationship Id="rId10" Type="http://schemas.openxmlformats.org/officeDocument/2006/relationships/image" Target="../media/image58.png"/><Relationship Id="rId19" Type="http://schemas.openxmlformats.org/officeDocument/2006/relationships/image" Target="../media/image67.png"/><Relationship Id="rId4" Type="http://schemas.openxmlformats.org/officeDocument/2006/relationships/image" Target="../media/image54.png"/><Relationship Id="rId9" Type="http://schemas.openxmlformats.org/officeDocument/2006/relationships/image" Target="../media/image57.png"/><Relationship Id="rId14" Type="http://schemas.openxmlformats.org/officeDocument/2006/relationships/image" Target="../media/image62.png"/><Relationship Id="rId22" Type="http://schemas.openxmlformats.org/officeDocument/2006/relationships/image" Target="../media/image70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png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3" Type="http://schemas.openxmlformats.org/officeDocument/2006/relationships/image" Target="../media/image3.png"/><Relationship Id="rId7" Type="http://schemas.openxmlformats.org/officeDocument/2006/relationships/image" Target="../media/image68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.png"/><Relationship Id="rId11" Type="http://schemas.openxmlformats.org/officeDocument/2006/relationships/image" Target="../media/image84.png"/><Relationship Id="rId5" Type="http://schemas.openxmlformats.org/officeDocument/2006/relationships/image" Target="../media/image80.png"/><Relationship Id="rId10" Type="http://schemas.openxmlformats.org/officeDocument/2006/relationships/image" Target="../media/image83.png"/><Relationship Id="rId4" Type="http://schemas.openxmlformats.org/officeDocument/2006/relationships/image" Target="../media/image55.png"/><Relationship Id="rId9" Type="http://schemas.openxmlformats.org/officeDocument/2006/relationships/image" Target="../media/image82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54.png"/><Relationship Id="rId3" Type="http://schemas.openxmlformats.org/officeDocument/2006/relationships/image" Target="../media/image3.png"/><Relationship Id="rId7" Type="http://schemas.openxmlformats.org/officeDocument/2006/relationships/image" Target="../media/image68.png"/><Relationship Id="rId12" Type="http://schemas.openxmlformats.org/officeDocument/2006/relationships/image" Target="../media/image5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11" Type="http://schemas.openxmlformats.org/officeDocument/2006/relationships/image" Target="../media/image71.png"/><Relationship Id="rId5" Type="http://schemas.openxmlformats.org/officeDocument/2006/relationships/image" Target="../media/image66.png"/><Relationship Id="rId15" Type="http://schemas.openxmlformats.org/officeDocument/2006/relationships/image" Target="../media/image73.png"/><Relationship Id="rId10" Type="http://schemas.openxmlformats.org/officeDocument/2006/relationships/image" Target="../media/image70.png"/><Relationship Id="rId4" Type="http://schemas.openxmlformats.org/officeDocument/2006/relationships/image" Target="../media/image55.png"/><Relationship Id="rId9" Type="http://schemas.openxmlformats.org/officeDocument/2006/relationships/image" Target="../media/image25.png"/><Relationship Id="rId14" Type="http://schemas.openxmlformats.org/officeDocument/2006/relationships/image" Target="../media/image72.pn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.png"/><Relationship Id="rId5" Type="http://schemas.openxmlformats.org/officeDocument/2006/relationships/image" Target="../media/image88.png"/><Relationship Id="rId4" Type="http://schemas.openxmlformats.org/officeDocument/2006/relationships/image" Target="../media/image87.png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.png"/><Relationship Id="rId5" Type="http://schemas.openxmlformats.org/officeDocument/2006/relationships/image" Target="../media/image66.png"/><Relationship Id="rId4" Type="http://schemas.openxmlformats.org/officeDocument/2006/relationships/image" Target="../media/image55.png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.png"/><Relationship Id="rId5" Type="http://schemas.openxmlformats.org/officeDocument/2006/relationships/image" Target="../media/image66.png"/><Relationship Id="rId4" Type="http://schemas.openxmlformats.org/officeDocument/2006/relationships/image" Target="../media/image55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2.emf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emf"/><Relationship Id="rId2" Type="http://schemas.openxmlformats.org/officeDocument/2006/relationships/image" Target="../media/image93.emf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96.png"/><Relationship Id="rId4" Type="http://schemas.openxmlformats.org/officeDocument/2006/relationships/image" Target="../media/image95.em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99.jpeg"/><Relationship Id="rId7" Type="http://schemas.openxmlformats.org/officeDocument/2006/relationships/image" Target="../media/image96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jpeg"/><Relationship Id="rId5" Type="http://schemas.openxmlformats.org/officeDocument/2006/relationships/image" Target="../media/image101.png"/><Relationship Id="rId4" Type="http://schemas.openxmlformats.org/officeDocument/2006/relationships/image" Target="../media/image100.jpeg"/><Relationship Id="rId9" Type="http://schemas.openxmlformats.org/officeDocument/2006/relationships/image" Target="../media/image12.png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03.png"/><Relationship Id="rId4" Type="http://schemas.openxmlformats.org/officeDocument/2006/relationships/image" Target="../media/image97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4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4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4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3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3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jpe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3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3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3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3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3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1.png"/><Relationship Id="rId5" Type="http://schemas.openxmlformats.org/officeDocument/2006/relationships/image" Target="../media/image110.png"/><Relationship Id="rId4" Type="http://schemas.openxmlformats.org/officeDocument/2006/relationships/image" Target="../media/image15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5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5.pn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10.png"/><Relationship Id="rId4" Type="http://schemas.openxmlformats.org/officeDocument/2006/relationships/image" Target="../media/image15.png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3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3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3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《计算机网络：自顶向下方法》第 8 版 Jim Kurose、Keith Ross，Pearson，2020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r>
              <a:rPr lang="en-US" altLang="en-US" sz="1800" baseline="30000" dirty="0">
                <a:latin typeface="+mn-lt"/>
              </a:rPr>
              <a:t/>
            </a: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第 6 章 链路层 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/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与局域网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关于使用这些 PowerPoint 幻灯片的说明：</a:t>
            </a:r>
          </a:p>
          <a:p>
            <a:r>
              <a:rPr lang="en-US" altLang="en-US" sz="1400" dirty="0">
                <a:latin typeface="+mn-lt"/>
              </a:rPr>
              <a:t>我们将这些幻灯片免费提供给所有人（教师、学生、读者）使用。它们采用 PowerPoint 格式，因此你可以看到动画，也可以按需要添加、修改、删除幻灯片（包括本页）及其中内容。这些材料显然凝结了我们大量工作。作为使用回报，我们只提出以下要求：</a:t>
            </a:r>
            <a:r>
              <a:rPr lang="en-US" altLang="ja-JP" sz="1400" dirty="0">
                <a:latin typeface="+mn-lt"/>
              </a:rPr>
              <a:t/>
            </a:r>
            <a:r>
              <a:rPr lang="en-US" altLang="ja-JP" sz="1400" i="1" dirty="0">
                <a:latin typeface="+mn-lt"/>
              </a:rPr>
              <a:t/>
            </a:r>
            <a:r>
              <a:rPr lang="en-US" altLang="ja-JP" sz="1400" dirty="0">
                <a:latin typeface="+mn-lt"/>
              </a:rPr>
              <a:t/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如果你使用这些幻灯片（例如用于课堂），请说明其来源（毕竟，我们也希望大家使用我们的教材！）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/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如果你在网站上发布任何幻灯片，请注明它们改编自（或可能完全相同于）我们的幻灯片，并注明我们对这些材料拥有版权。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修订历史请参见本页的幻灯片备注。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感谢使用，祝学习愉快！JFK/KWR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所有材料版权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J.F. Kurose 和 K.W. Ross，保留所有权利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Rectangle 2">
            <a:extLst>
              <a:ext uri="{FF2B5EF4-FFF2-40B4-BE49-F238E27FC236}">
                <a16:creationId xmlns:a16="http://schemas.microsoft.com/office/drawing/2014/main" id="{EDE78ABA-8F34-924F-92C7-1597AFCFD9F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协议栈：回顾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99B301C-3853-E240-B079-24C6F71C885F}"/>
              </a:ext>
            </a:extLst>
          </p:cNvPr>
          <p:cNvGrpSpPr/>
          <p:nvPr/>
        </p:nvGrpSpPr>
        <p:grpSpPr>
          <a:xfrm>
            <a:off x="1524000" y="2417276"/>
            <a:ext cx="9164638" cy="4170363"/>
            <a:chOff x="0" y="1708150"/>
            <a:chExt cx="9164638" cy="4170363"/>
          </a:xfrm>
        </p:grpSpPr>
        <p:sp>
          <p:nvSpPr>
            <p:cNvPr id="43010" name="Text Box 7">
              <a:extLst>
                <a:ext uri="{FF2B5EF4-FFF2-40B4-BE49-F238E27FC236}">
                  <a16:creationId xmlns:a16="http://schemas.microsoft.com/office/drawing/2014/main" id="{6CA014B4-BDE6-CE4F-9C48-911336CE4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3741" y="2228850"/>
              <a:ext cx="1713931" cy="341632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应用层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传输层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43011" name="Line 8">
              <a:extLst>
                <a:ext uri="{FF2B5EF4-FFF2-40B4-BE49-F238E27FC236}">
                  <a16:creationId xmlns:a16="http://schemas.microsoft.com/office/drawing/2014/main" id="{DD621476-EB46-DA4B-9A8B-2C8B0033D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1075" y="2801938"/>
              <a:ext cx="1765300" cy="2698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2" name="Line 9">
              <a:extLst>
                <a:ext uri="{FF2B5EF4-FFF2-40B4-BE49-F238E27FC236}">
                  <a16:creationId xmlns:a16="http://schemas.microsoft.com/office/drawing/2014/main" id="{48E801A9-9DF0-4142-ADE9-140A4E387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35734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3" name="Line 10">
              <a:extLst>
                <a:ext uri="{FF2B5EF4-FFF2-40B4-BE49-F238E27FC236}">
                  <a16:creationId xmlns:a16="http://schemas.microsoft.com/office/drawing/2014/main" id="{11DB357A-1B14-5A4D-A5DC-220E9C07C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42592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4" name="Line 11">
              <a:extLst>
                <a:ext uri="{FF2B5EF4-FFF2-40B4-BE49-F238E27FC236}">
                  <a16:creationId xmlns:a16="http://schemas.microsoft.com/office/drawing/2014/main" id="{697B04F5-9390-274F-883C-5A556807C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3925" y="5003800"/>
              <a:ext cx="1816100" cy="2857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5" name="Rectangle 1">
              <a:extLst>
                <a:ext uri="{FF2B5EF4-FFF2-40B4-BE49-F238E27FC236}">
                  <a16:creationId xmlns:a16="http://schemas.microsoft.com/office/drawing/2014/main" id="{AB09965A-6210-1C44-8765-B77CF9E6EF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632618" y="2386806"/>
              <a:ext cx="1817688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端到端</a:t>
              </a:r>
            </a:p>
          </p:txBody>
        </p:sp>
        <p:sp>
          <p:nvSpPr>
            <p:cNvPr id="43016" name="Line 19">
              <a:extLst>
                <a:ext uri="{FF2B5EF4-FFF2-40B4-BE49-F238E27FC236}">
                  <a16:creationId xmlns:a16="http://schemas.microsoft.com/office/drawing/2014/main" id="{7C2B1366-A7CE-B741-A919-8A2771C98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3541713"/>
              <a:ext cx="3387725" cy="31750"/>
            </a:xfrm>
            <a:prstGeom prst="line">
              <a:avLst/>
            </a:prstGeom>
            <a:noFill/>
            <a:ln w="44450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Rectangle 3">
              <a:extLst>
                <a:ext uri="{FF2B5EF4-FFF2-40B4-BE49-F238E27FC236}">
                  <a16:creationId xmlns:a16="http://schemas.microsoft.com/office/drawing/2014/main" id="{83A9A03F-104D-2344-AE99-30EC3135B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7963" y="3009900"/>
              <a:ext cx="3435350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逻辑端到端链路</a:t>
              </a:r>
            </a:p>
          </p:txBody>
        </p:sp>
        <p:sp>
          <p:nvSpPr>
            <p:cNvPr id="43018" name="Rectangle 29">
              <a:extLst>
                <a:ext uri="{FF2B5EF4-FFF2-40B4-BE49-F238E27FC236}">
                  <a16:creationId xmlns:a16="http://schemas.microsoft.com/office/drawing/2014/main" id="{60E1AA69-986F-DA42-97D4-28EFBE429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2800" y="4367213"/>
              <a:ext cx="2413000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链路共享</a:t>
              </a:r>
            </a:p>
          </p:txBody>
        </p:sp>
        <p:sp>
          <p:nvSpPr>
            <p:cNvPr id="43019" name="Rectangle 30">
              <a:extLst>
                <a:ext uri="{FF2B5EF4-FFF2-40B4-BE49-F238E27FC236}">
                  <a16:creationId xmlns:a16="http://schemas.microsoft.com/office/drawing/2014/main" id="{1D8EFFB2-0348-A34C-8384-B86D0855A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3" y="2059766"/>
              <a:ext cx="3609975" cy="830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提供网络服务</a:t>
              </a:r>
              <a:r>
                <a:rPr lang="zh-CN" altLang="en-US" sz="2400" dirty="0">
                  <a:ea typeface="宋体" panose="02010600030101010101" pitchFamily="2" charset="-122"/>
                </a:rPr>
                <a:t/>
              </a:r>
              <a:r>
                <a:rPr lang="en-US" altLang="zh-CN" sz="2400" dirty="0">
                  <a:ea typeface="宋体" panose="02010600030101010101" pitchFamily="2" charset="-122"/>
                </a:rPr>
                <a:t/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 给用户应用</a:t>
              </a:r>
            </a:p>
          </p:txBody>
        </p:sp>
        <p:sp>
          <p:nvSpPr>
            <p:cNvPr id="43020" name="Rectangle 4">
              <a:extLst>
                <a:ext uri="{FF2B5EF4-FFF2-40B4-BE49-F238E27FC236}">
                  <a16:creationId xmlns:a16="http://schemas.microsoft.com/office/drawing/2014/main" id="{59E65582-EF31-BA42-A11C-9A28F39C4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13" y="222885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HTTP, FTP,DNS</a:t>
              </a:r>
              <a:r>
                <a:rPr lang="mr-IN" altLang="zh-CN" sz="2400" dirty="0">
                  <a:ea typeface="宋体" panose="02010600030101010101" pitchFamily="2" charset="-122"/>
                </a:rPr>
                <a:t>……</a:t>
              </a:r>
              <a:endParaRPr lang="en-US" altLang="zh-CN" sz="2400" dirty="0">
                <a:ea typeface="宋体" panose="02010600030101010101" pitchFamily="2" charset="-122"/>
              </a:endParaRPr>
            </a:p>
          </p:txBody>
        </p:sp>
        <p:sp>
          <p:nvSpPr>
            <p:cNvPr id="43021" name="Rectangle 32">
              <a:extLst>
                <a:ext uri="{FF2B5EF4-FFF2-40B4-BE49-F238E27FC236}">
                  <a16:creationId xmlns:a16="http://schemas.microsoft.com/office/drawing/2014/main" id="{31BFE55D-7D2B-9844-A5B6-9591FCAA3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13" y="289560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TCP,UDP</a:t>
              </a:r>
            </a:p>
          </p:txBody>
        </p:sp>
        <p:sp>
          <p:nvSpPr>
            <p:cNvPr id="43022" name="Rectangle 33">
              <a:extLst>
                <a:ext uri="{FF2B5EF4-FFF2-40B4-BE49-F238E27FC236}">
                  <a16:creationId xmlns:a16="http://schemas.microsoft.com/office/drawing/2014/main" id="{9A3B05A4-BEE1-4F4B-914E-C74E034A1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000" y="3762375"/>
              <a:ext cx="2955925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IP</a:t>
              </a:r>
            </a:p>
          </p:txBody>
        </p:sp>
        <p:sp>
          <p:nvSpPr>
            <p:cNvPr id="43023" name="Rectangle 34">
              <a:extLst>
                <a:ext uri="{FF2B5EF4-FFF2-40B4-BE49-F238E27FC236}">
                  <a16:creationId xmlns:a16="http://schemas.microsoft.com/office/drawing/2014/main" id="{1B61CAAF-3537-6A4A-B919-84480996B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4419600"/>
              <a:ext cx="3308350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CSMA,CDMA,TDMA</a:t>
              </a:r>
              <a:r>
                <a:rPr lang="mr-IN" altLang="zh-CN" sz="2400">
                  <a:ea typeface="宋体" panose="02010600030101010101" pitchFamily="2" charset="-122"/>
                </a:rPr>
                <a:t>…</a:t>
              </a:r>
              <a:endParaRPr lang="en-US" altLang="zh-CN" sz="2400">
                <a:ea typeface="宋体" panose="02010600030101010101" pitchFamily="2" charset="-122"/>
              </a:endParaRPr>
            </a:p>
          </p:txBody>
        </p:sp>
        <p:grpSp>
          <p:nvGrpSpPr>
            <p:cNvPr id="43024" name="Group 6">
              <a:extLst>
                <a:ext uri="{FF2B5EF4-FFF2-40B4-BE49-F238E27FC236}">
                  <a16:creationId xmlns:a16="http://schemas.microsoft.com/office/drawing/2014/main" id="{827BEC45-54DF-3246-98B1-8886AD7D33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700" y="2135188"/>
              <a:ext cx="1641475" cy="3540125"/>
              <a:chOff x="2044454" y="2135189"/>
              <a:chExt cx="1641721" cy="3540125"/>
            </a:xfrm>
          </p:grpSpPr>
          <p:sp>
            <p:nvSpPr>
              <p:cNvPr id="6" name="Arc 5">
                <a:extLst>
                  <a:ext uri="{FF2B5EF4-FFF2-40B4-BE49-F238E27FC236}">
                    <a16:creationId xmlns:a16="http://schemas.microsoft.com/office/drawing/2014/main" id="{0FD96CE8-6AE1-374E-BDE5-3410842180EF}"/>
                  </a:ext>
                </a:extLst>
              </p:cNvPr>
              <p:cNvSpPr/>
              <p:nvPr/>
            </p:nvSpPr>
            <p:spPr bwMode="auto">
              <a:xfrm>
                <a:off x="2171473" y="2144714"/>
                <a:ext cx="1514702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ADD3F26B-73D4-7B46-8EEE-DD72981D20E3}"/>
                  </a:ext>
                </a:extLst>
              </p:cNvPr>
              <p:cNvSpPr/>
              <p:nvPr/>
            </p:nvSpPr>
            <p:spPr bwMode="auto">
              <a:xfrm rot="10800000" flipH="1">
                <a:off x="2044454" y="2135189"/>
                <a:ext cx="1632195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</p:grpSp>
        <p:sp>
          <p:nvSpPr>
            <p:cNvPr id="42" name="Arc 41">
              <a:extLst>
                <a:ext uri="{FF2B5EF4-FFF2-40B4-BE49-F238E27FC236}">
                  <a16:creationId xmlns:a16="http://schemas.microsoft.com/office/drawing/2014/main" id="{DDF47AD2-BDE6-564E-BC6D-48B0ACA9A3F4}"/>
                </a:ext>
              </a:extLst>
            </p:cNvPr>
            <p:cNvSpPr/>
            <p:nvPr/>
          </p:nvSpPr>
          <p:spPr bwMode="auto">
            <a:xfrm flipH="1">
              <a:off x="5124450" y="2125663"/>
              <a:ext cx="1439863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3" name="Arc 42">
              <a:extLst>
                <a:ext uri="{FF2B5EF4-FFF2-40B4-BE49-F238E27FC236}">
                  <a16:creationId xmlns:a16="http://schemas.microsoft.com/office/drawing/2014/main" id="{C661BEFC-D0B8-7D49-8412-1C11864A6305}"/>
                </a:ext>
              </a:extLst>
            </p:cNvPr>
            <p:cNvSpPr/>
            <p:nvPr/>
          </p:nvSpPr>
          <p:spPr bwMode="auto">
            <a:xfrm rot="10800000">
              <a:off x="5105400" y="2116138"/>
              <a:ext cx="1550988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3027" name="Line 11">
              <a:extLst>
                <a:ext uri="{FF2B5EF4-FFF2-40B4-BE49-F238E27FC236}">
                  <a16:creationId xmlns:a16="http://schemas.microsoft.com/office/drawing/2014/main" id="{F7274444-7482-394C-999F-BEFFC906A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0675" y="5637213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8" name="Line 11">
              <a:extLst>
                <a:ext uri="{FF2B5EF4-FFF2-40B4-BE49-F238E27FC236}">
                  <a16:creationId xmlns:a16="http://schemas.microsoft.com/office/drawing/2014/main" id="{11902230-46A9-FE44-8B94-9E73C0E2A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8775" y="2103438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9" name="Line 19">
              <a:extLst>
                <a:ext uri="{FF2B5EF4-FFF2-40B4-BE49-F238E27FC236}">
                  <a16:creationId xmlns:a16="http://schemas.microsoft.com/office/drawing/2014/main" id="{9FAFEB88-2CC1-6F4A-9248-152BDD1FB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4638" y="2805113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Line 19">
              <a:extLst>
                <a:ext uri="{FF2B5EF4-FFF2-40B4-BE49-F238E27FC236}">
                  <a16:creationId xmlns:a16="http://schemas.microsoft.com/office/drawing/2014/main" id="{1E9166FE-1823-9D4B-92E7-5315777142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4938" y="3557588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19">
              <a:extLst>
                <a:ext uri="{FF2B5EF4-FFF2-40B4-BE49-F238E27FC236}">
                  <a16:creationId xmlns:a16="http://schemas.microsoft.com/office/drawing/2014/main" id="{CFB2C986-E1F3-C144-A5DB-08A24B7CA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4450" y="4243388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Line 19">
              <a:extLst>
                <a:ext uri="{FF2B5EF4-FFF2-40B4-BE49-F238E27FC236}">
                  <a16:creationId xmlns:a16="http://schemas.microsoft.com/office/drawing/2014/main" id="{383F22CB-649B-EF4A-BA38-2EF144D5B3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2413" y="4986338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Rectangle 37">
              <a:extLst>
                <a:ext uri="{FF2B5EF4-FFF2-40B4-BE49-F238E27FC236}">
                  <a16:creationId xmlns:a16="http://schemas.microsoft.com/office/drawing/2014/main" id="{F328EEA7-807E-874E-95AA-AFE9BD83F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0663" y="3703638"/>
              <a:ext cx="3497262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转发与路由选择</a:t>
              </a:r>
            </a:p>
          </p:txBody>
        </p:sp>
        <p:sp>
          <p:nvSpPr>
            <p:cNvPr id="43034" name="Rectangle 39">
              <a:extLst>
                <a:ext uri="{FF2B5EF4-FFF2-40B4-BE49-F238E27FC236}">
                  <a16:creationId xmlns:a16="http://schemas.microsoft.com/office/drawing/2014/main" id="{5AA3188B-904E-F445-971A-8894EC19D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5682" y="5048250"/>
              <a:ext cx="2932112" cy="830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调制、编码，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信号转换</a:t>
              </a:r>
            </a:p>
          </p:txBody>
        </p:sp>
      </p:grpSp>
      <p:sp>
        <p:nvSpPr>
          <p:cNvPr id="31" name="Rectangle 4">
            <a:extLst>
              <a:ext uri="{FF2B5EF4-FFF2-40B4-BE49-F238E27FC236}">
                <a16:creationId xmlns:a16="http://schemas.microsoft.com/office/drawing/2014/main" id="{5B36E934-593D-A24E-BC01-443DD48AA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8834" y="1993414"/>
            <a:ext cx="213107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</a:t>
            </a:r>
          </a:p>
        </p:txBody>
      </p:sp>
      <p:sp>
        <p:nvSpPr>
          <p:cNvPr id="32" name="Rectangle 4">
            <a:extLst>
              <a:ext uri="{FF2B5EF4-FFF2-40B4-BE49-F238E27FC236}">
                <a16:creationId xmlns:a16="http://schemas.microsoft.com/office/drawing/2014/main" id="{7C916CA1-DC1D-6849-BA3E-7F61EB8F3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728" y="2014051"/>
            <a:ext cx="213107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功能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DA182140-6AC9-C346-9E7D-AE57DD6F5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303" y="1977539"/>
            <a:ext cx="25357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协议栈</a:t>
            </a:r>
          </a:p>
        </p:txBody>
      </p:sp>
      <p:pic>
        <p:nvPicPr>
          <p:cNvPr id="34" name="Picture 712" descr="underline_base">
            <a:extLst>
              <a:ext uri="{FF2B5EF4-FFF2-40B4-BE49-F238E27FC236}">
                <a16:creationId xmlns:a16="http://schemas.microsoft.com/office/drawing/2014/main" id="{B50BD4DD-7D49-ED49-B58F-B8F37267F09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247742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D2E9AD62-2664-6446-91CE-CAB903C7AE4F}"/>
              </a:ext>
            </a:extLst>
          </p:cNvPr>
          <p:cNvCxnSpPr/>
          <p:nvPr/>
        </p:nvCxnSpPr>
        <p:spPr bwMode="auto">
          <a:xfrm>
            <a:off x="4470447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E087FF65-6612-1A4B-B149-1CD0D891EB28}"/>
              </a:ext>
            </a:extLst>
          </p:cNvPr>
          <p:cNvCxnSpPr/>
          <p:nvPr/>
        </p:nvCxnSpPr>
        <p:spPr bwMode="auto">
          <a:xfrm>
            <a:off x="7418921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54CCE2D4-3C37-1146-B20C-F3CADA942188}"/>
              </a:ext>
            </a:extLst>
          </p:cNvPr>
          <p:cNvCxnSpPr>
            <a:cxnSpLocks/>
          </p:cNvCxnSpPr>
          <p:nvPr/>
        </p:nvCxnSpPr>
        <p:spPr bwMode="auto">
          <a:xfrm flipV="1">
            <a:off x="2161042" y="2631495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196492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Rectangle 7"/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Gill Sans MT" charset="0"/>
                <a:ea typeface="ＭＳ Ｐゴシック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charset="0"/>
              <a:buChar char="•"/>
              <a:defRPr sz="2400">
                <a:solidFill>
                  <a:schemeClr val="tx1"/>
                </a:solidFill>
                <a:latin typeface="Gill Sans MT" charset="0"/>
                <a:ea typeface="ＭＳ Ｐゴシック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charset="0"/>
              </a:rPr>
              <a:t>应用层</a:t>
            </a:r>
          </a:p>
        </p:txBody>
      </p:sp>
      <p:sp>
        <p:nvSpPr>
          <p:cNvPr id="87042" name="Rectangle 8"/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Gill Sans MT" charset="0"/>
                <a:ea typeface="ＭＳ Ｐゴシック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charset="0"/>
              <a:buChar char="•"/>
              <a:defRPr sz="2400">
                <a:solidFill>
                  <a:schemeClr val="tx1"/>
                </a:solidFill>
                <a:latin typeface="Gill Sans MT" charset="0"/>
                <a:ea typeface="ＭＳ Ｐゴシック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  <a:ea typeface="ＭＳ Ｐゴシック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charset="0"/>
              </a:rPr>
              <a:t>2-</a:t>
            </a:r>
            <a:fld id="{F52CDC6A-78BC-0543-BD97-EFFC4007D052}" type="slidenum">
              <a:rPr lang="en-US" altLang="en-US" sz="1200">
                <a:latin typeface="Tahoma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200">
              <a:latin typeface="Tahoma" charset="0"/>
            </a:endParaRPr>
          </a:p>
        </p:txBody>
      </p:sp>
      <p:grpSp>
        <p:nvGrpSpPr>
          <p:cNvPr id="87043" name="Group 1037"/>
          <p:cNvGrpSpPr>
            <a:grpSpLocks/>
          </p:cNvGrpSpPr>
          <p:nvPr/>
        </p:nvGrpSpPr>
        <p:grpSpPr bwMode="auto">
          <a:xfrm>
            <a:off x="6648451" y="1257301"/>
            <a:ext cx="3540125" cy="4545013"/>
            <a:chOff x="3277" y="974"/>
            <a:chExt cx="2230" cy="2863"/>
          </a:xfrm>
        </p:grpSpPr>
        <p:sp>
          <p:nvSpPr>
            <p:cNvPr id="87076" name="Freeform 1038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824 w 1036"/>
                <a:gd name="T1" fmla="*/ 11 h 675"/>
                <a:gd name="T2" fmla="*/ 1098 w 1036"/>
                <a:gd name="T3" fmla="*/ 53 h 675"/>
                <a:gd name="T4" fmla="*/ 581 w 1036"/>
                <a:gd name="T5" fmla="*/ 129 h 675"/>
                <a:gd name="T6" fmla="*/ 431 w 1036"/>
                <a:gd name="T7" fmla="*/ 229 h 675"/>
                <a:gd name="T8" fmla="*/ 60 w 1036"/>
                <a:gd name="T9" fmla="*/ 297 h 675"/>
                <a:gd name="T10" fmla="*/ 48 w 1036"/>
                <a:gd name="T11" fmla="*/ 459 h 675"/>
                <a:gd name="T12" fmla="*/ 372 w 1036"/>
                <a:gd name="T13" fmla="*/ 489 h 675"/>
                <a:gd name="T14" fmla="*/ 1291 w 1036"/>
                <a:gd name="T15" fmla="*/ 489 h 675"/>
                <a:gd name="T16" fmla="*/ 1682 w 1036"/>
                <a:gd name="T17" fmla="*/ 555 h 675"/>
                <a:gd name="T18" fmla="*/ 2116 w 1036"/>
                <a:gd name="T19" fmla="*/ 657 h 675"/>
                <a:gd name="T20" fmla="*/ 2448 w 1036"/>
                <a:gd name="T21" fmla="*/ 661 h 675"/>
                <a:gd name="T22" fmla="*/ 2677 w 1036"/>
                <a:gd name="T23" fmla="*/ 603 h 675"/>
                <a:gd name="T24" fmla="*/ 2794 w 1036"/>
                <a:gd name="T25" fmla="*/ 445 h 675"/>
                <a:gd name="T26" fmla="*/ 2866 w 1036"/>
                <a:gd name="T27" fmla="*/ 291 h 675"/>
                <a:gd name="T28" fmla="*/ 2874 w 1036"/>
                <a:gd name="T29" fmla="*/ 107 h 675"/>
                <a:gd name="T30" fmla="*/ 2627 w 1036"/>
                <a:gd name="T31" fmla="*/ 17 h 675"/>
                <a:gd name="T32" fmla="*/ 2183 w 1036"/>
                <a:gd name="T33" fmla="*/ 3 h 675"/>
                <a:gd name="T34" fmla="*/ 1824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7077" name="Group 1039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87452" name="Rectangle 1040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453" name="AutoShape 1041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charset="0"/>
                </a:endParaRPr>
              </a:p>
            </p:txBody>
          </p:sp>
        </p:grpSp>
        <p:sp>
          <p:nvSpPr>
            <p:cNvPr id="87078" name="Freeform 1042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9" name="Line 1043"/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80" name="Line 1044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81" name="Line 1045"/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82" name="Line 1047"/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3" name="Line 1048"/>
            <p:cNvSpPr>
              <a:spLocks noChangeShapeType="1"/>
            </p:cNvSpPr>
            <p:nvPr/>
          </p:nvSpPr>
          <p:spPr bwMode="auto">
            <a:xfrm flipV="1">
              <a:off x="3680" y="3155"/>
              <a:ext cx="248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4" name="Line 1051"/>
            <p:cNvSpPr>
              <a:spLocks noChangeShapeType="1"/>
            </p:cNvSpPr>
            <p:nvPr/>
          </p:nvSpPr>
          <p:spPr bwMode="auto">
            <a:xfrm flipH="1">
              <a:off x="3948" y="3208"/>
              <a:ext cx="96" cy="1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5" name="Line 1052"/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6" name="Line 1053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7" name="Line 1054"/>
            <p:cNvSpPr>
              <a:spLocks noChangeShapeType="1"/>
            </p:cNvSpPr>
            <p:nvPr/>
          </p:nvSpPr>
          <p:spPr bwMode="auto">
            <a:xfrm>
              <a:off x="3898" y="3025"/>
              <a:ext cx="56" cy="6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8" name="Line 1055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9" name="Line 1056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7090" name="Group 1057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87450" name="Picture 1058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451" name="Picture 1059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87091" name="Freeform 1060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2" name="Freeform 1061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354033 w 765"/>
                <a:gd name="T1" fmla="*/ 38212 h 459"/>
                <a:gd name="T2" fmla="*/ 239915 w 765"/>
                <a:gd name="T3" fmla="*/ 271337 h 459"/>
                <a:gd name="T4" fmla="*/ 80260 w 765"/>
                <a:gd name="T5" fmla="*/ 386178 h 459"/>
                <a:gd name="T6" fmla="*/ 11469 w 765"/>
                <a:gd name="T7" fmla="*/ 1301329 h 459"/>
                <a:gd name="T8" fmla="*/ 150114 w 765"/>
                <a:gd name="T9" fmla="*/ 1719418 h 459"/>
                <a:gd name="T10" fmla="*/ 288566 w 765"/>
                <a:gd name="T11" fmla="*/ 1648076 h 459"/>
                <a:gd name="T12" fmla="*/ 487066 w 765"/>
                <a:gd name="T13" fmla="*/ 1719418 h 459"/>
                <a:gd name="T14" fmla="*/ 582848 w 765"/>
                <a:gd name="T15" fmla="*/ 1679507 h 459"/>
                <a:gd name="T16" fmla="*/ 627383 w 765"/>
                <a:gd name="T17" fmla="*/ 1441000 h 459"/>
                <a:gd name="T18" fmla="*/ 626281 w 765"/>
                <a:gd name="T19" fmla="*/ 611651 h 459"/>
                <a:gd name="T20" fmla="*/ 552723 w 765"/>
                <a:gd name="T21" fmla="*/ 133425 h 459"/>
                <a:gd name="T22" fmla="*/ 354033 w 765"/>
                <a:gd name="T23" fmla="*/ 382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3" name="Line 1062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4" name="Line 1063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5" name="Line 1064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6" name="Line 1065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7" name="Line 1066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8" name="Line 1067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9" name="Line 1068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0" name="Line 1069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1" name="Line 1070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2" name="Line 1071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3" name="Line 1072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4" name="Line 1073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5" name="Line 1074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6" name="Line 1075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7" name="Line 1076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8" name="Line 1077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9" name="Line 1078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7110" name="Group 1079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87433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34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35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36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37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38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39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0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1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2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3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4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5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6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7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448" name="Oval 1095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pic>
            <p:nvPicPr>
              <p:cNvPr id="87449" name="Picture 1096" descr="cell_tower_radiation_gray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87111" name="Group 1097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87424" name="Line 1098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5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26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27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428" name="Group 1102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87431" name="Freeform 11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432" name="Freeform 11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429" name="Line 1105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0" name="Line 1106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12" name="Group 1107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8741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1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1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419" name="Group 11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422" name="Freeform 11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423" name="Freeform 11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420" name="Line 11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1" name="Line 11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13" name="Group 1116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8740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0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1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411" name="Group 11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414" name="Freeform 11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415" name="Freeform 11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412" name="Line 112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3" name="Line 11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14" name="Group 1125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8740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0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40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403" name="Group 11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406" name="Freeform 11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407" name="Freeform 11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404" name="Line 11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5" name="Line 11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15" name="Group 1134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8739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9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9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95" name="Group 11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98" name="Freeform 11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99" name="Freeform 11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96" name="Line 11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7" name="Line 11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16" name="Group 1143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8738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8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8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87" name="Group 11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90" name="Freeform 11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91" name="Freeform 11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88" name="Line 11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9" name="Line 11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7117" name="Line 1152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7118" name="Group 1153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8737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7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7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79" name="Group 115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82" name="Freeform 115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83" name="Freeform 115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80" name="Line 116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1" name="Line 116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19" name="Group 1162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8736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6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7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71" name="Group 116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74" name="Freeform 116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75" name="Freeform 116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72" name="Line 116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3" name="Line 117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20" name="Group 1171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8736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6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6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63" name="Group 117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66" name="Freeform 117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67" name="Freeform 117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64" name="Line 117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5" name="Line 117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21" name="Group 1180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8735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5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5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55" name="Group 118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58" name="Freeform 118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59" name="Freeform 118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56" name="Line 118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7" name="Line 118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22" name="Group 1189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8734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4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4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47" name="Group 119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50" name="Freeform 119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51" name="Freeform 119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48" name="Line 119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9" name="Line 119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23" name="Group 1198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8733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3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8733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87339" name="Group 12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87342" name="Freeform 12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43" name="Freeform 12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340" name="Line 12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1" name="Line 12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24" name="Group 1207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87322" name="Group 1208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87324" name="Freeform 1209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25" name="Freeform 1210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26" name="Freeform 1211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27" name="Freeform 1212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28" name="Freeform 1213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29" name="Freeform 1214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30" name="Freeform 1215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31" name="Freeform 1216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32" name="Freeform 1217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33" name="Freeform 1218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34" name="Freeform 1219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35" name="Freeform 1220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87323" name="Picture 1221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87125" name="Group 1222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87308" name="Group 1223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87310" name="Freeform 1224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1" name="Freeform 1225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2" name="Freeform 1226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3" name="Freeform 1227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4" name="Freeform 1228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5" name="Freeform 1229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6" name="Freeform 1230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7" name="Freeform 1231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8" name="Freeform 1232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19" name="Freeform 1233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20" name="Freeform 1234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321" name="Freeform 1235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87309" name="Picture 1236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87126" name="Line 1237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7127" name="Group 1238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87306" name="Picture 123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307" name="Freeform 124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7128" name="Group 1241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87304" name="Picture 124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305" name="Freeform 124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7129" name="Group 1244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87302" name="Picture 124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303" name="Freeform 1246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7130" name="Group 1247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87300" name="Picture 124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301" name="Freeform 1249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87131" name="Picture 1250" descr="car_icon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7132" name="Group 1251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87298" name="Picture 1252" descr="iphone_stylized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299" name="Picture 1253" descr="antenna_radiation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87133" name="Group 1254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87266" name="Freeform 1255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5 w 354"/>
                  <a:gd name="T3" fmla="*/ 11 h 2742"/>
                  <a:gd name="T4" fmla="*/ 5 w 354"/>
                  <a:gd name="T5" fmla="*/ 83 h 2742"/>
                  <a:gd name="T6" fmla="*/ 0 w 354"/>
                  <a:gd name="T7" fmla="*/ 86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7" name="Rectangle 1256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68" name="Freeform 1257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3 w 211"/>
                  <a:gd name="T3" fmla="*/ 8 h 2537"/>
                  <a:gd name="T4" fmla="*/ 2 w 211"/>
                  <a:gd name="T5" fmla="*/ 7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9" name="Freeform 1258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5 w 328"/>
                  <a:gd name="T3" fmla="*/ 5 h 226"/>
                  <a:gd name="T4" fmla="*/ 5 w 328"/>
                  <a:gd name="T5" fmla="*/ 8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0" name="Rectangle 1259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grpSp>
            <p:nvGrpSpPr>
              <p:cNvPr id="87271" name="Group 1260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7296" name="AutoShape 126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97" name="AutoShape 1262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72" name="Rectangle 1263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grpSp>
            <p:nvGrpSpPr>
              <p:cNvPr id="87273" name="Group 1264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7294" name="AutoShape 1265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95" name="AutoShape 1266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74" name="Rectangle 1267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75" name="Rectangle 1268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grpSp>
            <p:nvGrpSpPr>
              <p:cNvPr id="87276" name="Group 1269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7292" name="AutoShape 1270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93" name="AutoShape 1271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77" name="Freeform 1272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5 w 328"/>
                  <a:gd name="T3" fmla="*/ 4 h 226"/>
                  <a:gd name="T4" fmla="*/ 5 w 328"/>
                  <a:gd name="T5" fmla="*/ 7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278" name="Group 1273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290" name="AutoShape 1274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91" name="AutoShape 1275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79" name="Rectangle 1276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80" name="Freeform 1277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5 w 296"/>
                  <a:gd name="T3" fmla="*/ 4 h 256"/>
                  <a:gd name="T4" fmla="*/ 5 w 296"/>
                  <a:gd name="T5" fmla="*/ 7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1" name="Freeform 1278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5 w 304"/>
                  <a:gd name="T3" fmla="*/ 6 h 288"/>
                  <a:gd name="T4" fmla="*/ 4 w 304"/>
                  <a:gd name="T5" fmla="*/ 9 h 288"/>
                  <a:gd name="T6" fmla="*/ 2 w 304"/>
                  <a:gd name="T7" fmla="*/ 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2" name="Oval 1279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83" name="Freeform 1280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 h 240"/>
                  <a:gd name="T2" fmla="*/ 2 w 306"/>
                  <a:gd name="T3" fmla="*/ 8 h 240"/>
                  <a:gd name="T4" fmla="*/ 5 w 306"/>
                  <a:gd name="T5" fmla="*/ 4 h 240"/>
                  <a:gd name="T6" fmla="*/ 5 w 306"/>
                  <a:gd name="T7" fmla="*/ 0 h 240"/>
                  <a:gd name="T8" fmla="*/ 0 w 306"/>
                  <a:gd name="T9" fmla="*/ 4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4" name="AutoShape 128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85" name="AutoShape 1282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86" name="Oval 1283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87" name="Oval 1284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charset="0"/>
                </a:endParaRPr>
              </a:p>
            </p:txBody>
          </p:sp>
          <p:sp>
            <p:nvSpPr>
              <p:cNvPr id="87288" name="Oval 1285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89" name="Rectangle 1286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</p:grpSp>
        <p:grpSp>
          <p:nvGrpSpPr>
            <p:cNvPr id="87134" name="Group 1287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87234" name="Freeform 1288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5 w 354"/>
                  <a:gd name="T3" fmla="*/ 11 h 2742"/>
                  <a:gd name="T4" fmla="*/ 5 w 354"/>
                  <a:gd name="T5" fmla="*/ 83 h 2742"/>
                  <a:gd name="T6" fmla="*/ 0 w 354"/>
                  <a:gd name="T7" fmla="*/ 86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35" name="Rectangle 1289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36" name="Freeform 1290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3 w 211"/>
                  <a:gd name="T3" fmla="*/ 8 h 2537"/>
                  <a:gd name="T4" fmla="*/ 2 w 211"/>
                  <a:gd name="T5" fmla="*/ 7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37" name="Freeform 1291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5 w 328"/>
                  <a:gd name="T3" fmla="*/ 5 h 226"/>
                  <a:gd name="T4" fmla="*/ 5 w 328"/>
                  <a:gd name="T5" fmla="*/ 8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38" name="Rectangle 1292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grpSp>
            <p:nvGrpSpPr>
              <p:cNvPr id="87239" name="Group 1293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7264" name="AutoShape 1294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65" name="AutoShape 1295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40" name="Rectangle 1296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grpSp>
            <p:nvGrpSpPr>
              <p:cNvPr id="87241" name="Group 1297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7262" name="AutoShape 1298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63" name="AutoShape 1299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42" name="Rectangle 1300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43" name="Rectangle 1301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grpSp>
            <p:nvGrpSpPr>
              <p:cNvPr id="87244" name="Group 1302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7260" name="AutoShape 1303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61" name="AutoShape 1304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45" name="Freeform 1305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5 w 328"/>
                  <a:gd name="T3" fmla="*/ 4 h 226"/>
                  <a:gd name="T4" fmla="*/ 5 w 328"/>
                  <a:gd name="T5" fmla="*/ 7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246" name="Group 1306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258" name="AutoShape 1307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  <p:sp>
              <p:nvSpPr>
                <p:cNvPr id="87259" name="AutoShape 1308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charset="2"/>
                    <a:buChar char="§"/>
                    <a:defRPr sz="28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charset="0"/>
                    <a:buChar char="•"/>
                    <a:defRPr sz="2400">
                      <a:solidFill>
                        <a:schemeClr val="tx1"/>
                      </a:solidFill>
                      <a:latin typeface="Gill Sans MT" charset="0"/>
                      <a:ea typeface="ＭＳ Ｐゴシック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charset="0"/>
                      <a:ea typeface="ＭＳ Ｐゴシック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charset="0"/>
                      <a:ea typeface="ＭＳ Ｐゴシック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0"/>
                    <a:buNone/>
                  </a:pPr>
                  <a:endParaRPr lang="en-US" altLang="en-US" sz="2000">
                    <a:latin typeface="Arial" charset="0"/>
                  </a:endParaRPr>
                </a:p>
              </p:txBody>
            </p:sp>
          </p:grpSp>
          <p:sp>
            <p:nvSpPr>
              <p:cNvPr id="87247" name="Rectangle 1309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48" name="Freeform 1310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5 w 296"/>
                  <a:gd name="T3" fmla="*/ 4 h 256"/>
                  <a:gd name="T4" fmla="*/ 5 w 296"/>
                  <a:gd name="T5" fmla="*/ 7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9" name="Freeform 1311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5 w 304"/>
                  <a:gd name="T3" fmla="*/ 6 h 288"/>
                  <a:gd name="T4" fmla="*/ 4 w 304"/>
                  <a:gd name="T5" fmla="*/ 9 h 288"/>
                  <a:gd name="T6" fmla="*/ 2 w 304"/>
                  <a:gd name="T7" fmla="*/ 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0" name="Oval 1312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51" name="Freeform 1313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 h 240"/>
                  <a:gd name="T2" fmla="*/ 2 w 306"/>
                  <a:gd name="T3" fmla="*/ 8 h 240"/>
                  <a:gd name="T4" fmla="*/ 5 w 306"/>
                  <a:gd name="T5" fmla="*/ 4 h 240"/>
                  <a:gd name="T6" fmla="*/ 5 w 306"/>
                  <a:gd name="T7" fmla="*/ 0 h 240"/>
                  <a:gd name="T8" fmla="*/ 0 w 306"/>
                  <a:gd name="T9" fmla="*/ 4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2" name="AutoShape 131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53" name="AutoShape 1315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54" name="Oval 1316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55" name="Oval 1317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charset="0"/>
                </a:endParaRPr>
              </a:p>
            </p:txBody>
          </p:sp>
          <p:sp>
            <p:nvSpPr>
              <p:cNvPr id="87256" name="Oval 1318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  <p:sp>
            <p:nvSpPr>
              <p:cNvPr id="87257" name="Rectangle 1319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charset="2"/>
                  <a:buChar char="§"/>
                  <a:defRPr sz="28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charset="0"/>
                  <a:buChar char="•"/>
                  <a:defRPr sz="2400">
                    <a:solidFill>
                      <a:schemeClr val="tx1"/>
                    </a:solidFill>
                    <a:latin typeface="Gill Sans MT" charset="0"/>
                    <a:ea typeface="ＭＳ Ｐゴシック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charset="0"/>
                    <a:ea typeface="ＭＳ Ｐゴシック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0"/>
                  <a:buNone/>
                </a:pPr>
                <a:endParaRPr lang="en-US" altLang="en-US" sz="2000">
                  <a:latin typeface="Arial" charset="0"/>
                </a:endParaRPr>
              </a:p>
            </p:txBody>
          </p:sp>
        </p:grpSp>
        <p:grpSp>
          <p:nvGrpSpPr>
            <p:cNvPr id="87135" name="Group 1320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87211" name="Picture 1321" descr="antenna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212" name="Picture 1322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213" name="Freeform 1323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87214" name="Picture 1324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215" name="Freeform 1325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16" name="Freeform 1326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17" name="Freeform 1327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18" name="Freeform 1328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19" name="Freeform 1329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3 h 1659"/>
                  <a:gd name="T6" fmla="*/ 0 w 637"/>
                  <a:gd name="T7" fmla="*/ 3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20" name="Freeform 1330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221" name="Group 1331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87228" name="Freeform 1332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29" name="Freeform 1333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30" name="Freeform 1334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31" name="Freeform 1335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32" name="Freeform 1336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33" name="Freeform 1337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222" name="Freeform 1338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23" name="Freeform 1339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24" name="Freeform 1340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25" name="Freeform 1341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26" name="Freeform 1342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27" name="Freeform 1343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36" name="Group 1344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87188" name="Picture 1345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189" name="Picture 1346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90" name="Freeform 1347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87191" name="Picture 1348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92" name="Freeform 1349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93" name="Freeform 1350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94" name="Freeform 1351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95" name="Freeform 1352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96" name="Freeform 1353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3 h 1659"/>
                  <a:gd name="T6" fmla="*/ 0 w 637"/>
                  <a:gd name="T7" fmla="*/ 3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97" name="Freeform 1354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198" name="Group 1355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87205" name="Freeform 1356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06" name="Freeform 1357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07" name="Freeform 1358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08" name="Freeform 1359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09" name="Freeform 1360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210" name="Freeform 1361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199" name="Freeform 1362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00" name="Freeform 1363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01" name="Freeform 1364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02" name="Freeform 1365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03" name="Freeform 1366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04" name="Freeform 1367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37" name="Group 1368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87165" name="Picture 1369" descr="antenna_stylize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166" name="Picture 1370" descr="laptop_keyboar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67" name="Freeform 1371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87168" name="Picture 1372" descr="screen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69" name="Freeform 1373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0" name="Freeform 1374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1" name="Freeform 1375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2" name="Freeform 1376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3" name="Freeform 1377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3 h 1659"/>
                  <a:gd name="T6" fmla="*/ 0 w 637"/>
                  <a:gd name="T7" fmla="*/ 3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4" name="Freeform 1378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175" name="Group 1379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87182" name="Freeform 1380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83" name="Freeform 1381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84" name="Freeform 1382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85" name="Freeform 1383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86" name="Freeform 1384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87" name="Freeform 1385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176" name="Freeform 1386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7" name="Freeform 1387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8" name="Freeform 1388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79" name="Freeform 1389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80" name="Freeform 1390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81" name="Freeform 1391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38" name="Group 1392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87163" name="Picture 139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64" name="Freeform 139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7139" name="Group 1395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87140" name="Picture 1396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7141" name="Picture 1397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42" name="Freeform 139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87143" name="Picture 1399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44" name="Freeform 140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5" name="Freeform 140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6" name="Freeform 140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7" name="Freeform 140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8" name="Freeform 140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3 h 1659"/>
                  <a:gd name="T6" fmla="*/ 0 w 637"/>
                  <a:gd name="T7" fmla="*/ 3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9" name="Freeform 140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150" name="Group 140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87157" name="Freeform 140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58" name="Freeform 140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59" name="Freeform 140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60" name="Freeform 141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61" name="Freeform 141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162" name="Freeform 141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151" name="Freeform 141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52" name="Freeform 141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53" name="Freeform 141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54" name="Freeform 141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55" name="Freeform 141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56" name="Freeform 141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5729" name="Line 913"/>
          <p:cNvSpPr>
            <a:spLocks noChangeShapeType="1"/>
          </p:cNvSpPr>
          <p:nvPr/>
        </p:nvSpPr>
        <p:spPr bwMode="auto">
          <a:xfrm>
            <a:off x="8374064" y="3786189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87045" name="Picture 616" descr="underline_base"/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1513" y="766764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727" name="Line 911"/>
          <p:cNvSpPr>
            <a:spLocks noChangeShapeType="1"/>
          </p:cNvSpPr>
          <p:nvPr/>
        </p:nvSpPr>
        <p:spPr bwMode="auto">
          <a:xfrm>
            <a:off x="8469313" y="660400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819275" y="0"/>
            <a:ext cx="8382000" cy="1041400"/>
          </a:xfrm>
        </p:spPr>
        <p:txBody>
          <a:bodyPr/>
          <a:lstStyle/>
          <a:p>
            <a:r>
              <a:rPr lang="en-US" altLang="en-US" dirty="0">
                <a:latin typeface="Gill Sans MT" charset="0"/>
                <a:ea typeface="ＭＳ Ｐゴシック" charset="-128"/>
              </a:rPr>
              <a:t>应用层</a:t>
            </a:r>
          </a:p>
        </p:txBody>
      </p:sp>
      <p:sp>
        <p:nvSpPr>
          <p:cNvPr id="87048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001839" y="1206501"/>
            <a:ext cx="4300537" cy="5114925"/>
          </a:xfrm>
        </p:spPr>
        <p:txBody>
          <a:bodyPr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Gill Sans MT" charset="0"/>
                <a:ea typeface="ＭＳ Ｐゴシック" charset="-128"/>
              </a:rPr>
              <a:t>编写这样的程序：</a:t>
            </a:r>
          </a:p>
          <a:p>
            <a:r>
              <a:rPr lang="en-US" altLang="en-US" sz="2400" dirty="0">
                <a:latin typeface="Gill Sans MT" charset="0"/>
                <a:ea typeface="ＭＳ Ｐゴシック" charset="-128"/>
              </a:rPr>
              <a:t>运行在（不同的）端系统上</a:t>
            </a:r>
            <a:r>
              <a:rPr lang="en-US" altLang="en-US" sz="2400" i="1" dirty="0">
                <a:latin typeface="Gill Sans MT" charset="0"/>
                <a:ea typeface="ＭＳ Ｐゴシック" charset="-128"/>
              </a:rPr>
              <a:t/>
            </a:r>
          </a:p>
          <a:p>
            <a:r>
              <a:rPr lang="en-US" altLang="en-US" sz="2400" dirty="0">
                <a:latin typeface="Gill Sans MT" charset="0"/>
                <a:ea typeface="ＭＳ Ｐゴシック" charset="-128"/>
              </a:rPr>
              <a:t>通过网络通信</a:t>
            </a:r>
          </a:p>
          <a:p>
            <a:r>
              <a:rPr lang="en-US" altLang="en-US" sz="2400" dirty="0">
                <a:latin typeface="Gill Sans MT" charset="0"/>
                <a:ea typeface="ＭＳ Ｐゴシック" charset="-128"/>
              </a:rPr>
              <a:t>例如，Web 服务器软件与浏览器软件通信</a:t>
            </a:r>
          </a:p>
          <a:p>
            <a:pPr>
              <a:spcBef>
                <a:spcPct val="80000"/>
              </a:spcBef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Gill Sans MT" charset="0"/>
                <a:ea typeface="ＭＳ Ｐゴシック" charset="-128"/>
              </a:rPr>
              <a:t>无需为网络核心设备编写软件</a:t>
            </a:r>
          </a:p>
          <a:p>
            <a:r>
              <a:rPr lang="en-US" altLang="en-US" sz="2400" dirty="0">
                <a:latin typeface="Gill Sans MT" charset="0"/>
                <a:ea typeface="ＭＳ Ｐゴシック" charset="-128"/>
              </a:rPr>
              <a:t>网络核心设备不运行用户应用 </a:t>
            </a:r>
          </a:p>
          <a:p>
            <a:r>
              <a:rPr lang="en-US" altLang="en-US" sz="2400" dirty="0">
                <a:latin typeface="Gill Sans MT" charset="0"/>
                <a:ea typeface="ＭＳ Ｐゴシック" charset="-128"/>
              </a:rPr>
              <a:t>端系统上的应用便于快速开发和传播</a:t>
            </a:r>
          </a:p>
          <a:p>
            <a:pPr>
              <a:buFont typeface="Wingdings" charset="2"/>
              <a:buNone/>
            </a:pPr>
            <a:endParaRPr lang="en-US" altLang="en-US" sz="2400" dirty="0">
              <a:solidFill>
                <a:srgbClr val="FF0000"/>
              </a:solidFill>
              <a:latin typeface="Gill Sans MT" charset="0"/>
              <a:ea typeface="ＭＳ Ｐゴシック" charset="-128"/>
            </a:endParaRPr>
          </a:p>
        </p:txBody>
      </p:sp>
      <p:grpSp>
        <p:nvGrpSpPr>
          <p:cNvPr id="35725" name="Group 618"/>
          <p:cNvGrpSpPr>
            <a:grpSpLocks/>
          </p:cNvGrpSpPr>
          <p:nvPr/>
        </p:nvGrpSpPr>
        <p:grpSpPr bwMode="auto">
          <a:xfrm>
            <a:off x="7381876" y="503238"/>
            <a:ext cx="1044575" cy="965200"/>
            <a:chOff x="4047" y="420"/>
            <a:chExt cx="658" cy="608"/>
          </a:xfrm>
        </p:grpSpPr>
        <p:sp>
          <p:nvSpPr>
            <p:cNvPr id="87068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69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70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71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charset="0"/>
                </a:rPr>
                <a:t>应用层</a:t>
              </a:r>
              <a:endParaRPr lang="en-US" altLang="en-US" sz="1000">
                <a:latin typeface="Arial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传输层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网络层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数据链路层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物理层</a:t>
              </a:r>
              <a:endParaRPr lang="en-US" altLang="en-US" sz="2400">
                <a:latin typeface="Arial" charset="0"/>
              </a:endParaRPr>
            </a:p>
          </p:txBody>
        </p:sp>
        <p:sp>
          <p:nvSpPr>
            <p:cNvPr id="87072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73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74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75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6" name="Group 619"/>
          <p:cNvGrpSpPr>
            <a:grpSpLocks/>
          </p:cNvGrpSpPr>
          <p:nvPr/>
        </p:nvGrpSpPr>
        <p:grpSpPr bwMode="auto">
          <a:xfrm>
            <a:off x="9480551" y="4087813"/>
            <a:ext cx="1044575" cy="965200"/>
            <a:chOff x="4047" y="420"/>
            <a:chExt cx="658" cy="608"/>
          </a:xfrm>
        </p:grpSpPr>
        <p:sp>
          <p:nvSpPr>
            <p:cNvPr id="87060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61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62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63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charset="0"/>
                </a:rPr>
                <a:t>应用层</a:t>
              </a:r>
              <a:endParaRPr lang="en-US" altLang="en-US" sz="1000">
                <a:latin typeface="Arial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传输层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网络层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数据链路层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物理层</a:t>
              </a:r>
              <a:endParaRPr lang="en-US" altLang="en-US" sz="2400">
                <a:latin typeface="Arial" charset="0"/>
              </a:endParaRPr>
            </a:p>
          </p:txBody>
        </p:sp>
        <p:sp>
          <p:nvSpPr>
            <p:cNvPr id="87064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65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66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67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8" name="Group 628"/>
          <p:cNvGrpSpPr>
            <a:grpSpLocks/>
          </p:cNvGrpSpPr>
          <p:nvPr/>
        </p:nvGrpSpPr>
        <p:grpSpPr bwMode="auto">
          <a:xfrm>
            <a:off x="7339014" y="3651250"/>
            <a:ext cx="1044575" cy="965200"/>
            <a:chOff x="4047" y="420"/>
            <a:chExt cx="658" cy="608"/>
          </a:xfrm>
        </p:grpSpPr>
        <p:sp>
          <p:nvSpPr>
            <p:cNvPr id="87052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53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54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0"/>
                <a:buNone/>
              </a:pPr>
              <a:endParaRPr lang="en-US" altLang="en-US" sz="2400">
                <a:latin typeface="Arial" charset="0"/>
              </a:endParaRPr>
            </a:p>
          </p:txBody>
        </p:sp>
        <p:sp>
          <p:nvSpPr>
            <p:cNvPr id="87055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Gill Sans MT" charset="0"/>
                  <a:ea typeface="ＭＳ Ｐゴシック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charset="0"/>
                  <a:ea typeface="ＭＳ Ｐゴシック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charset="0"/>
                </a:rPr>
                <a:t>应用层</a:t>
              </a:r>
              <a:endParaRPr lang="en-US" altLang="en-US" sz="1000">
                <a:latin typeface="Arial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传输层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网络层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数据链路层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charset="0"/>
                </a:rPr>
                <a:t>物理层</a:t>
              </a:r>
              <a:endParaRPr lang="en-US" altLang="en-US" sz="2400">
                <a:latin typeface="Arial" charset="0"/>
              </a:endParaRPr>
            </a:p>
          </p:txBody>
        </p:sp>
        <p:sp>
          <p:nvSpPr>
            <p:cNvPr id="87056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57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58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59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579247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5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729" grpId="0" animBg="1"/>
      <p:bldP spid="35727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Footer Placeholder 5"/>
          <p:cNvSpPr>
            <a:spLocks noGrp="1"/>
          </p:cNvSpPr>
          <p:nvPr>
            <p:ph type="ftr" sz="quarter" idx="11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defRPr/>
            </a:pPr>
            <a:r>
              <a:rPr lang="en-US"/>
              <a:t>引言</a:t>
            </a:r>
            <a:endParaRPr lang="en-US" sz="1200"/>
          </a:p>
        </p:txBody>
      </p:sp>
      <p:sp>
        <p:nvSpPr>
          <p:cNvPr id="4099" name="Slide Number Placeholder 6"/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charset="0"/>
                <a:ea typeface="Arial" charset="0"/>
                <a:cs typeface="Arial" charset="0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US" altLang="en-US"/>
              <a:t>2-</a:t>
            </a:r>
            <a:fld id="{39532C48-9CBA-9F46-A251-983D9EF301CE}" type="slidenum">
              <a:rPr lang="en-US" altLang="en-US" smtClean="0"/>
              <a:pPr/>
              <a:t>4</a:t>
            </a:fld>
            <a:endParaRPr lang="en-US" altLang="en-US" sz="1200"/>
          </a:p>
        </p:txBody>
      </p:sp>
      <p:grpSp>
        <p:nvGrpSpPr>
          <p:cNvPr id="18435" name="Group 894"/>
          <p:cNvGrpSpPr>
            <a:grpSpLocks/>
          </p:cNvGrpSpPr>
          <p:nvPr/>
        </p:nvGrpSpPr>
        <p:grpSpPr bwMode="auto">
          <a:xfrm>
            <a:off x="6626226" y="1601788"/>
            <a:ext cx="3540125" cy="4545012"/>
            <a:chOff x="3277" y="974"/>
            <a:chExt cx="2230" cy="2863"/>
          </a:xfrm>
        </p:grpSpPr>
        <p:sp>
          <p:nvSpPr>
            <p:cNvPr id="18464" name="Freeform 895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3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465" name="Group 896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508" name="Rectangle 89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509" name="AutoShape 89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2400">
                  <a:solidFill>
                    <a:srgbClr val="00CCFF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466" name="Freeform 899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" name="Line 900"/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33" name="Line 901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34" name="Line 902"/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35" name="Line 903"/>
            <p:cNvSpPr>
              <a:spLocks noChangeShapeType="1"/>
            </p:cNvSpPr>
            <p:nvPr/>
          </p:nvSpPr>
          <p:spPr bwMode="auto">
            <a:xfrm flipH="1">
              <a:off x="3827" y="2977"/>
              <a:ext cx="160" cy="29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36" name="Line 904"/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37" name="Line 905"/>
            <p:cNvSpPr>
              <a:spLocks noChangeShapeType="1"/>
            </p:cNvSpPr>
            <p:nvPr/>
          </p:nvSpPr>
          <p:spPr bwMode="auto">
            <a:xfrm>
              <a:off x="3680" y="3221"/>
              <a:ext cx="17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38" name="Line 906"/>
            <p:cNvSpPr>
              <a:spLocks noChangeShapeType="1"/>
            </p:cNvSpPr>
            <p:nvPr/>
          </p:nvSpPr>
          <p:spPr bwMode="auto">
            <a:xfrm>
              <a:off x="3914" y="3271"/>
              <a:ext cx="30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39" name="Line 907"/>
            <p:cNvSpPr>
              <a:spLocks noChangeShapeType="1"/>
            </p:cNvSpPr>
            <p:nvPr/>
          </p:nvSpPr>
          <p:spPr bwMode="auto">
            <a:xfrm flipH="1">
              <a:off x="4065" y="3213"/>
              <a:ext cx="34" cy="5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40" name="Line 908"/>
            <p:cNvSpPr>
              <a:spLocks noChangeShapeType="1"/>
            </p:cNvSpPr>
            <p:nvPr/>
          </p:nvSpPr>
          <p:spPr bwMode="auto">
            <a:xfrm>
              <a:off x="3947" y="3269"/>
              <a:ext cx="1" cy="5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41" name="Line 909"/>
            <p:cNvSpPr>
              <a:spLocks noChangeShapeType="1"/>
            </p:cNvSpPr>
            <p:nvPr/>
          </p:nvSpPr>
          <p:spPr bwMode="auto">
            <a:xfrm flipH="1" flipV="1">
              <a:off x="4197" y="3274"/>
              <a:ext cx="0" cy="4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42" name="Line 910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43" name="Line 911"/>
            <p:cNvSpPr>
              <a:spLocks noChangeShapeType="1"/>
            </p:cNvSpPr>
            <p:nvPr/>
          </p:nvSpPr>
          <p:spPr bwMode="auto">
            <a:xfrm>
              <a:off x="3901" y="3144"/>
              <a:ext cx="51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44" name="Line 912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45" name="Line 913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grpSp>
          <p:nvGrpSpPr>
            <p:cNvPr id="18481" name="Group 914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8841" name="Picture 915" descr="access_point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42" name="Picture 916" descr="antenna_radiation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8482" name="Freeform 917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918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60286 w 765"/>
                <a:gd name="T1" fmla="*/ 4345 h 459"/>
                <a:gd name="T2" fmla="*/ 40854 w 765"/>
                <a:gd name="T3" fmla="*/ 30856 h 459"/>
                <a:gd name="T4" fmla="*/ 13667 w 765"/>
                <a:gd name="T5" fmla="*/ 43916 h 459"/>
                <a:gd name="T6" fmla="*/ 1953 w 765"/>
                <a:gd name="T7" fmla="*/ 147986 h 459"/>
                <a:gd name="T8" fmla="*/ 25562 w 765"/>
                <a:gd name="T9" fmla="*/ 195530 h 459"/>
                <a:gd name="T10" fmla="*/ 49138 w 765"/>
                <a:gd name="T11" fmla="*/ 187417 h 459"/>
                <a:gd name="T12" fmla="*/ 82940 w 765"/>
                <a:gd name="T13" fmla="*/ 195530 h 459"/>
                <a:gd name="T14" fmla="*/ 99250 w 765"/>
                <a:gd name="T15" fmla="*/ 190991 h 459"/>
                <a:gd name="T16" fmla="*/ 106833 w 765"/>
                <a:gd name="T17" fmla="*/ 163869 h 459"/>
                <a:gd name="T18" fmla="*/ 106646 w 765"/>
                <a:gd name="T19" fmla="*/ 69556 h 459"/>
                <a:gd name="T20" fmla="*/ 94120 w 765"/>
                <a:gd name="T21" fmla="*/ 15173 h 459"/>
                <a:gd name="T22" fmla="*/ 60286 w 765"/>
                <a:gd name="T23" fmla="*/ 4345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" name="Line 919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0" name="Line 920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1" name="Line 921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2" name="Line 922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3" name="Line 923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4" name="Line 924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5" name="Line 925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6" name="Line 926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7" name="Line 927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8" name="Line 928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59" name="Line 929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60" name="Line 930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61" name="Line 931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62" name="Line 932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63" name="Line 933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64" name="Line 934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65" name="Line 935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grpSp>
          <p:nvGrpSpPr>
            <p:cNvPr id="18501" name="Group 936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8824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25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26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27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28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29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0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1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2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3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4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5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6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7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8838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504" name="Oval 952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pic>
            <p:nvPicPr>
              <p:cNvPr id="18840" name="Picture 953" descr="cell_tower_radiation_gra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502" name="Group 954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480" name="Line 955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18816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817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818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819" name="Group 959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8822" name="Freeform 96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823" name="Freeform 96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85" name="Line 962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86" name="Line 963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03" name="Group 964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880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80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80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810" name="Group 96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813" name="Freeform 96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814" name="Freeform 97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76" name="Line 97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77" name="Line 97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04" name="Group 973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879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80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80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802" name="Group 97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805" name="Freeform 97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806" name="Freeform 97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68" name="Line 98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69" name="Line 98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05" name="Group 982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879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9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9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94" name="Group 98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97" name="Freeform 98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98" name="Freeform 98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60" name="Line 98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61" name="Line 99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06" name="Group 991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878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8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8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86" name="Group 99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89" name="Freeform 99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90" name="Freeform 99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52" name="Line 99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53" name="Line 99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07" name="Group 1000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877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7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7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78" name="Group 100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81" name="Freeform 100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82" name="Freeform 100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44" name="Line 100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45" name="Line 100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sp>
          <p:nvSpPr>
            <p:cNvPr id="4173" name="Line 1009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grpSp>
          <p:nvGrpSpPr>
            <p:cNvPr id="18509" name="Group 1010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876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6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6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70" name="Group 101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73" name="Freeform 101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74" name="Freeform 101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6" name="Line 101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37" name="Line 101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10" name="Group 1019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875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6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6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62" name="Group 102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65" name="Freeform 102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66" name="Freeform 102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28" name="Line 102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29" name="Line 102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11" name="Group 1028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875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5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5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54" name="Group 103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57" name="Freeform 103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58" name="Freeform 103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20" name="Line 103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21" name="Line 103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12" name="Group 1037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874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4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4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46" name="Group 104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49" name="Freeform 104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50" name="Freeform 104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2" name="Line 104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13" name="Line 104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13" name="Group 1046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873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3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3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38" name="Group 105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41" name="Freeform 105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42" name="Freeform 105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04" name="Line 105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405" name="Line 105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14" name="Group 1055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872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2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872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-128"/>
                  </a:defRPr>
                </a:lvl9pPr>
              </a:lstStyle>
              <a:p>
                <a:pPr algn="l"/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8730" name="Group 105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8733" name="Freeform 106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34" name="Freeform 106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396" name="Line 106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97" name="Line 106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5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15" name="Group 1064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8713" name="Group 1065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8715" name="Freeform 1066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16" name="Freeform 1067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17" name="Freeform 1068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18" name="Freeform 1069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19" name="Freeform 1070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20" name="Freeform 1071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21" name="Freeform 1072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22" name="Freeform 1073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23" name="Freeform 1074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24" name="Freeform 1075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25" name="Freeform 1076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26" name="Freeform 1077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8714" name="Picture 1078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516" name="Group 1079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8699" name="Group 1080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8701" name="Freeform 1081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2" name="Freeform 1082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3" name="Freeform 1083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4" name="Freeform 1084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5" name="Freeform 1085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6" name="Freeform 1086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7" name="Freeform 1087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8" name="Freeform 1088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09" name="Freeform 1089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10" name="Freeform 1090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11" name="Freeform 1091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12" name="Freeform 1092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8700" name="Picture 1093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182" name="Line 1094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grpSp>
          <p:nvGrpSpPr>
            <p:cNvPr id="18518" name="Group 1095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8697" name="Picture 109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698" name="Freeform 109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519" name="Group 1098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8695" name="Picture 109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696" name="Freeform 110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520" name="Group 1101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8693" name="Picture 110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694" name="Freeform 110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521" name="Group 1104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8691" name="Picture 110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692" name="Freeform 1106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18522" name="Picture 1107" descr="car_icon_small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523" name="Group 1108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8689" name="Picture 1109" descr="iphone_stylized_small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90" name="Picture 1110" descr="antenna_radiation_stylized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524" name="Group 1111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8657" name="Freeform 111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" name="Rectangle 111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18659" name="Freeform 111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111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" name="Rectangle 111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grpSp>
            <p:nvGrpSpPr>
              <p:cNvPr id="18662" name="Group 111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52" name="AutoShape 111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53" name="AutoShape 111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4328" name="Rectangle 112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grpSp>
            <p:nvGrpSpPr>
              <p:cNvPr id="18664" name="Group 112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50" name="AutoShape 112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51" name="AutoShape 112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4330" name="Rectangle 112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31" name="Rectangle 112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grpSp>
            <p:nvGrpSpPr>
              <p:cNvPr id="18667" name="Group 112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48" name="AutoShape 112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49" name="AutoShape 112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18668" name="Freeform 112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669" name="Group 113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46" name="AutoShape 113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47" name="AutoShape 113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4335" name="Rectangle 113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18671" name="Freeform 113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113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" name="Oval 113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18674" name="Freeform 113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" name="AutoShape 113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41" name="AutoShape 113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42" name="Oval 114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43" name="Oval 114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44" name="Oval 114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45" name="Rectangle 114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25" name="Group 1144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8625" name="Freeform 1145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" name="Rectangle 1146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18627" name="Freeform 1147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1148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" name="Rectangle 1149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grpSp>
            <p:nvGrpSpPr>
              <p:cNvPr id="18630" name="Group 1150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20" name="AutoShape 115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21" name="AutoShape 1152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4296" name="Rectangle 1153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grpSp>
            <p:nvGrpSpPr>
              <p:cNvPr id="18632" name="Group 1154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18" name="AutoShape 1155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19" name="AutoShape 1156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4298" name="Rectangle 1157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299" name="Rectangle 1158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grpSp>
            <p:nvGrpSpPr>
              <p:cNvPr id="18635" name="Group 1159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16" name="AutoShape 1160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17" name="AutoShape 1161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18636" name="Freeform 1162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637" name="Group 1163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14" name="AutoShape 1164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  <p:sp>
              <p:nvSpPr>
                <p:cNvPr id="4315" name="AutoShape 1165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ea typeface="ＭＳ Ｐゴシック" charset="0"/>
                  </a:endParaRPr>
                </a:p>
              </p:txBody>
            </p:sp>
          </p:grpSp>
          <p:sp>
            <p:nvSpPr>
              <p:cNvPr id="4303" name="Rectangle 1166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18639" name="Freeform 1167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1168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" name="Oval 1169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18642" name="Freeform 1170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" name="AutoShape 117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09" name="AutoShape 1172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10" name="Oval 1173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11" name="Oval 1174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12" name="Oval 1175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313" name="Rectangle 1176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grpSp>
          <p:nvGrpSpPr>
            <p:cNvPr id="18526" name="Group 1177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8602" name="Picture 1178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03" name="Picture 1179" descr="laptop_keyboar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604" name="Freeform 118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605" name="Picture 1181" descr="screen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606" name="Freeform 118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118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118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118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118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118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612" name="Group 118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619" name="Freeform 118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20" name="Freeform 119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21" name="Freeform 119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22" name="Freeform 119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23" name="Freeform 119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24" name="Freeform 119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613" name="Freeform 119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119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119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119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119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120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27" name="Group 1201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8579" name="Picture 1202" descr="antenna_stylize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80" name="Picture 1203" descr="laptop_keyboar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81" name="Freeform 1204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582" name="Picture 1205" descr="screen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83" name="Freeform 1206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4" name="Freeform 1207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5" name="Freeform 1208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6" name="Freeform 1209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7" name="Freeform 1210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8" name="Freeform 1211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589" name="Group 1212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596" name="Freeform 1213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97" name="Freeform 1214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98" name="Freeform 1215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99" name="Freeform 1216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00" name="Freeform 1217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01" name="Freeform 1218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590" name="Freeform 1219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1" name="Freeform 1220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2" name="Freeform 1221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3" name="Freeform 1222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1223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1224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28" name="Group 1225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8556" name="Picture 1226" descr="antenna_stylize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57" name="Picture 1227" descr="laptop_keyboar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58" name="Freeform 122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559" name="Picture 1229" descr="screen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60" name="Freeform 123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1" name="Freeform 123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2" name="Freeform 123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3" name="Freeform 123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4" name="Freeform 123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5" name="Freeform 123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566" name="Group 123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573" name="Freeform 123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74" name="Freeform 123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75" name="Freeform 123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76" name="Freeform 124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77" name="Freeform 124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78" name="Freeform 124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567" name="Freeform 124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8" name="Freeform 124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9" name="Freeform 124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0" name="Freeform 124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1" name="Freeform 124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2" name="Freeform 124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529" name="Group 1249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8554" name="Picture 125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55" name="Freeform 125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8530" name="Group 1252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8531" name="Picture 1253" descr="antenna_stylize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32" name="Picture 1254" descr="laptop_keyboar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33" name="Freeform 1255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8534" name="Picture 1256" descr="screen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35" name="Freeform 1257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6" name="Freeform 1258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7" name="Freeform 1259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8" name="Freeform 1260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9" name="Freeform 1261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0" name="Freeform 1262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8541" name="Group 1263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8548" name="Freeform 126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49" name="Freeform 126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50" name="Freeform 126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51" name="Freeform 126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52" name="Freeform 126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53" name="Freeform 126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542" name="Freeform 1270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3" name="Freeform 1271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4" name="Freeform 1272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5" name="Freeform 1273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6" name="Freeform 1274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7" name="Freeform 1275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18436" name="Picture 864" descr="underline_base"/>
          <p:cNvPicPr>
            <a:picLocks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8814" y="103505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2" name="Rectangle 2"/>
          <p:cNvSpPr>
            <a:spLocks noGrp="1" noChangeArrowheads="1"/>
          </p:cNvSpPr>
          <p:nvPr>
            <p:ph type="title"/>
          </p:nvPr>
        </p:nvSpPr>
        <p:spPr>
          <a:xfrm>
            <a:off x="1828800" y="228600"/>
            <a:ext cx="8382000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传输层</a:t>
            </a:r>
          </a:p>
        </p:txBody>
      </p:sp>
      <p:sp>
        <p:nvSpPr>
          <p:cNvPr id="41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962151" y="1511301"/>
            <a:ext cx="4086225" cy="5114925"/>
          </a:xfrm>
        </p:spPr>
        <p:txBody>
          <a:bodyPr>
            <a:normAutofit lnSpcReduction="10000"/>
          </a:bodyPr>
          <a:lstStyle/>
          <a:p>
            <a:pPr>
              <a:defRPr/>
            </a:pPr>
            <a:r>
              <a:rPr lang="en-US" sz="2400"/>
              <a:t>为运行在不同主机上的应用进程提供逻辑通信</a:t>
            </a:r>
            <a:r>
              <a:rPr lang="en-US" sz="2400" i="1">
                <a:solidFill>
                  <a:srgbClr val="FF0000"/>
                </a:solidFill>
              </a:rPr>
              <a:t/>
            </a:r>
            <a:r>
              <a:rPr lang="en-US" sz="2400" i="1">
                <a:solidFill>
                  <a:srgbClr val="CC0000"/>
                </a:solidFill>
              </a:rPr>
              <a:t/>
            </a:r>
            <a:r>
              <a:rPr lang="en-US" sz="2400"/>
              <a:t/>
            </a:r>
          </a:p>
          <a:p>
            <a:pPr>
              <a:defRPr/>
            </a:pPr>
            <a:r>
              <a:rPr lang="en-US" sz="2400"/>
              <a:t>传输层协议运行在端系统中 </a:t>
            </a:r>
          </a:p>
          <a:p>
            <a:pPr lvl="1">
              <a:buFont typeface="Arial"/>
              <a:buChar char="•"/>
              <a:defRPr/>
            </a:pPr>
            <a:r>
              <a:rPr lang="en-US"/>
              <a:t>发送端：把应用报文拆成报文段，并交给网络层</a:t>
            </a:r>
            <a:r>
              <a:rPr lang="en-US" i="1">
                <a:solidFill>
                  <a:srgbClr val="CC0000"/>
                </a:solidFill>
              </a:rPr>
              <a:t/>
            </a:r>
            <a:r>
              <a:rPr lang="en-US"/>
              <a:t/>
            </a:r>
          </a:p>
          <a:p>
            <a:pPr lvl="1">
              <a:buFont typeface="Arial"/>
              <a:buChar char="•"/>
              <a:defRPr/>
            </a:pPr>
            <a:r>
              <a:rPr lang="en-US"/>
              <a:t>接收端：把报文段重组为报文，并交给应用层</a:t>
            </a:r>
          </a:p>
          <a:p>
            <a:pPr>
              <a:defRPr/>
            </a:pPr>
            <a:r>
              <a:rPr lang="en-US" sz="2400"/>
              <a:t>应用可使用不止一种传输协议</a:t>
            </a:r>
          </a:p>
          <a:p>
            <a:pPr lvl="1">
              <a:buFont typeface="Arial"/>
              <a:buChar char="•"/>
              <a:defRPr/>
            </a:pPr>
            <a:r>
              <a:rPr lang="en-US"/>
              <a:t>互联网：TCP 和 UDP</a:t>
            </a:r>
          </a:p>
        </p:txBody>
      </p:sp>
      <p:grpSp>
        <p:nvGrpSpPr>
          <p:cNvPr id="35485" name="Group 669"/>
          <p:cNvGrpSpPr>
            <a:grpSpLocks/>
          </p:cNvGrpSpPr>
          <p:nvPr/>
        </p:nvGrpSpPr>
        <p:grpSpPr bwMode="auto">
          <a:xfrm>
            <a:off x="9380539" y="4454526"/>
            <a:ext cx="1057275" cy="957263"/>
            <a:chOff x="-153" y="1680"/>
            <a:chExt cx="666" cy="603"/>
          </a:xfrm>
        </p:grpSpPr>
        <p:grpSp>
          <p:nvGrpSpPr>
            <p:cNvPr id="18455" name="Group 670"/>
            <p:cNvGrpSpPr>
              <a:grpSpLocks/>
            </p:cNvGrpSpPr>
            <p:nvPr/>
          </p:nvGrpSpPr>
          <p:grpSpPr bwMode="auto">
            <a:xfrm>
              <a:off x="0" y="1680"/>
              <a:ext cx="513" cy="538"/>
              <a:chOff x="4180" y="744"/>
              <a:chExt cx="513" cy="538"/>
            </a:xfrm>
          </p:grpSpPr>
          <p:sp>
            <p:nvSpPr>
              <p:cNvPr id="4122" name="Rectangle 671"/>
              <p:cNvSpPr>
                <a:spLocks noChangeArrowheads="1"/>
              </p:cNvSpPr>
              <p:nvPr/>
            </p:nvSpPr>
            <p:spPr bwMode="auto">
              <a:xfrm>
                <a:off x="4242" y="747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23" name="Rectangle 672"/>
              <p:cNvSpPr>
                <a:spLocks noChangeArrowheads="1"/>
              </p:cNvSpPr>
              <p:nvPr/>
            </p:nvSpPr>
            <p:spPr bwMode="auto">
              <a:xfrm>
                <a:off x="4221" y="762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24" name="Rectangle 673"/>
              <p:cNvSpPr>
                <a:spLocks noChangeArrowheads="1"/>
              </p:cNvSpPr>
              <p:nvPr/>
            </p:nvSpPr>
            <p:spPr bwMode="auto">
              <a:xfrm>
                <a:off x="4224" y="873"/>
                <a:ext cx="42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25" name="Text Box 674"/>
              <p:cNvSpPr txBox="1">
                <a:spLocks noChangeArrowheads="1"/>
              </p:cNvSpPr>
              <p:nvPr/>
            </p:nvSpPr>
            <p:spPr bwMode="auto">
              <a:xfrm>
                <a:off x="4180" y="744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/>
                  <a:t>应用层</a:t>
                </a:r>
              </a:p>
              <a:p>
                <a:pPr>
                  <a:defRPr/>
                </a:pPr>
                <a:r>
                  <a:rPr lang="en-US" sz="1000">
                    <a:solidFill>
                      <a:schemeClr val="bg1"/>
                    </a:solidFill>
                  </a:rPr>
                  <a:t>传输层</a:t>
                </a:r>
                <a:endParaRPr lang="en-US" sz="1000"/>
              </a:p>
              <a:p>
                <a:pPr>
                  <a:defRPr/>
                </a:pPr>
                <a:r>
                  <a:rPr lang="en-US" sz="1000"/>
                  <a:t>网络层</a:t>
                </a:r>
              </a:p>
              <a:p>
                <a:pPr>
                  <a:defRPr/>
                </a:pPr>
                <a:r>
                  <a:rPr lang="en-US" sz="1000"/>
                  <a:t>数据链路层</a:t>
                </a:r>
              </a:p>
              <a:p>
                <a:pPr>
                  <a:defRPr/>
                </a:pPr>
                <a:r>
                  <a:rPr lang="en-US" sz="1000"/>
                  <a:t>物理层</a:t>
                </a:r>
                <a:endParaRPr lang="en-US" sz="2400"/>
              </a:p>
            </p:txBody>
          </p:sp>
          <p:sp>
            <p:nvSpPr>
              <p:cNvPr id="4126" name="Line 675"/>
              <p:cNvSpPr>
                <a:spLocks noChangeShapeType="1"/>
              </p:cNvSpPr>
              <p:nvPr/>
            </p:nvSpPr>
            <p:spPr bwMode="auto">
              <a:xfrm>
                <a:off x="4221" y="97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27" name="Line 676"/>
              <p:cNvSpPr>
                <a:spLocks noChangeShapeType="1"/>
              </p:cNvSpPr>
              <p:nvPr/>
            </p:nvSpPr>
            <p:spPr bwMode="auto">
              <a:xfrm>
                <a:off x="4227" y="106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28" name="Line 677"/>
              <p:cNvSpPr>
                <a:spLocks noChangeShapeType="1"/>
              </p:cNvSpPr>
              <p:nvPr/>
            </p:nvSpPr>
            <p:spPr bwMode="auto">
              <a:xfrm>
                <a:off x="4227" y="115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sp>
          <p:nvSpPr>
            <p:cNvPr id="18456" name="Freeform 678"/>
            <p:cNvSpPr>
              <a:spLocks/>
            </p:cNvSpPr>
            <p:nvPr/>
          </p:nvSpPr>
          <p:spPr bwMode="auto">
            <a:xfrm>
              <a:off x="-153" y="1689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0" scaled="1"/>
            </a:gradFill>
            <a:ln w="9525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114" name="Group 298"/>
          <p:cNvGrpSpPr>
            <a:grpSpLocks/>
          </p:cNvGrpSpPr>
          <p:nvPr/>
        </p:nvGrpSpPr>
        <p:grpSpPr bwMode="auto">
          <a:xfrm rot="2937887">
            <a:off x="6913564" y="3022601"/>
            <a:ext cx="3781425" cy="434975"/>
            <a:chOff x="2937" y="3579"/>
            <a:chExt cx="2382" cy="274"/>
          </a:xfrm>
        </p:grpSpPr>
        <p:sp>
          <p:nvSpPr>
            <p:cNvPr id="4116" name="Rectangle 295"/>
            <p:cNvSpPr>
              <a:spLocks noChangeArrowheads="1"/>
            </p:cNvSpPr>
            <p:nvPr/>
          </p:nvSpPr>
          <p:spPr bwMode="auto">
            <a:xfrm>
              <a:off x="3165" y="3631"/>
              <a:ext cx="1920" cy="1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ＭＳ Ｐゴシック" charset="0"/>
              </a:endParaRPr>
            </a:p>
          </p:txBody>
        </p:sp>
        <p:sp>
          <p:nvSpPr>
            <p:cNvPr id="4117" name="Text Box 293"/>
            <p:cNvSpPr txBox="1">
              <a:spLocks noChangeArrowheads="1"/>
            </p:cNvSpPr>
            <p:nvPr/>
          </p:nvSpPr>
          <p:spPr bwMode="auto">
            <a:xfrm>
              <a:off x="3384" y="3612"/>
              <a:ext cx="152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>
                  <a:solidFill>
                    <a:schemeClr val="bg1"/>
                  </a:solidFill>
                </a:rPr>
                <a:t>逻辑端到端传输</a:t>
              </a:r>
              <a:endParaRPr lang="en-US"/>
            </a:p>
          </p:txBody>
        </p:sp>
        <p:sp>
          <p:nvSpPr>
            <p:cNvPr id="18453" name="Freeform 296"/>
            <p:cNvSpPr>
              <a:spLocks/>
            </p:cNvSpPr>
            <p:nvPr/>
          </p:nvSpPr>
          <p:spPr bwMode="auto">
            <a:xfrm>
              <a:off x="2937" y="3579"/>
              <a:ext cx="282" cy="264"/>
            </a:xfrm>
            <a:custGeom>
              <a:avLst/>
              <a:gdLst>
                <a:gd name="T0" fmla="*/ 282 w 282"/>
                <a:gd name="T1" fmla="*/ 0 h 264"/>
                <a:gd name="T2" fmla="*/ 282 w 282"/>
                <a:gd name="T3" fmla="*/ 264 h 264"/>
                <a:gd name="T4" fmla="*/ 0 w 282"/>
                <a:gd name="T5" fmla="*/ 129 h 264"/>
                <a:gd name="T6" fmla="*/ 282 w 282"/>
                <a:gd name="T7" fmla="*/ 0 h 2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64">
                  <a:moveTo>
                    <a:pt x="282" y="0"/>
                  </a:moveTo>
                  <a:cubicBezTo>
                    <a:pt x="282" y="132"/>
                    <a:pt x="282" y="264"/>
                    <a:pt x="282" y="264"/>
                  </a:cubicBezTo>
                  <a:cubicBezTo>
                    <a:pt x="159" y="150"/>
                    <a:pt x="0" y="153"/>
                    <a:pt x="0" y="129"/>
                  </a:cubicBezTo>
                  <a:cubicBezTo>
                    <a:pt x="0" y="108"/>
                    <a:pt x="153" y="108"/>
                    <a:pt x="282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54" name="Freeform 297"/>
            <p:cNvSpPr>
              <a:spLocks/>
            </p:cNvSpPr>
            <p:nvPr/>
          </p:nvSpPr>
          <p:spPr bwMode="auto">
            <a:xfrm flipH="1">
              <a:off x="5037" y="3589"/>
              <a:ext cx="282" cy="264"/>
            </a:xfrm>
            <a:custGeom>
              <a:avLst/>
              <a:gdLst>
                <a:gd name="T0" fmla="*/ 282 w 282"/>
                <a:gd name="T1" fmla="*/ 0 h 264"/>
                <a:gd name="T2" fmla="*/ 282 w 282"/>
                <a:gd name="T3" fmla="*/ 264 h 264"/>
                <a:gd name="T4" fmla="*/ 0 w 282"/>
                <a:gd name="T5" fmla="*/ 129 h 264"/>
                <a:gd name="T6" fmla="*/ 282 w 282"/>
                <a:gd name="T7" fmla="*/ 0 h 2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64">
                  <a:moveTo>
                    <a:pt x="282" y="0"/>
                  </a:moveTo>
                  <a:cubicBezTo>
                    <a:pt x="282" y="132"/>
                    <a:pt x="282" y="264"/>
                    <a:pt x="282" y="264"/>
                  </a:cubicBezTo>
                  <a:cubicBezTo>
                    <a:pt x="159" y="150"/>
                    <a:pt x="0" y="153"/>
                    <a:pt x="0" y="129"/>
                  </a:cubicBezTo>
                  <a:cubicBezTo>
                    <a:pt x="0" y="108"/>
                    <a:pt x="153" y="108"/>
                    <a:pt x="282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681" name="Group 865"/>
          <p:cNvGrpSpPr>
            <a:grpSpLocks/>
          </p:cNvGrpSpPr>
          <p:nvPr/>
        </p:nvGrpSpPr>
        <p:grpSpPr bwMode="auto">
          <a:xfrm>
            <a:off x="6986589" y="1296988"/>
            <a:ext cx="1057275" cy="957262"/>
            <a:chOff x="-153" y="1680"/>
            <a:chExt cx="666" cy="603"/>
          </a:xfrm>
        </p:grpSpPr>
        <p:grpSp>
          <p:nvGrpSpPr>
            <p:cNvPr id="18442" name="Group 866"/>
            <p:cNvGrpSpPr>
              <a:grpSpLocks/>
            </p:cNvGrpSpPr>
            <p:nvPr/>
          </p:nvGrpSpPr>
          <p:grpSpPr bwMode="auto">
            <a:xfrm>
              <a:off x="0" y="1680"/>
              <a:ext cx="513" cy="538"/>
              <a:chOff x="4180" y="744"/>
              <a:chExt cx="513" cy="538"/>
            </a:xfrm>
          </p:grpSpPr>
          <p:sp>
            <p:nvSpPr>
              <p:cNvPr id="4109" name="Rectangle 867"/>
              <p:cNvSpPr>
                <a:spLocks noChangeArrowheads="1"/>
              </p:cNvSpPr>
              <p:nvPr/>
            </p:nvSpPr>
            <p:spPr bwMode="auto">
              <a:xfrm>
                <a:off x="4242" y="747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10" name="Rectangle 868"/>
              <p:cNvSpPr>
                <a:spLocks noChangeArrowheads="1"/>
              </p:cNvSpPr>
              <p:nvPr/>
            </p:nvSpPr>
            <p:spPr bwMode="auto">
              <a:xfrm>
                <a:off x="4221" y="762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11" name="Rectangle 869"/>
              <p:cNvSpPr>
                <a:spLocks noChangeArrowheads="1"/>
              </p:cNvSpPr>
              <p:nvPr/>
            </p:nvSpPr>
            <p:spPr bwMode="auto">
              <a:xfrm>
                <a:off x="4224" y="873"/>
                <a:ext cx="42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12" name="Text Box 870"/>
              <p:cNvSpPr txBox="1">
                <a:spLocks noChangeArrowheads="1"/>
              </p:cNvSpPr>
              <p:nvPr/>
            </p:nvSpPr>
            <p:spPr bwMode="auto">
              <a:xfrm>
                <a:off x="4180" y="744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/>
                  <a:t>应用层</a:t>
                </a:r>
              </a:p>
              <a:p>
                <a:pPr>
                  <a:defRPr/>
                </a:pPr>
                <a:r>
                  <a:rPr lang="en-US" sz="1000">
                    <a:solidFill>
                      <a:schemeClr val="bg1"/>
                    </a:solidFill>
                  </a:rPr>
                  <a:t>传输层</a:t>
                </a:r>
                <a:endParaRPr lang="en-US" sz="1000"/>
              </a:p>
              <a:p>
                <a:pPr>
                  <a:defRPr/>
                </a:pPr>
                <a:r>
                  <a:rPr lang="en-US" sz="1000"/>
                  <a:t>网络层</a:t>
                </a:r>
              </a:p>
              <a:p>
                <a:pPr>
                  <a:defRPr/>
                </a:pPr>
                <a:r>
                  <a:rPr lang="en-US" sz="1000"/>
                  <a:t>数据链路层</a:t>
                </a:r>
              </a:p>
              <a:p>
                <a:pPr>
                  <a:defRPr/>
                </a:pPr>
                <a:r>
                  <a:rPr lang="en-US" sz="1000"/>
                  <a:t>物理层</a:t>
                </a:r>
                <a:endParaRPr lang="en-US" sz="2400"/>
              </a:p>
            </p:txBody>
          </p:sp>
          <p:sp>
            <p:nvSpPr>
              <p:cNvPr id="4113" name="Line 871"/>
              <p:cNvSpPr>
                <a:spLocks noChangeShapeType="1"/>
              </p:cNvSpPr>
              <p:nvPr/>
            </p:nvSpPr>
            <p:spPr bwMode="auto">
              <a:xfrm>
                <a:off x="4221" y="97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14" name="Line 872"/>
              <p:cNvSpPr>
                <a:spLocks noChangeShapeType="1"/>
              </p:cNvSpPr>
              <p:nvPr/>
            </p:nvSpPr>
            <p:spPr bwMode="auto">
              <a:xfrm>
                <a:off x="4227" y="106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  <p:sp>
            <p:nvSpPr>
              <p:cNvPr id="4115" name="Line 873"/>
              <p:cNvSpPr>
                <a:spLocks noChangeShapeType="1"/>
              </p:cNvSpPr>
              <p:nvPr/>
            </p:nvSpPr>
            <p:spPr bwMode="auto">
              <a:xfrm>
                <a:off x="4227" y="115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ea typeface="ＭＳ Ｐゴシック" charset="0"/>
                </a:endParaRPr>
              </a:p>
            </p:txBody>
          </p:sp>
        </p:grpSp>
        <p:sp>
          <p:nvSpPr>
            <p:cNvPr id="18443" name="Freeform 874"/>
            <p:cNvSpPr>
              <a:spLocks/>
            </p:cNvSpPr>
            <p:nvPr/>
          </p:nvSpPr>
          <p:spPr bwMode="auto">
            <a:xfrm>
              <a:off x="-153" y="1689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0" scaled="1"/>
            </a:gradFill>
            <a:ln w="9525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23397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5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5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5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Freeform 1285">
            <a:extLst>
              <a:ext uri="{FF2B5EF4-FFF2-40B4-BE49-F238E27FC236}">
                <a16:creationId xmlns:a16="http://schemas.microsoft.com/office/drawing/2014/main" id="{0D3D1A91-6C71-6B40-AE31-1408EB04214A}"/>
              </a:ext>
            </a:extLst>
          </p:cNvPr>
          <p:cNvSpPr>
            <a:spLocks/>
          </p:cNvSpPr>
          <p:nvPr/>
        </p:nvSpPr>
        <p:spPr bwMode="auto">
          <a:xfrm>
            <a:off x="8272463" y="3516314"/>
            <a:ext cx="1314450" cy="674687"/>
          </a:xfrm>
          <a:custGeom>
            <a:avLst/>
            <a:gdLst>
              <a:gd name="T0" fmla="*/ 2147483647 w 828"/>
              <a:gd name="T1" fmla="*/ 2147483647 h 425"/>
              <a:gd name="T2" fmla="*/ 2147483647 w 828"/>
              <a:gd name="T3" fmla="*/ 2147483647 h 425"/>
              <a:gd name="T4" fmla="*/ 2147483647 w 828"/>
              <a:gd name="T5" fmla="*/ 2147483647 h 425"/>
              <a:gd name="T6" fmla="*/ 2147483647 w 828"/>
              <a:gd name="T7" fmla="*/ 2147483647 h 425"/>
              <a:gd name="T8" fmla="*/ 2147483647 w 828"/>
              <a:gd name="T9" fmla="*/ 2147483647 h 425"/>
              <a:gd name="T10" fmla="*/ 2147483647 w 828"/>
              <a:gd name="T11" fmla="*/ 2147483647 h 425"/>
              <a:gd name="T12" fmla="*/ 2147483647 w 828"/>
              <a:gd name="T13" fmla="*/ 2147483647 h 425"/>
              <a:gd name="T14" fmla="*/ 2147483647 w 828"/>
              <a:gd name="T15" fmla="*/ 2147483647 h 425"/>
              <a:gd name="T16" fmla="*/ 2147483647 w 828"/>
              <a:gd name="T17" fmla="*/ 2147483647 h 425"/>
              <a:gd name="T18" fmla="*/ 2147483647 w 828"/>
              <a:gd name="T19" fmla="*/ 2147483647 h 425"/>
              <a:gd name="T20" fmla="*/ 2147483647 w 828"/>
              <a:gd name="T21" fmla="*/ 2147483647 h 425"/>
              <a:gd name="T22" fmla="*/ 2147483647 w 828"/>
              <a:gd name="T23" fmla="*/ 2147483647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4" name="Freeform 1286">
            <a:extLst>
              <a:ext uri="{FF2B5EF4-FFF2-40B4-BE49-F238E27FC236}">
                <a16:creationId xmlns:a16="http://schemas.microsoft.com/office/drawing/2014/main" id="{393A3C3C-48ED-AF47-8C7D-E3BEE95DC9E3}"/>
              </a:ext>
            </a:extLst>
          </p:cNvPr>
          <p:cNvSpPr>
            <a:spLocks/>
          </p:cNvSpPr>
          <p:nvPr/>
        </p:nvSpPr>
        <p:spPr bwMode="auto">
          <a:xfrm>
            <a:off x="8291514" y="1990725"/>
            <a:ext cx="1730375" cy="1125538"/>
          </a:xfrm>
          <a:custGeom>
            <a:avLst/>
            <a:gdLst>
              <a:gd name="T0" fmla="*/ 2147483647 w 765"/>
              <a:gd name="T1" fmla="*/ 2147483647 h 459"/>
              <a:gd name="T2" fmla="*/ 2147483647 w 765"/>
              <a:gd name="T3" fmla="*/ 2147483647 h 459"/>
              <a:gd name="T4" fmla="*/ 2147483647 w 765"/>
              <a:gd name="T5" fmla="*/ 2147483647 h 459"/>
              <a:gd name="T6" fmla="*/ 2147483647 w 765"/>
              <a:gd name="T7" fmla="*/ 2147483647 h 459"/>
              <a:gd name="T8" fmla="*/ 2147483647 w 765"/>
              <a:gd name="T9" fmla="*/ 2147483647 h 459"/>
              <a:gd name="T10" fmla="*/ 2147483647 w 765"/>
              <a:gd name="T11" fmla="*/ 2147483647 h 459"/>
              <a:gd name="T12" fmla="*/ 2147483647 w 765"/>
              <a:gd name="T13" fmla="*/ 2147483647 h 459"/>
              <a:gd name="T14" fmla="*/ 2147483647 w 765"/>
              <a:gd name="T15" fmla="*/ 2147483647 h 459"/>
              <a:gd name="T16" fmla="*/ 2147483647 w 765"/>
              <a:gd name="T17" fmla="*/ 2147483647 h 459"/>
              <a:gd name="T18" fmla="*/ 2147483647 w 765"/>
              <a:gd name="T19" fmla="*/ 2147483647 h 459"/>
              <a:gd name="T20" fmla="*/ 2147483647 w 765"/>
              <a:gd name="T21" fmla="*/ 2147483647 h 459"/>
              <a:gd name="T22" fmla="*/ 2147483647 w 765"/>
              <a:gd name="T23" fmla="*/ 2147483647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5" name="Freeform 1287">
            <a:extLst>
              <a:ext uri="{FF2B5EF4-FFF2-40B4-BE49-F238E27FC236}">
                <a16:creationId xmlns:a16="http://schemas.microsoft.com/office/drawing/2014/main" id="{31690200-0548-2E47-86E6-BA5C5E941A3B}"/>
              </a:ext>
            </a:extLst>
          </p:cNvPr>
          <p:cNvSpPr>
            <a:spLocks/>
          </p:cNvSpPr>
          <p:nvPr/>
        </p:nvSpPr>
        <p:spPr bwMode="auto">
          <a:xfrm>
            <a:off x="6470651" y="1698626"/>
            <a:ext cx="1736725" cy="1071563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36" name="Group 1288">
            <a:extLst>
              <a:ext uri="{FF2B5EF4-FFF2-40B4-BE49-F238E27FC236}">
                <a16:creationId xmlns:a16="http://schemas.microsoft.com/office/drawing/2014/main" id="{E4E296AB-7F57-8442-87F1-375CD70BC371}"/>
              </a:ext>
            </a:extLst>
          </p:cNvPr>
          <p:cNvGrpSpPr>
            <a:grpSpLocks/>
          </p:cNvGrpSpPr>
          <p:nvPr/>
        </p:nvGrpSpPr>
        <p:grpSpPr bwMode="auto">
          <a:xfrm>
            <a:off x="6546851" y="2963863"/>
            <a:ext cx="1458913" cy="933450"/>
            <a:chOff x="2889" y="1631"/>
            <a:chExt cx="980" cy="743"/>
          </a:xfrm>
        </p:grpSpPr>
        <p:sp>
          <p:nvSpPr>
            <p:cNvPr id="44654" name="Rectangle 1289">
              <a:extLst>
                <a:ext uri="{FF2B5EF4-FFF2-40B4-BE49-F238E27FC236}">
                  <a16:creationId xmlns:a16="http://schemas.microsoft.com/office/drawing/2014/main" id="{9F3EC9C6-7C19-734B-9584-3E777D25C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655" name="AutoShape 1290">
              <a:extLst>
                <a:ext uri="{FF2B5EF4-FFF2-40B4-BE49-F238E27FC236}">
                  <a16:creationId xmlns:a16="http://schemas.microsoft.com/office/drawing/2014/main" id="{6B4FD5DE-625C-9246-BADF-44F83CD39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44037" name="Line 1291">
            <a:extLst>
              <a:ext uri="{FF2B5EF4-FFF2-40B4-BE49-F238E27FC236}">
                <a16:creationId xmlns:a16="http://schemas.microsoft.com/office/drawing/2014/main" id="{396EA41C-CFFF-A24B-9584-4DA7A935DE50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4576" y="3802063"/>
            <a:ext cx="163513" cy="120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8" name="Line 1292">
            <a:extLst>
              <a:ext uri="{FF2B5EF4-FFF2-40B4-BE49-F238E27FC236}">
                <a16:creationId xmlns:a16="http://schemas.microsoft.com/office/drawing/2014/main" id="{F53FA9D3-4D78-7949-BEE9-AD3ADDDE87D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1413" y="3722688"/>
            <a:ext cx="279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9" name="Line 1293">
            <a:extLst>
              <a:ext uri="{FF2B5EF4-FFF2-40B4-BE49-F238E27FC236}">
                <a16:creationId xmlns:a16="http://schemas.microsoft.com/office/drawing/2014/main" id="{0B8DB08C-82B0-9A4D-ABF6-3D3F9F5642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997950" y="3808414"/>
            <a:ext cx="134938" cy="104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0" name="Line 1294">
            <a:extLst>
              <a:ext uri="{FF2B5EF4-FFF2-40B4-BE49-F238E27FC236}">
                <a16:creationId xmlns:a16="http://schemas.microsoft.com/office/drawing/2014/main" id="{63917251-7213-3F44-9B7E-9E8D906A97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96200" y="3729038"/>
            <a:ext cx="679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Line 1295">
            <a:extLst>
              <a:ext uri="{FF2B5EF4-FFF2-40B4-BE49-F238E27FC236}">
                <a16:creationId xmlns:a16="http://schemas.microsoft.com/office/drawing/2014/main" id="{79CFDB30-EA78-8B41-ACE8-A2D66D80DC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475" y="2576514"/>
            <a:ext cx="509588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2" name="Line 1296">
            <a:extLst>
              <a:ext uri="{FF2B5EF4-FFF2-40B4-BE49-F238E27FC236}">
                <a16:creationId xmlns:a16="http://schemas.microsoft.com/office/drawing/2014/main" id="{6DFA3AD7-93FB-2D45-B739-7E9B4E09F80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8088" y="2392363"/>
            <a:ext cx="152400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3" name="Freeform 1297">
            <a:extLst>
              <a:ext uri="{FF2B5EF4-FFF2-40B4-BE49-F238E27FC236}">
                <a16:creationId xmlns:a16="http://schemas.microsoft.com/office/drawing/2014/main" id="{55633BB7-C489-6345-9131-70E1CB35DA7C}"/>
              </a:ext>
            </a:extLst>
          </p:cNvPr>
          <p:cNvSpPr>
            <a:spLocks/>
          </p:cNvSpPr>
          <p:nvPr/>
        </p:nvSpPr>
        <p:spPr bwMode="auto">
          <a:xfrm>
            <a:off x="6765925" y="4367214"/>
            <a:ext cx="3079750" cy="1665287"/>
          </a:xfrm>
          <a:custGeom>
            <a:avLst/>
            <a:gdLst>
              <a:gd name="T0" fmla="*/ 2147483647 w 1940"/>
              <a:gd name="T1" fmla="*/ 2147483647 h 1049"/>
              <a:gd name="T2" fmla="*/ 2147483647 w 1940"/>
              <a:gd name="T3" fmla="*/ 2147483647 h 1049"/>
              <a:gd name="T4" fmla="*/ 2147483647 w 1940"/>
              <a:gd name="T5" fmla="*/ 2147483647 h 1049"/>
              <a:gd name="T6" fmla="*/ 2147483647 w 1940"/>
              <a:gd name="T7" fmla="*/ 2147483647 h 1049"/>
              <a:gd name="T8" fmla="*/ 2147483647 w 1940"/>
              <a:gd name="T9" fmla="*/ 2147483647 h 1049"/>
              <a:gd name="T10" fmla="*/ 2147483647 w 1940"/>
              <a:gd name="T11" fmla="*/ 2147483647 h 1049"/>
              <a:gd name="T12" fmla="*/ 2147483647 w 1940"/>
              <a:gd name="T13" fmla="*/ 2147483647 h 1049"/>
              <a:gd name="T14" fmla="*/ 2147483647 w 1940"/>
              <a:gd name="T15" fmla="*/ 2147483647 h 1049"/>
              <a:gd name="T16" fmla="*/ 2147483647 w 1940"/>
              <a:gd name="T17" fmla="*/ 2147483647 h 1049"/>
              <a:gd name="T18" fmla="*/ 2147483647 w 1940"/>
              <a:gd name="T19" fmla="*/ 2147483647 h 1049"/>
              <a:gd name="T20" fmla="*/ 2147483647 w 1940"/>
              <a:gd name="T21" fmla="*/ 2147483647 h 1049"/>
              <a:gd name="T22" fmla="*/ 2147483647 w 1940"/>
              <a:gd name="T23" fmla="*/ 2147483647 h 1049"/>
              <a:gd name="T24" fmla="*/ 2147483647 w 1940"/>
              <a:gd name="T25" fmla="*/ 2147483647 h 1049"/>
              <a:gd name="T26" fmla="*/ 2147483647 w 1940"/>
              <a:gd name="T27" fmla="*/ 2147483647 h 1049"/>
              <a:gd name="T28" fmla="*/ 2147483647 w 1940"/>
              <a:gd name="T29" fmla="*/ 2147483647 h 1049"/>
              <a:gd name="T30" fmla="*/ 2147483647 w 1940"/>
              <a:gd name="T31" fmla="*/ 2147483647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4" name="Line 1298">
            <a:extLst>
              <a:ext uri="{FF2B5EF4-FFF2-40B4-BE49-F238E27FC236}">
                <a16:creationId xmlns:a16="http://schemas.microsoft.com/office/drawing/2014/main" id="{82D55228-0151-724D-BE7F-CF00E8A2D544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065419" y="5239544"/>
            <a:ext cx="474662" cy="6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5" name="Line 1299">
            <a:extLst>
              <a:ext uri="{FF2B5EF4-FFF2-40B4-BE49-F238E27FC236}">
                <a16:creationId xmlns:a16="http://schemas.microsoft.com/office/drawing/2014/main" id="{83BB5EF3-CE18-3640-B453-FFB054EFD0A8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9259889" y="5429251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6" name="Line 1300">
            <a:extLst>
              <a:ext uri="{FF2B5EF4-FFF2-40B4-BE49-F238E27FC236}">
                <a16:creationId xmlns:a16="http://schemas.microsoft.com/office/drawing/2014/main" id="{89F33E16-AB19-3141-B497-665F77E5A651}"/>
              </a:ext>
            </a:extLst>
          </p:cNvPr>
          <p:cNvSpPr>
            <a:spLocks noChangeShapeType="1"/>
          </p:cNvSpPr>
          <p:nvPr/>
        </p:nvSpPr>
        <p:spPr bwMode="auto">
          <a:xfrm rot="16200000" flipH="1">
            <a:off x="9367838" y="5027613"/>
            <a:ext cx="193675" cy="76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7" name="Line 1301">
            <a:extLst>
              <a:ext uri="{FF2B5EF4-FFF2-40B4-BE49-F238E27FC236}">
                <a16:creationId xmlns:a16="http://schemas.microsoft.com/office/drawing/2014/main" id="{2016A96B-5B4B-4047-A46E-E00590832BB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6476" y="4686300"/>
            <a:ext cx="390525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8" name="Line 1302">
            <a:extLst>
              <a:ext uri="{FF2B5EF4-FFF2-40B4-BE49-F238E27FC236}">
                <a16:creationId xmlns:a16="http://schemas.microsoft.com/office/drawing/2014/main" id="{8ADA820B-001C-7D4B-8D49-8806985534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763" y="4673600"/>
            <a:ext cx="322262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9" name="Line 1303">
            <a:extLst>
              <a:ext uri="{FF2B5EF4-FFF2-40B4-BE49-F238E27FC236}">
                <a16:creationId xmlns:a16="http://schemas.microsoft.com/office/drawing/2014/main" id="{9670712C-9FF6-6B4E-ABCF-F272619816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48625" y="4965700"/>
            <a:ext cx="971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0" name="Line 1305">
            <a:extLst>
              <a:ext uri="{FF2B5EF4-FFF2-40B4-BE49-F238E27FC236}">
                <a16:creationId xmlns:a16="http://schemas.microsoft.com/office/drawing/2014/main" id="{F0F46DCA-B58F-C446-8696-8885396A1C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69176" y="4762500"/>
            <a:ext cx="233363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1" name="Line 1306">
            <a:extLst>
              <a:ext uri="{FF2B5EF4-FFF2-40B4-BE49-F238E27FC236}">
                <a16:creationId xmlns:a16="http://schemas.microsoft.com/office/drawing/2014/main" id="{E6EA9B66-1567-E44D-88E4-56D1982C19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10414" y="4999038"/>
            <a:ext cx="403225" cy="1000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2" name="Line 1309">
            <a:extLst>
              <a:ext uri="{FF2B5EF4-FFF2-40B4-BE49-F238E27FC236}">
                <a16:creationId xmlns:a16="http://schemas.microsoft.com/office/drawing/2014/main" id="{CF0E8A96-54F2-194A-AC31-89705EA926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35863" y="5054600"/>
            <a:ext cx="177800" cy="203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3" name="Line 1310">
            <a:extLst>
              <a:ext uri="{FF2B5EF4-FFF2-40B4-BE49-F238E27FC236}">
                <a16:creationId xmlns:a16="http://schemas.microsoft.com/office/drawing/2014/main" id="{F6D47495-501E-644C-9F1D-8D8F659450C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29564" y="5038726"/>
            <a:ext cx="1587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4" name="Line 1311">
            <a:extLst>
              <a:ext uri="{FF2B5EF4-FFF2-40B4-BE49-F238E27FC236}">
                <a16:creationId xmlns:a16="http://schemas.microsoft.com/office/drawing/2014/main" id="{C187E1AF-F415-504C-8FD3-D87B11B110D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12114" y="5041901"/>
            <a:ext cx="503237" cy="269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5" name="Line 1313">
            <a:extLst>
              <a:ext uri="{FF2B5EF4-FFF2-40B4-BE49-F238E27FC236}">
                <a16:creationId xmlns:a16="http://schemas.microsoft.com/office/drawing/2014/main" id="{A3FAB24A-2713-B44E-B288-0471AED4A9B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0150" y="3511551"/>
            <a:ext cx="0" cy="131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6" name="Line 1314">
            <a:extLst>
              <a:ext uri="{FF2B5EF4-FFF2-40B4-BE49-F238E27FC236}">
                <a16:creationId xmlns:a16="http://schemas.microsoft.com/office/drawing/2014/main" id="{40B2F3A1-4363-1D47-9B18-34FBD6A3B5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5551" y="2481263"/>
            <a:ext cx="123825" cy="87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7" name="Line 1315">
            <a:extLst>
              <a:ext uri="{FF2B5EF4-FFF2-40B4-BE49-F238E27FC236}">
                <a16:creationId xmlns:a16="http://schemas.microsoft.com/office/drawing/2014/main" id="{979D406E-B2B0-E245-BEF7-011F347E7F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74100" y="2654300"/>
            <a:ext cx="0" cy="82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8" name="Line 1316">
            <a:extLst>
              <a:ext uri="{FF2B5EF4-FFF2-40B4-BE49-F238E27FC236}">
                <a16:creationId xmlns:a16="http://schemas.microsoft.com/office/drawing/2014/main" id="{42F840DC-D771-D84F-ABF3-F5117504EB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5551" y="2551114"/>
            <a:ext cx="263525" cy="288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9" name="Line 1317">
            <a:extLst>
              <a:ext uri="{FF2B5EF4-FFF2-40B4-BE49-F238E27FC236}">
                <a16:creationId xmlns:a16="http://schemas.microsoft.com/office/drawing/2014/main" id="{17B93760-6B9E-AB4E-8A80-D918B4165096}"/>
              </a:ext>
            </a:extLst>
          </p:cNvPr>
          <p:cNvSpPr>
            <a:spLocks noChangeShapeType="1"/>
          </p:cNvSpPr>
          <p:nvPr/>
        </p:nvSpPr>
        <p:spPr bwMode="auto">
          <a:xfrm>
            <a:off x="9210675" y="2549525"/>
            <a:ext cx="0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0" name="Line 1318">
            <a:extLst>
              <a:ext uri="{FF2B5EF4-FFF2-40B4-BE49-F238E27FC236}">
                <a16:creationId xmlns:a16="http://schemas.microsoft.com/office/drawing/2014/main" id="{F0029613-8A01-1C43-809E-8F4A4C8CE62C}"/>
              </a:ext>
            </a:extLst>
          </p:cNvPr>
          <p:cNvSpPr>
            <a:spLocks noChangeShapeType="1"/>
          </p:cNvSpPr>
          <p:nvPr/>
        </p:nvSpPr>
        <p:spPr bwMode="auto">
          <a:xfrm>
            <a:off x="8864601" y="2855913"/>
            <a:ext cx="188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1" name="Line 1319">
            <a:extLst>
              <a:ext uri="{FF2B5EF4-FFF2-40B4-BE49-F238E27FC236}">
                <a16:creationId xmlns:a16="http://schemas.microsoft.com/office/drawing/2014/main" id="{1AEFEF61-DCDD-854E-B205-DA99B8065C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59626" y="3722689"/>
            <a:ext cx="16827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2" name="Line 1320">
            <a:extLst>
              <a:ext uri="{FF2B5EF4-FFF2-40B4-BE49-F238E27FC236}">
                <a16:creationId xmlns:a16="http://schemas.microsoft.com/office/drawing/2014/main" id="{899598D2-8A2A-C34B-970D-48D553A6F188}"/>
              </a:ext>
            </a:extLst>
          </p:cNvPr>
          <p:cNvSpPr>
            <a:spLocks noChangeShapeType="1"/>
          </p:cNvSpPr>
          <p:nvPr/>
        </p:nvSpPr>
        <p:spPr bwMode="auto">
          <a:xfrm>
            <a:off x="9418638" y="2846388"/>
            <a:ext cx="177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3" name="Line 1321">
            <a:extLst>
              <a:ext uri="{FF2B5EF4-FFF2-40B4-BE49-F238E27FC236}">
                <a16:creationId xmlns:a16="http://schemas.microsoft.com/office/drawing/2014/main" id="{C87449B8-D833-AF4C-8614-5274200313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64564" y="2922588"/>
            <a:ext cx="98425" cy="704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4" name="Line 1322">
            <a:extLst>
              <a:ext uri="{FF2B5EF4-FFF2-40B4-BE49-F238E27FC236}">
                <a16:creationId xmlns:a16="http://schemas.microsoft.com/office/drawing/2014/main" id="{85C0D839-BB9A-9D44-A097-BF038FC8BB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56701" y="2922589"/>
            <a:ext cx="111125" cy="727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5" name="Line 1323">
            <a:extLst>
              <a:ext uri="{FF2B5EF4-FFF2-40B4-BE49-F238E27FC236}">
                <a16:creationId xmlns:a16="http://schemas.microsoft.com/office/drawing/2014/main" id="{14D5283F-D0B1-E74E-A4E8-A57E9DA1AF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40751" y="4064001"/>
            <a:ext cx="227013" cy="436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66" name="Group 1324">
            <a:extLst>
              <a:ext uri="{FF2B5EF4-FFF2-40B4-BE49-F238E27FC236}">
                <a16:creationId xmlns:a16="http://schemas.microsoft.com/office/drawing/2014/main" id="{09B863D4-2569-174F-8F34-6E3DDF8141D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43739" y="4522788"/>
            <a:ext cx="414337" cy="373062"/>
            <a:chOff x="2839" y="3501"/>
            <a:chExt cx="755" cy="803"/>
          </a:xfrm>
        </p:grpSpPr>
        <p:pic>
          <p:nvPicPr>
            <p:cNvPr id="44652" name="Picture 1325" descr="desktop_computer_stylized_medium">
              <a:extLst>
                <a:ext uri="{FF2B5EF4-FFF2-40B4-BE49-F238E27FC236}">
                  <a16:creationId xmlns:a16="http://schemas.microsoft.com/office/drawing/2014/main" id="{3D2933CC-30D1-2148-8C09-821FFEC2B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3" name="Freeform 1326">
              <a:extLst>
                <a:ext uri="{FF2B5EF4-FFF2-40B4-BE49-F238E27FC236}">
                  <a16:creationId xmlns:a16="http://schemas.microsoft.com/office/drawing/2014/main" id="{D1098F4D-CA5C-7D4F-8D5B-E4D260F4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7" name="Group 1327">
            <a:extLst>
              <a:ext uri="{FF2B5EF4-FFF2-40B4-BE49-F238E27FC236}">
                <a16:creationId xmlns:a16="http://schemas.microsoft.com/office/drawing/2014/main" id="{96D85445-3F83-ED4D-86CF-340919102FF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726238" y="4943475"/>
            <a:ext cx="482600" cy="406400"/>
            <a:chOff x="2839" y="3501"/>
            <a:chExt cx="755" cy="803"/>
          </a:xfrm>
        </p:grpSpPr>
        <p:pic>
          <p:nvPicPr>
            <p:cNvPr id="44650" name="Picture 1328" descr="desktop_computer_stylized_medium">
              <a:extLst>
                <a:ext uri="{FF2B5EF4-FFF2-40B4-BE49-F238E27FC236}">
                  <a16:creationId xmlns:a16="http://schemas.microsoft.com/office/drawing/2014/main" id="{F901659E-9DA8-CE46-96A4-D82574ED2D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1" name="Freeform 1329">
              <a:extLst>
                <a:ext uri="{FF2B5EF4-FFF2-40B4-BE49-F238E27FC236}">
                  <a16:creationId xmlns:a16="http://schemas.microsoft.com/office/drawing/2014/main" id="{4E7B3A62-9DD5-B742-A45C-3DC24385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8" name="Group 1330">
            <a:extLst>
              <a:ext uri="{FF2B5EF4-FFF2-40B4-BE49-F238E27FC236}">
                <a16:creationId xmlns:a16="http://schemas.microsoft.com/office/drawing/2014/main" id="{2BD9A872-6F53-924B-BDD8-82B633625BE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04075" y="5245100"/>
            <a:ext cx="427038" cy="349250"/>
            <a:chOff x="2839" y="3501"/>
            <a:chExt cx="755" cy="803"/>
          </a:xfrm>
        </p:grpSpPr>
        <p:pic>
          <p:nvPicPr>
            <p:cNvPr id="44648" name="Picture 1331" descr="desktop_computer_stylized_medium">
              <a:extLst>
                <a:ext uri="{FF2B5EF4-FFF2-40B4-BE49-F238E27FC236}">
                  <a16:creationId xmlns:a16="http://schemas.microsoft.com/office/drawing/2014/main" id="{470936DF-8ECE-8D49-90B7-CB68821AE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9" name="Freeform 1332">
              <a:extLst>
                <a:ext uri="{FF2B5EF4-FFF2-40B4-BE49-F238E27FC236}">
                  <a16:creationId xmlns:a16="http://schemas.microsoft.com/office/drawing/2014/main" id="{4BB02CC8-FF5A-9744-A9B9-44240C42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9" name="Group 1333">
            <a:extLst>
              <a:ext uri="{FF2B5EF4-FFF2-40B4-BE49-F238E27FC236}">
                <a16:creationId xmlns:a16="http://schemas.microsoft.com/office/drawing/2014/main" id="{787EC40E-B6A5-BA4B-B90A-137BD14A268D}"/>
              </a:ext>
            </a:extLst>
          </p:cNvPr>
          <p:cNvGrpSpPr>
            <a:grpSpLocks/>
          </p:cNvGrpSpPr>
          <p:nvPr/>
        </p:nvGrpSpPr>
        <p:grpSpPr bwMode="auto">
          <a:xfrm>
            <a:off x="7818439" y="5227639"/>
            <a:ext cx="427037" cy="350837"/>
            <a:chOff x="2839" y="3501"/>
            <a:chExt cx="755" cy="803"/>
          </a:xfrm>
        </p:grpSpPr>
        <p:pic>
          <p:nvPicPr>
            <p:cNvPr id="44646" name="Picture 1334" descr="desktop_computer_stylized_medium">
              <a:extLst>
                <a:ext uri="{FF2B5EF4-FFF2-40B4-BE49-F238E27FC236}">
                  <a16:creationId xmlns:a16="http://schemas.microsoft.com/office/drawing/2014/main" id="{136EE7F1-C5E3-9C48-8406-D6BB0BF3A5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7" name="Freeform 1335">
              <a:extLst>
                <a:ext uri="{FF2B5EF4-FFF2-40B4-BE49-F238E27FC236}">
                  <a16:creationId xmlns:a16="http://schemas.microsoft.com/office/drawing/2014/main" id="{D7436C5F-3864-D345-8D23-0C227EFF8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4070" name="Picture 1336" descr="car_icon_small">
            <a:extLst>
              <a:ext uri="{FF2B5EF4-FFF2-40B4-BE49-F238E27FC236}">
                <a16:creationId xmlns:a16="http://schemas.microsoft.com/office/drawing/2014/main" id="{2B7F169B-22C8-4446-BD5F-EC1D208B71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0476" y="1709739"/>
            <a:ext cx="8493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4071" name="Group 1337">
            <a:extLst>
              <a:ext uri="{FF2B5EF4-FFF2-40B4-BE49-F238E27FC236}">
                <a16:creationId xmlns:a16="http://schemas.microsoft.com/office/drawing/2014/main" id="{DD325FCC-D869-BD41-BB62-F66608B3B31E}"/>
              </a:ext>
            </a:extLst>
          </p:cNvPr>
          <p:cNvGrpSpPr>
            <a:grpSpLocks/>
          </p:cNvGrpSpPr>
          <p:nvPr/>
        </p:nvGrpSpPr>
        <p:grpSpPr bwMode="auto">
          <a:xfrm>
            <a:off x="6881814" y="1535113"/>
            <a:ext cx="415925" cy="385762"/>
            <a:chOff x="2751" y="1851"/>
            <a:chExt cx="462" cy="478"/>
          </a:xfrm>
        </p:grpSpPr>
        <p:pic>
          <p:nvPicPr>
            <p:cNvPr id="44644" name="Picture 1338" descr="iphone_stylized_small">
              <a:extLst>
                <a:ext uri="{FF2B5EF4-FFF2-40B4-BE49-F238E27FC236}">
                  <a16:creationId xmlns:a16="http://schemas.microsoft.com/office/drawing/2014/main" id="{C3BFD4F6-0F31-2F43-9FCA-F5A1BABCA3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645" name="Picture 1339" descr="antenna_radiation_stylized">
              <a:extLst>
                <a:ext uri="{FF2B5EF4-FFF2-40B4-BE49-F238E27FC236}">
                  <a16:creationId xmlns:a16="http://schemas.microsoft.com/office/drawing/2014/main" id="{D9AECCD1-C9CD-424B-947C-C343C7BC59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72" name="Group 1340">
            <a:extLst>
              <a:ext uri="{FF2B5EF4-FFF2-40B4-BE49-F238E27FC236}">
                <a16:creationId xmlns:a16="http://schemas.microsoft.com/office/drawing/2014/main" id="{10E55E92-D529-CF42-90F4-0C54C85E31B4}"/>
              </a:ext>
            </a:extLst>
          </p:cNvPr>
          <p:cNvGrpSpPr>
            <a:grpSpLocks/>
          </p:cNvGrpSpPr>
          <p:nvPr/>
        </p:nvGrpSpPr>
        <p:grpSpPr bwMode="auto">
          <a:xfrm>
            <a:off x="8958264" y="2384426"/>
            <a:ext cx="390525" cy="169863"/>
            <a:chOff x="4650" y="1129"/>
            <a:chExt cx="246" cy="95"/>
          </a:xfrm>
        </p:grpSpPr>
        <p:sp>
          <p:nvSpPr>
            <p:cNvPr id="44636" name="Oval 407">
              <a:extLst>
                <a:ext uri="{FF2B5EF4-FFF2-40B4-BE49-F238E27FC236}">
                  <a16:creationId xmlns:a16="http://schemas.microsoft.com/office/drawing/2014/main" id="{FF6DF057-2409-E344-AFD6-ADADE5A0D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7" name="Rectangle 410">
              <a:extLst>
                <a:ext uri="{FF2B5EF4-FFF2-40B4-BE49-F238E27FC236}">
                  <a16:creationId xmlns:a16="http://schemas.microsoft.com/office/drawing/2014/main" id="{012C994B-4386-604D-9FC6-B31426E1C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8" name="Oval 411">
              <a:extLst>
                <a:ext uri="{FF2B5EF4-FFF2-40B4-BE49-F238E27FC236}">
                  <a16:creationId xmlns:a16="http://schemas.microsoft.com/office/drawing/2014/main" id="{21767387-0E70-2545-9E1D-095C7AA95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39" name="Group 1344">
              <a:extLst>
                <a:ext uri="{FF2B5EF4-FFF2-40B4-BE49-F238E27FC236}">
                  <a16:creationId xmlns:a16="http://schemas.microsoft.com/office/drawing/2014/main" id="{23AD9785-F062-5841-A375-B0A9C36B88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42" name="Freeform 1345">
                <a:extLst>
                  <a:ext uri="{FF2B5EF4-FFF2-40B4-BE49-F238E27FC236}">
                    <a16:creationId xmlns:a16="http://schemas.microsoft.com/office/drawing/2014/main" id="{DA55132D-268A-7B4E-8BBA-4E17D43E6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43" name="Freeform 1346">
                <a:extLst>
                  <a:ext uri="{FF2B5EF4-FFF2-40B4-BE49-F238E27FC236}">
                    <a16:creationId xmlns:a16="http://schemas.microsoft.com/office/drawing/2014/main" id="{4B02A770-488B-3C40-9C1C-C50DD9C8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40" name="Line 1347">
              <a:extLst>
                <a:ext uri="{FF2B5EF4-FFF2-40B4-BE49-F238E27FC236}">
                  <a16:creationId xmlns:a16="http://schemas.microsoft.com/office/drawing/2014/main" id="{3A51F60B-484A-6E42-8FB8-CB11F8C2F5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Line 1348">
              <a:extLst>
                <a:ext uri="{FF2B5EF4-FFF2-40B4-BE49-F238E27FC236}">
                  <a16:creationId xmlns:a16="http://schemas.microsoft.com/office/drawing/2014/main" id="{3D76C2B1-5CB1-D840-826E-1C27C1523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3" name="Group 1349">
            <a:extLst>
              <a:ext uri="{FF2B5EF4-FFF2-40B4-BE49-F238E27FC236}">
                <a16:creationId xmlns:a16="http://schemas.microsoft.com/office/drawing/2014/main" id="{B0505033-73CE-644D-8923-E063C1791C03}"/>
              </a:ext>
            </a:extLst>
          </p:cNvPr>
          <p:cNvGrpSpPr>
            <a:grpSpLocks/>
          </p:cNvGrpSpPr>
          <p:nvPr/>
        </p:nvGrpSpPr>
        <p:grpSpPr bwMode="auto">
          <a:xfrm>
            <a:off x="9031289" y="2746376"/>
            <a:ext cx="390525" cy="176213"/>
            <a:chOff x="4650" y="1129"/>
            <a:chExt cx="246" cy="95"/>
          </a:xfrm>
        </p:grpSpPr>
        <p:sp>
          <p:nvSpPr>
            <p:cNvPr id="44628" name="Oval 407">
              <a:extLst>
                <a:ext uri="{FF2B5EF4-FFF2-40B4-BE49-F238E27FC236}">
                  <a16:creationId xmlns:a16="http://schemas.microsoft.com/office/drawing/2014/main" id="{F27087FA-5B21-3C48-A844-279387294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9" name="Rectangle 410">
              <a:extLst>
                <a:ext uri="{FF2B5EF4-FFF2-40B4-BE49-F238E27FC236}">
                  <a16:creationId xmlns:a16="http://schemas.microsoft.com/office/drawing/2014/main" id="{DC895575-2BA2-E048-A85D-68064A133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0" name="Oval 411">
              <a:extLst>
                <a:ext uri="{FF2B5EF4-FFF2-40B4-BE49-F238E27FC236}">
                  <a16:creationId xmlns:a16="http://schemas.microsoft.com/office/drawing/2014/main" id="{D195CFB3-68D2-324F-8075-5230CD917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31" name="Group 1353">
              <a:extLst>
                <a:ext uri="{FF2B5EF4-FFF2-40B4-BE49-F238E27FC236}">
                  <a16:creationId xmlns:a16="http://schemas.microsoft.com/office/drawing/2014/main" id="{7AF8AF64-06ED-B34B-A24B-4AF44E453E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34" name="Freeform 1354">
                <a:extLst>
                  <a:ext uri="{FF2B5EF4-FFF2-40B4-BE49-F238E27FC236}">
                    <a16:creationId xmlns:a16="http://schemas.microsoft.com/office/drawing/2014/main" id="{529B995B-FC61-AC46-8AE0-ADEB3203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35" name="Freeform 1355">
                <a:extLst>
                  <a:ext uri="{FF2B5EF4-FFF2-40B4-BE49-F238E27FC236}">
                    <a16:creationId xmlns:a16="http://schemas.microsoft.com/office/drawing/2014/main" id="{ED10283D-FE4A-A547-AC15-F6F43BAD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32" name="Line 1356">
              <a:extLst>
                <a:ext uri="{FF2B5EF4-FFF2-40B4-BE49-F238E27FC236}">
                  <a16:creationId xmlns:a16="http://schemas.microsoft.com/office/drawing/2014/main" id="{7BA85049-CE2F-134C-9759-C23AC329D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Line 1357">
              <a:extLst>
                <a:ext uri="{FF2B5EF4-FFF2-40B4-BE49-F238E27FC236}">
                  <a16:creationId xmlns:a16="http://schemas.microsoft.com/office/drawing/2014/main" id="{3ABA105B-0898-8640-9D30-079CED2446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4" name="Group 1358">
            <a:extLst>
              <a:ext uri="{FF2B5EF4-FFF2-40B4-BE49-F238E27FC236}">
                <a16:creationId xmlns:a16="http://schemas.microsoft.com/office/drawing/2014/main" id="{D2011A68-8FE2-694A-87AC-B977074426C8}"/>
              </a:ext>
            </a:extLst>
          </p:cNvPr>
          <p:cNvGrpSpPr>
            <a:grpSpLocks/>
          </p:cNvGrpSpPr>
          <p:nvPr/>
        </p:nvGrpSpPr>
        <p:grpSpPr bwMode="auto">
          <a:xfrm>
            <a:off x="8472489" y="2482851"/>
            <a:ext cx="390525" cy="169863"/>
            <a:chOff x="4650" y="1129"/>
            <a:chExt cx="246" cy="95"/>
          </a:xfrm>
        </p:grpSpPr>
        <p:sp>
          <p:nvSpPr>
            <p:cNvPr id="44620" name="Oval 407">
              <a:extLst>
                <a:ext uri="{FF2B5EF4-FFF2-40B4-BE49-F238E27FC236}">
                  <a16:creationId xmlns:a16="http://schemas.microsoft.com/office/drawing/2014/main" id="{2A28E3F9-C72D-9F40-97A7-1683320D2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1" name="Rectangle 410">
              <a:extLst>
                <a:ext uri="{FF2B5EF4-FFF2-40B4-BE49-F238E27FC236}">
                  <a16:creationId xmlns:a16="http://schemas.microsoft.com/office/drawing/2014/main" id="{F78631BE-3FAB-654D-A346-8370A88E7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2" name="Oval 411">
              <a:extLst>
                <a:ext uri="{FF2B5EF4-FFF2-40B4-BE49-F238E27FC236}">
                  <a16:creationId xmlns:a16="http://schemas.microsoft.com/office/drawing/2014/main" id="{CD4EB689-824F-E843-B081-B0FEF2E4D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23" name="Group 1362">
              <a:extLst>
                <a:ext uri="{FF2B5EF4-FFF2-40B4-BE49-F238E27FC236}">
                  <a16:creationId xmlns:a16="http://schemas.microsoft.com/office/drawing/2014/main" id="{4C03A961-92A9-B04D-8907-D5B31D9DF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26" name="Freeform 1363">
                <a:extLst>
                  <a:ext uri="{FF2B5EF4-FFF2-40B4-BE49-F238E27FC236}">
                    <a16:creationId xmlns:a16="http://schemas.microsoft.com/office/drawing/2014/main" id="{9C43333F-7029-F746-931C-97F09AE8E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27" name="Freeform 1364">
                <a:extLst>
                  <a:ext uri="{FF2B5EF4-FFF2-40B4-BE49-F238E27FC236}">
                    <a16:creationId xmlns:a16="http://schemas.microsoft.com/office/drawing/2014/main" id="{94DEFD60-0387-F941-B0AA-658E0614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24" name="Line 1365">
              <a:extLst>
                <a:ext uri="{FF2B5EF4-FFF2-40B4-BE49-F238E27FC236}">
                  <a16:creationId xmlns:a16="http://schemas.microsoft.com/office/drawing/2014/main" id="{A7B65945-C54A-9E46-906D-2CABCCCEAB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Line 1366">
              <a:extLst>
                <a:ext uri="{FF2B5EF4-FFF2-40B4-BE49-F238E27FC236}">
                  <a16:creationId xmlns:a16="http://schemas.microsoft.com/office/drawing/2014/main" id="{1A6F0B50-7015-1547-B5D8-7B281B1AF3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5" name="Group 1367">
            <a:extLst>
              <a:ext uri="{FF2B5EF4-FFF2-40B4-BE49-F238E27FC236}">
                <a16:creationId xmlns:a16="http://schemas.microsoft.com/office/drawing/2014/main" id="{D6A92AA2-2E7B-6449-8ADD-4C0CF8FABFF5}"/>
              </a:ext>
            </a:extLst>
          </p:cNvPr>
          <p:cNvGrpSpPr>
            <a:grpSpLocks/>
          </p:cNvGrpSpPr>
          <p:nvPr/>
        </p:nvGrpSpPr>
        <p:grpSpPr bwMode="auto">
          <a:xfrm>
            <a:off x="8483601" y="2746376"/>
            <a:ext cx="390525" cy="169863"/>
            <a:chOff x="4650" y="1129"/>
            <a:chExt cx="246" cy="95"/>
          </a:xfrm>
        </p:grpSpPr>
        <p:sp>
          <p:nvSpPr>
            <p:cNvPr id="44612" name="Oval 407">
              <a:extLst>
                <a:ext uri="{FF2B5EF4-FFF2-40B4-BE49-F238E27FC236}">
                  <a16:creationId xmlns:a16="http://schemas.microsoft.com/office/drawing/2014/main" id="{A5D28D30-6A36-624D-8E4B-012CD1569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13" name="Rectangle 410">
              <a:extLst>
                <a:ext uri="{FF2B5EF4-FFF2-40B4-BE49-F238E27FC236}">
                  <a16:creationId xmlns:a16="http://schemas.microsoft.com/office/drawing/2014/main" id="{FDA19112-FE76-7244-9544-DD17166E9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14" name="Oval 411">
              <a:extLst>
                <a:ext uri="{FF2B5EF4-FFF2-40B4-BE49-F238E27FC236}">
                  <a16:creationId xmlns:a16="http://schemas.microsoft.com/office/drawing/2014/main" id="{BB745C2B-C73B-DF41-8835-446430A89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15" name="Group 1371">
              <a:extLst>
                <a:ext uri="{FF2B5EF4-FFF2-40B4-BE49-F238E27FC236}">
                  <a16:creationId xmlns:a16="http://schemas.microsoft.com/office/drawing/2014/main" id="{EBC0E706-304F-154A-A5C0-4623F8B19C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8" name="Freeform 1372">
                <a:extLst>
                  <a:ext uri="{FF2B5EF4-FFF2-40B4-BE49-F238E27FC236}">
                    <a16:creationId xmlns:a16="http://schemas.microsoft.com/office/drawing/2014/main" id="{364E0DFC-4A41-214C-89B8-35B7CBEC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19" name="Freeform 1373">
                <a:extLst>
                  <a:ext uri="{FF2B5EF4-FFF2-40B4-BE49-F238E27FC236}">
                    <a16:creationId xmlns:a16="http://schemas.microsoft.com/office/drawing/2014/main" id="{9280419D-7CFB-C54E-906E-17667376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16" name="Line 1374">
              <a:extLst>
                <a:ext uri="{FF2B5EF4-FFF2-40B4-BE49-F238E27FC236}">
                  <a16:creationId xmlns:a16="http://schemas.microsoft.com/office/drawing/2014/main" id="{E7114272-8477-144E-85F9-E6C48C26D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Line 1375">
              <a:extLst>
                <a:ext uri="{FF2B5EF4-FFF2-40B4-BE49-F238E27FC236}">
                  <a16:creationId xmlns:a16="http://schemas.microsoft.com/office/drawing/2014/main" id="{7C4CDAA3-6D0C-E44C-B1DC-81F7BEAA37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76" name="Line 1376">
            <a:extLst>
              <a:ext uri="{FF2B5EF4-FFF2-40B4-BE49-F238E27FC236}">
                <a16:creationId xmlns:a16="http://schemas.microsoft.com/office/drawing/2014/main" id="{F4A9ECDF-6236-8640-AD7F-DEBEE6C33293}"/>
              </a:ext>
            </a:extLst>
          </p:cNvPr>
          <p:cNvSpPr>
            <a:spLocks noChangeShapeType="1"/>
          </p:cNvSpPr>
          <p:nvPr/>
        </p:nvSpPr>
        <p:spPr bwMode="auto">
          <a:xfrm>
            <a:off x="9613900" y="2844800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77" name="Group 1377">
            <a:extLst>
              <a:ext uri="{FF2B5EF4-FFF2-40B4-BE49-F238E27FC236}">
                <a16:creationId xmlns:a16="http://schemas.microsoft.com/office/drawing/2014/main" id="{75A01EEF-EEAD-074E-A90D-C542FC561E9E}"/>
              </a:ext>
            </a:extLst>
          </p:cNvPr>
          <p:cNvGrpSpPr>
            <a:grpSpLocks/>
          </p:cNvGrpSpPr>
          <p:nvPr/>
        </p:nvGrpSpPr>
        <p:grpSpPr bwMode="auto">
          <a:xfrm>
            <a:off x="8669339" y="3900488"/>
            <a:ext cx="485775" cy="203200"/>
            <a:chOff x="4650" y="1129"/>
            <a:chExt cx="246" cy="95"/>
          </a:xfrm>
        </p:grpSpPr>
        <p:sp>
          <p:nvSpPr>
            <p:cNvPr id="44604" name="Oval 407">
              <a:extLst>
                <a:ext uri="{FF2B5EF4-FFF2-40B4-BE49-F238E27FC236}">
                  <a16:creationId xmlns:a16="http://schemas.microsoft.com/office/drawing/2014/main" id="{DAE16198-9F90-DA41-AF50-12FB8E742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05" name="Rectangle 410">
              <a:extLst>
                <a:ext uri="{FF2B5EF4-FFF2-40B4-BE49-F238E27FC236}">
                  <a16:creationId xmlns:a16="http://schemas.microsoft.com/office/drawing/2014/main" id="{EEDDC9C2-8488-9B4F-B312-B03FF5A02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06" name="Oval 411">
              <a:extLst>
                <a:ext uri="{FF2B5EF4-FFF2-40B4-BE49-F238E27FC236}">
                  <a16:creationId xmlns:a16="http://schemas.microsoft.com/office/drawing/2014/main" id="{8616494A-3608-1B49-A67E-ABD4F0387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07" name="Group 1381">
              <a:extLst>
                <a:ext uri="{FF2B5EF4-FFF2-40B4-BE49-F238E27FC236}">
                  <a16:creationId xmlns:a16="http://schemas.microsoft.com/office/drawing/2014/main" id="{618E80F0-C6F1-9C49-80F2-13C221876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0" name="Freeform 1382">
                <a:extLst>
                  <a:ext uri="{FF2B5EF4-FFF2-40B4-BE49-F238E27FC236}">
                    <a16:creationId xmlns:a16="http://schemas.microsoft.com/office/drawing/2014/main" id="{1C64ABE7-4AB1-9F49-BD72-7CB8E07B5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11" name="Freeform 1383">
                <a:extLst>
                  <a:ext uri="{FF2B5EF4-FFF2-40B4-BE49-F238E27FC236}">
                    <a16:creationId xmlns:a16="http://schemas.microsoft.com/office/drawing/2014/main" id="{0E59E58F-602A-8B47-B022-41114B293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08" name="Line 1384">
              <a:extLst>
                <a:ext uri="{FF2B5EF4-FFF2-40B4-BE49-F238E27FC236}">
                  <a16:creationId xmlns:a16="http://schemas.microsoft.com/office/drawing/2014/main" id="{DE4EA193-927F-5945-AE51-9DD0B6698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Line 1385">
              <a:extLst>
                <a:ext uri="{FF2B5EF4-FFF2-40B4-BE49-F238E27FC236}">
                  <a16:creationId xmlns:a16="http://schemas.microsoft.com/office/drawing/2014/main" id="{6E737A72-961B-2345-A1C5-66152095B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8" name="Group 1386">
            <a:extLst>
              <a:ext uri="{FF2B5EF4-FFF2-40B4-BE49-F238E27FC236}">
                <a16:creationId xmlns:a16="http://schemas.microsoft.com/office/drawing/2014/main" id="{850233DB-3AD6-434A-848B-F3B07D8EEA80}"/>
              </a:ext>
            </a:extLst>
          </p:cNvPr>
          <p:cNvGrpSpPr>
            <a:grpSpLocks/>
          </p:cNvGrpSpPr>
          <p:nvPr/>
        </p:nvGrpSpPr>
        <p:grpSpPr bwMode="auto">
          <a:xfrm>
            <a:off x="8350251" y="3619500"/>
            <a:ext cx="485775" cy="203200"/>
            <a:chOff x="4650" y="1129"/>
            <a:chExt cx="246" cy="95"/>
          </a:xfrm>
        </p:grpSpPr>
        <p:sp>
          <p:nvSpPr>
            <p:cNvPr id="44596" name="Oval 407">
              <a:extLst>
                <a:ext uri="{FF2B5EF4-FFF2-40B4-BE49-F238E27FC236}">
                  <a16:creationId xmlns:a16="http://schemas.microsoft.com/office/drawing/2014/main" id="{19311BB4-91D5-1048-BE78-FFA704148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7" name="Rectangle 410">
              <a:extLst>
                <a:ext uri="{FF2B5EF4-FFF2-40B4-BE49-F238E27FC236}">
                  <a16:creationId xmlns:a16="http://schemas.microsoft.com/office/drawing/2014/main" id="{AFD8BF5D-6531-1B40-82C5-4E11F5D26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8" name="Oval 411">
              <a:extLst>
                <a:ext uri="{FF2B5EF4-FFF2-40B4-BE49-F238E27FC236}">
                  <a16:creationId xmlns:a16="http://schemas.microsoft.com/office/drawing/2014/main" id="{D205C494-C22E-ED42-8AC6-2F16912F1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99" name="Group 1390">
              <a:extLst>
                <a:ext uri="{FF2B5EF4-FFF2-40B4-BE49-F238E27FC236}">
                  <a16:creationId xmlns:a16="http://schemas.microsoft.com/office/drawing/2014/main" id="{0CE9ADE7-0AA7-D345-B7D4-B4B2090961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02" name="Freeform 1391">
                <a:extLst>
                  <a:ext uri="{FF2B5EF4-FFF2-40B4-BE49-F238E27FC236}">
                    <a16:creationId xmlns:a16="http://schemas.microsoft.com/office/drawing/2014/main" id="{5D678F02-9FE6-E04C-B198-34534F1F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03" name="Freeform 1392">
                <a:extLst>
                  <a:ext uri="{FF2B5EF4-FFF2-40B4-BE49-F238E27FC236}">
                    <a16:creationId xmlns:a16="http://schemas.microsoft.com/office/drawing/2014/main" id="{7A60342B-7CE7-6F44-AB40-EDDFB2C6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00" name="Line 1393">
              <a:extLst>
                <a:ext uri="{FF2B5EF4-FFF2-40B4-BE49-F238E27FC236}">
                  <a16:creationId xmlns:a16="http://schemas.microsoft.com/office/drawing/2014/main" id="{53DE7C83-04A2-2D4D-9901-CFFBE2BB3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Line 1394">
              <a:extLst>
                <a:ext uri="{FF2B5EF4-FFF2-40B4-BE49-F238E27FC236}">
                  <a16:creationId xmlns:a16="http://schemas.microsoft.com/office/drawing/2014/main" id="{2F5B1311-C9A3-B942-9E8C-835D2BFAC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9" name="Group 1395">
            <a:extLst>
              <a:ext uri="{FF2B5EF4-FFF2-40B4-BE49-F238E27FC236}">
                <a16:creationId xmlns:a16="http://schemas.microsoft.com/office/drawing/2014/main" id="{5B66BF31-F31A-B84C-BEDB-A5BD3F14CCB1}"/>
              </a:ext>
            </a:extLst>
          </p:cNvPr>
          <p:cNvGrpSpPr>
            <a:grpSpLocks/>
          </p:cNvGrpSpPr>
          <p:nvPr/>
        </p:nvGrpSpPr>
        <p:grpSpPr bwMode="auto">
          <a:xfrm>
            <a:off x="9012239" y="3632200"/>
            <a:ext cx="485775" cy="203200"/>
            <a:chOff x="4650" y="1129"/>
            <a:chExt cx="246" cy="95"/>
          </a:xfrm>
        </p:grpSpPr>
        <p:sp>
          <p:nvSpPr>
            <p:cNvPr id="44588" name="Oval 407">
              <a:extLst>
                <a:ext uri="{FF2B5EF4-FFF2-40B4-BE49-F238E27FC236}">
                  <a16:creationId xmlns:a16="http://schemas.microsoft.com/office/drawing/2014/main" id="{EB99488A-956E-1A4F-8279-AF45F32A1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9" name="Rectangle 410">
              <a:extLst>
                <a:ext uri="{FF2B5EF4-FFF2-40B4-BE49-F238E27FC236}">
                  <a16:creationId xmlns:a16="http://schemas.microsoft.com/office/drawing/2014/main" id="{823E4CF0-16B2-D54B-BFE4-C18DB7FE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0" name="Oval 411">
              <a:extLst>
                <a:ext uri="{FF2B5EF4-FFF2-40B4-BE49-F238E27FC236}">
                  <a16:creationId xmlns:a16="http://schemas.microsoft.com/office/drawing/2014/main" id="{2C5DE689-BB1A-7142-A1D8-A1869516A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91" name="Group 1399">
              <a:extLst>
                <a:ext uri="{FF2B5EF4-FFF2-40B4-BE49-F238E27FC236}">
                  <a16:creationId xmlns:a16="http://schemas.microsoft.com/office/drawing/2014/main" id="{2A6FF26D-EB7E-D642-880B-A6E99F685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94" name="Freeform 1400">
                <a:extLst>
                  <a:ext uri="{FF2B5EF4-FFF2-40B4-BE49-F238E27FC236}">
                    <a16:creationId xmlns:a16="http://schemas.microsoft.com/office/drawing/2014/main" id="{56F19DC1-7594-1C47-85FB-5E5DE676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95" name="Freeform 1401">
                <a:extLst>
                  <a:ext uri="{FF2B5EF4-FFF2-40B4-BE49-F238E27FC236}">
                    <a16:creationId xmlns:a16="http://schemas.microsoft.com/office/drawing/2014/main" id="{2C5228C3-26C7-864F-994D-C647AD69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92" name="Line 1402">
              <a:extLst>
                <a:ext uri="{FF2B5EF4-FFF2-40B4-BE49-F238E27FC236}">
                  <a16:creationId xmlns:a16="http://schemas.microsoft.com/office/drawing/2014/main" id="{7ECFF68A-4D96-594D-8CDF-1B2E5822B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Line 1403">
              <a:extLst>
                <a:ext uri="{FF2B5EF4-FFF2-40B4-BE49-F238E27FC236}">
                  <a16:creationId xmlns:a16="http://schemas.microsoft.com/office/drawing/2014/main" id="{B829ED09-239D-004A-BF16-EDC3469EB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0" name="Group 1404">
            <a:extLst>
              <a:ext uri="{FF2B5EF4-FFF2-40B4-BE49-F238E27FC236}">
                <a16:creationId xmlns:a16="http://schemas.microsoft.com/office/drawing/2014/main" id="{5C25A766-5453-8A42-B28D-A30E2F066CE6}"/>
              </a:ext>
            </a:extLst>
          </p:cNvPr>
          <p:cNvGrpSpPr>
            <a:grpSpLocks/>
          </p:cNvGrpSpPr>
          <p:nvPr/>
        </p:nvGrpSpPr>
        <p:grpSpPr bwMode="auto">
          <a:xfrm>
            <a:off x="8231189" y="4494214"/>
            <a:ext cx="619125" cy="242887"/>
            <a:chOff x="4650" y="1129"/>
            <a:chExt cx="246" cy="95"/>
          </a:xfrm>
        </p:grpSpPr>
        <p:sp>
          <p:nvSpPr>
            <p:cNvPr id="44580" name="Oval 407">
              <a:extLst>
                <a:ext uri="{FF2B5EF4-FFF2-40B4-BE49-F238E27FC236}">
                  <a16:creationId xmlns:a16="http://schemas.microsoft.com/office/drawing/2014/main" id="{38D919B4-0C89-BF4F-B2FF-1C83202B9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1" name="Rectangle 410">
              <a:extLst>
                <a:ext uri="{FF2B5EF4-FFF2-40B4-BE49-F238E27FC236}">
                  <a16:creationId xmlns:a16="http://schemas.microsoft.com/office/drawing/2014/main" id="{B80569CE-D895-894D-B966-6AE0FDB68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2" name="Oval 411">
              <a:extLst>
                <a:ext uri="{FF2B5EF4-FFF2-40B4-BE49-F238E27FC236}">
                  <a16:creationId xmlns:a16="http://schemas.microsoft.com/office/drawing/2014/main" id="{A506E640-DDF1-5142-83F2-D350446CC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83" name="Group 1408">
              <a:extLst>
                <a:ext uri="{FF2B5EF4-FFF2-40B4-BE49-F238E27FC236}">
                  <a16:creationId xmlns:a16="http://schemas.microsoft.com/office/drawing/2014/main" id="{8237A218-DB94-3147-B19A-C4BF93B15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86" name="Freeform 1409">
                <a:extLst>
                  <a:ext uri="{FF2B5EF4-FFF2-40B4-BE49-F238E27FC236}">
                    <a16:creationId xmlns:a16="http://schemas.microsoft.com/office/drawing/2014/main" id="{9D005177-846A-7B40-8360-95212B44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87" name="Freeform 1410">
                <a:extLst>
                  <a:ext uri="{FF2B5EF4-FFF2-40B4-BE49-F238E27FC236}">
                    <a16:creationId xmlns:a16="http://schemas.microsoft.com/office/drawing/2014/main" id="{569BC464-B2B7-9147-A6C1-EDF4E2EC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84" name="Line 1411">
              <a:extLst>
                <a:ext uri="{FF2B5EF4-FFF2-40B4-BE49-F238E27FC236}">
                  <a16:creationId xmlns:a16="http://schemas.microsoft.com/office/drawing/2014/main" id="{5C7EC1CF-F55D-FF42-B4B0-102F87DB1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Line 1412">
              <a:extLst>
                <a:ext uri="{FF2B5EF4-FFF2-40B4-BE49-F238E27FC236}">
                  <a16:creationId xmlns:a16="http://schemas.microsoft.com/office/drawing/2014/main" id="{B03F170A-3F03-4C44-B44C-6ADCE316F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1" name="Group 1413">
            <a:extLst>
              <a:ext uri="{FF2B5EF4-FFF2-40B4-BE49-F238E27FC236}">
                <a16:creationId xmlns:a16="http://schemas.microsoft.com/office/drawing/2014/main" id="{808A04E9-4DB4-FF49-ACE2-73790299BF7E}"/>
              </a:ext>
            </a:extLst>
          </p:cNvPr>
          <p:cNvGrpSpPr>
            <a:grpSpLocks/>
          </p:cNvGrpSpPr>
          <p:nvPr/>
        </p:nvGrpSpPr>
        <p:grpSpPr bwMode="auto">
          <a:xfrm>
            <a:off x="8864601" y="4792664"/>
            <a:ext cx="619125" cy="242887"/>
            <a:chOff x="4650" y="1129"/>
            <a:chExt cx="246" cy="95"/>
          </a:xfrm>
        </p:grpSpPr>
        <p:sp>
          <p:nvSpPr>
            <p:cNvPr id="44572" name="Oval 407">
              <a:extLst>
                <a:ext uri="{FF2B5EF4-FFF2-40B4-BE49-F238E27FC236}">
                  <a16:creationId xmlns:a16="http://schemas.microsoft.com/office/drawing/2014/main" id="{00DB7DC2-F1A1-3647-B9C7-DFEDBEE4A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73" name="Rectangle 410">
              <a:extLst>
                <a:ext uri="{FF2B5EF4-FFF2-40B4-BE49-F238E27FC236}">
                  <a16:creationId xmlns:a16="http://schemas.microsoft.com/office/drawing/2014/main" id="{B463F253-E506-CF40-A99D-B6ABE7889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74" name="Oval 411">
              <a:extLst>
                <a:ext uri="{FF2B5EF4-FFF2-40B4-BE49-F238E27FC236}">
                  <a16:creationId xmlns:a16="http://schemas.microsoft.com/office/drawing/2014/main" id="{675647DF-C1F2-724A-AD58-426EA18AD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75" name="Group 1417">
              <a:extLst>
                <a:ext uri="{FF2B5EF4-FFF2-40B4-BE49-F238E27FC236}">
                  <a16:creationId xmlns:a16="http://schemas.microsoft.com/office/drawing/2014/main" id="{8125D9E4-B582-BC4B-B630-CD20B80B40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8" name="Freeform 1418">
                <a:extLst>
                  <a:ext uri="{FF2B5EF4-FFF2-40B4-BE49-F238E27FC236}">
                    <a16:creationId xmlns:a16="http://schemas.microsoft.com/office/drawing/2014/main" id="{90149DEB-BD9E-3F45-940A-AB575BB7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79" name="Freeform 1419">
                <a:extLst>
                  <a:ext uri="{FF2B5EF4-FFF2-40B4-BE49-F238E27FC236}">
                    <a16:creationId xmlns:a16="http://schemas.microsoft.com/office/drawing/2014/main" id="{D735570A-4216-B14E-BD91-29E5D3B0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76" name="Line 1420">
              <a:extLst>
                <a:ext uri="{FF2B5EF4-FFF2-40B4-BE49-F238E27FC236}">
                  <a16:creationId xmlns:a16="http://schemas.microsoft.com/office/drawing/2014/main" id="{1AFB55E0-F272-614D-AC59-A226DDE79D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Line 1421">
              <a:extLst>
                <a:ext uri="{FF2B5EF4-FFF2-40B4-BE49-F238E27FC236}">
                  <a16:creationId xmlns:a16="http://schemas.microsoft.com/office/drawing/2014/main" id="{7C06E959-03D4-F84D-94FB-AD8CC35DBA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2" name="Group 1422">
            <a:extLst>
              <a:ext uri="{FF2B5EF4-FFF2-40B4-BE49-F238E27FC236}">
                <a16:creationId xmlns:a16="http://schemas.microsoft.com/office/drawing/2014/main" id="{F7C2341F-EFBE-1142-9A9B-CDFCAD222D18}"/>
              </a:ext>
            </a:extLst>
          </p:cNvPr>
          <p:cNvGrpSpPr>
            <a:grpSpLocks/>
          </p:cNvGrpSpPr>
          <p:nvPr/>
        </p:nvGrpSpPr>
        <p:grpSpPr bwMode="auto">
          <a:xfrm>
            <a:off x="7515226" y="4837114"/>
            <a:ext cx="619125" cy="242887"/>
            <a:chOff x="4650" y="1129"/>
            <a:chExt cx="246" cy="95"/>
          </a:xfrm>
        </p:grpSpPr>
        <p:sp>
          <p:nvSpPr>
            <p:cNvPr id="44564" name="Oval 407">
              <a:extLst>
                <a:ext uri="{FF2B5EF4-FFF2-40B4-BE49-F238E27FC236}">
                  <a16:creationId xmlns:a16="http://schemas.microsoft.com/office/drawing/2014/main" id="{59BB11D6-A7A4-CA42-97FD-84BF5E9EE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65" name="Rectangle 410">
              <a:extLst>
                <a:ext uri="{FF2B5EF4-FFF2-40B4-BE49-F238E27FC236}">
                  <a16:creationId xmlns:a16="http://schemas.microsoft.com/office/drawing/2014/main" id="{B7ECB5FF-7D4E-EA43-BECA-581BB08A2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66" name="Oval 411">
              <a:extLst>
                <a:ext uri="{FF2B5EF4-FFF2-40B4-BE49-F238E27FC236}">
                  <a16:creationId xmlns:a16="http://schemas.microsoft.com/office/drawing/2014/main" id="{ABF64239-EB43-994D-82A0-2108706ED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67" name="Group 1426">
              <a:extLst>
                <a:ext uri="{FF2B5EF4-FFF2-40B4-BE49-F238E27FC236}">
                  <a16:creationId xmlns:a16="http://schemas.microsoft.com/office/drawing/2014/main" id="{7F16A0F5-7C12-9642-A464-E36F6DEFB3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0" name="Freeform 1427">
                <a:extLst>
                  <a:ext uri="{FF2B5EF4-FFF2-40B4-BE49-F238E27FC236}">
                    <a16:creationId xmlns:a16="http://schemas.microsoft.com/office/drawing/2014/main" id="{1257EF15-F183-A540-BEF5-CF5C3BB60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71" name="Freeform 1428">
                <a:extLst>
                  <a:ext uri="{FF2B5EF4-FFF2-40B4-BE49-F238E27FC236}">
                    <a16:creationId xmlns:a16="http://schemas.microsoft.com/office/drawing/2014/main" id="{0C1F47B9-518C-6145-9868-027F6B47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68" name="Line 1429">
              <a:extLst>
                <a:ext uri="{FF2B5EF4-FFF2-40B4-BE49-F238E27FC236}">
                  <a16:creationId xmlns:a16="http://schemas.microsoft.com/office/drawing/2014/main" id="{AB7FCED0-9725-2E40-BBC3-1C66D8A06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Line 1430">
              <a:extLst>
                <a:ext uri="{FF2B5EF4-FFF2-40B4-BE49-F238E27FC236}">
                  <a16:creationId xmlns:a16="http://schemas.microsoft.com/office/drawing/2014/main" id="{26E81333-6788-104E-BC99-B096560C6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3" name="Group 1431">
            <a:extLst>
              <a:ext uri="{FF2B5EF4-FFF2-40B4-BE49-F238E27FC236}">
                <a16:creationId xmlns:a16="http://schemas.microsoft.com/office/drawing/2014/main" id="{7642ECFA-9F7D-A640-BDFD-0E0EB3C2A67D}"/>
              </a:ext>
            </a:extLst>
          </p:cNvPr>
          <p:cNvGrpSpPr>
            <a:grpSpLocks/>
          </p:cNvGrpSpPr>
          <p:nvPr/>
        </p:nvGrpSpPr>
        <p:grpSpPr bwMode="auto">
          <a:xfrm>
            <a:off x="7321551" y="3629026"/>
            <a:ext cx="390525" cy="169863"/>
            <a:chOff x="4650" y="1129"/>
            <a:chExt cx="246" cy="95"/>
          </a:xfrm>
        </p:grpSpPr>
        <p:sp>
          <p:nvSpPr>
            <p:cNvPr id="44556" name="Oval 407">
              <a:extLst>
                <a:ext uri="{FF2B5EF4-FFF2-40B4-BE49-F238E27FC236}">
                  <a16:creationId xmlns:a16="http://schemas.microsoft.com/office/drawing/2014/main" id="{711832B9-7C99-D14E-99E5-DC6DCB77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7" name="Rectangle 410">
              <a:extLst>
                <a:ext uri="{FF2B5EF4-FFF2-40B4-BE49-F238E27FC236}">
                  <a16:creationId xmlns:a16="http://schemas.microsoft.com/office/drawing/2014/main" id="{D4561B1E-C76D-0749-AE09-D4D28DB0C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8" name="Oval 411">
              <a:extLst>
                <a:ext uri="{FF2B5EF4-FFF2-40B4-BE49-F238E27FC236}">
                  <a16:creationId xmlns:a16="http://schemas.microsoft.com/office/drawing/2014/main" id="{6E88699B-20C0-CF4E-963F-C1A739120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59" name="Group 1435">
              <a:extLst>
                <a:ext uri="{FF2B5EF4-FFF2-40B4-BE49-F238E27FC236}">
                  <a16:creationId xmlns:a16="http://schemas.microsoft.com/office/drawing/2014/main" id="{66EF4985-F7C5-974E-8C81-702B17F96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62" name="Freeform 1436">
                <a:extLst>
                  <a:ext uri="{FF2B5EF4-FFF2-40B4-BE49-F238E27FC236}">
                    <a16:creationId xmlns:a16="http://schemas.microsoft.com/office/drawing/2014/main" id="{7FC70D93-DE50-8B44-BCFE-0D54653E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63" name="Freeform 1437">
                <a:extLst>
                  <a:ext uri="{FF2B5EF4-FFF2-40B4-BE49-F238E27FC236}">
                    <a16:creationId xmlns:a16="http://schemas.microsoft.com/office/drawing/2014/main" id="{B903526C-7D1C-D64E-B4D5-2381A49A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60" name="Line 1438">
              <a:extLst>
                <a:ext uri="{FF2B5EF4-FFF2-40B4-BE49-F238E27FC236}">
                  <a16:creationId xmlns:a16="http://schemas.microsoft.com/office/drawing/2014/main" id="{E653B502-BCA0-3D4F-8EC6-677BBC2F7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Line 1439">
              <a:extLst>
                <a:ext uri="{FF2B5EF4-FFF2-40B4-BE49-F238E27FC236}">
                  <a16:creationId xmlns:a16="http://schemas.microsoft.com/office/drawing/2014/main" id="{7CFCE9F7-C5AA-7946-B949-7CADCFC99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4" name="Group 1440">
            <a:extLst>
              <a:ext uri="{FF2B5EF4-FFF2-40B4-BE49-F238E27FC236}">
                <a16:creationId xmlns:a16="http://schemas.microsoft.com/office/drawing/2014/main" id="{3D41460D-B4AE-1D4D-BD84-07E56D0080EE}"/>
              </a:ext>
            </a:extLst>
          </p:cNvPr>
          <p:cNvGrpSpPr>
            <a:grpSpLocks/>
          </p:cNvGrpSpPr>
          <p:nvPr/>
        </p:nvGrpSpPr>
        <p:grpSpPr bwMode="auto">
          <a:xfrm>
            <a:off x="7621589" y="2476501"/>
            <a:ext cx="390525" cy="169863"/>
            <a:chOff x="4650" y="1129"/>
            <a:chExt cx="246" cy="95"/>
          </a:xfrm>
        </p:grpSpPr>
        <p:sp>
          <p:nvSpPr>
            <p:cNvPr id="44548" name="Oval 407">
              <a:extLst>
                <a:ext uri="{FF2B5EF4-FFF2-40B4-BE49-F238E27FC236}">
                  <a16:creationId xmlns:a16="http://schemas.microsoft.com/office/drawing/2014/main" id="{8B03575B-58E5-C54A-AB3F-73C54BC6F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49" name="Rectangle 410">
              <a:extLst>
                <a:ext uri="{FF2B5EF4-FFF2-40B4-BE49-F238E27FC236}">
                  <a16:creationId xmlns:a16="http://schemas.microsoft.com/office/drawing/2014/main" id="{C4F3C060-4D78-D44A-AE45-8CF69EE5C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0" name="Oval 411">
              <a:extLst>
                <a:ext uri="{FF2B5EF4-FFF2-40B4-BE49-F238E27FC236}">
                  <a16:creationId xmlns:a16="http://schemas.microsoft.com/office/drawing/2014/main" id="{B7710D13-8822-B14F-8731-7F928621B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51" name="Group 1444">
              <a:extLst>
                <a:ext uri="{FF2B5EF4-FFF2-40B4-BE49-F238E27FC236}">
                  <a16:creationId xmlns:a16="http://schemas.microsoft.com/office/drawing/2014/main" id="{90133326-DDF3-F74C-B946-8FF44B558D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54" name="Freeform 1445">
                <a:extLst>
                  <a:ext uri="{FF2B5EF4-FFF2-40B4-BE49-F238E27FC236}">
                    <a16:creationId xmlns:a16="http://schemas.microsoft.com/office/drawing/2014/main" id="{74327A4E-5756-4842-B37F-66BFF158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55" name="Freeform 1446">
                <a:extLst>
                  <a:ext uri="{FF2B5EF4-FFF2-40B4-BE49-F238E27FC236}">
                    <a16:creationId xmlns:a16="http://schemas.microsoft.com/office/drawing/2014/main" id="{AC9497E0-DEA8-4C4C-87D9-81BE8FB54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52" name="Line 1447">
              <a:extLst>
                <a:ext uri="{FF2B5EF4-FFF2-40B4-BE49-F238E27FC236}">
                  <a16:creationId xmlns:a16="http://schemas.microsoft.com/office/drawing/2014/main" id="{D2637989-1994-AE45-B7C8-FC9887A847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Line 1448">
              <a:extLst>
                <a:ext uri="{FF2B5EF4-FFF2-40B4-BE49-F238E27FC236}">
                  <a16:creationId xmlns:a16="http://schemas.microsoft.com/office/drawing/2014/main" id="{00092B4A-C784-844C-B4F8-D7FA7C5910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5" name="Group 1449">
            <a:extLst>
              <a:ext uri="{FF2B5EF4-FFF2-40B4-BE49-F238E27FC236}">
                <a16:creationId xmlns:a16="http://schemas.microsoft.com/office/drawing/2014/main" id="{7621E465-A657-C248-9428-79FF5507B65C}"/>
              </a:ext>
            </a:extLst>
          </p:cNvPr>
          <p:cNvGrpSpPr>
            <a:grpSpLocks/>
          </p:cNvGrpSpPr>
          <p:nvPr/>
        </p:nvGrpSpPr>
        <p:grpSpPr bwMode="auto">
          <a:xfrm>
            <a:off x="6880226" y="3489326"/>
            <a:ext cx="506413" cy="352425"/>
            <a:chOff x="2967" y="478"/>
            <a:chExt cx="788" cy="625"/>
          </a:xfrm>
        </p:grpSpPr>
        <p:pic>
          <p:nvPicPr>
            <p:cNvPr id="44546" name="Picture 1450" descr="access_point_stylized_small">
              <a:extLst>
                <a:ext uri="{FF2B5EF4-FFF2-40B4-BE49-F238E27FC236}">
                  <a16:creationId xmlns:a16="http://schemas.microsoft.com/office/drawing/2014/main" id="{FE90522C-D598-8C4D-8CC7-9EFF906C8B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7" name="Picture 1451" descr="antenna_radiation_stylized">
              <a:extLst>
                <a:ext uri="{FF2B5EF4-FFF2-40B4-BE49-F238E27FC236}">
                  <a16:creationId xmlns:a16="http://schemas.microsoft.com/office/drawing/2014/main" id="{5BA34D01-27D6-814A-854D-14C6741FDF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6" name="Group 1452">
            <a:extLst>
              <a:ext uri="{FF2B5EF4-FFF2-40B4-BE49-F238E27FC236}">
                <a16:creationId xmlns:a16="http://schemas.microsoft.com/office/drawing/2014/main" id="{31A35345-A560-FB4D-9FCB-C9F9B604F76A}"/>
              </a:ext>
            </a:extLst>
          </p:cNvPr>
          <p:cNvGrpSpPr>
            <a:grpSpLocks/>
          </p:cNvGrpSpPr>
          <p:nvPr/>
        </p:nvGrpSpPr>
        <p:grpSpPr bwMode="auto">
          <a:xfrm>
            <a:off x="8401051" y="4992689"/>
            <a:ext cx="563563" cy="420687"/>
            <a:chOff x="2967" y="478"/>
            <a:chExt cx="788" cy="625"/>
          </a:xfrm>
        </p:grpSpPr>
        <p:pic>
          <p:nvPicPr>
            <p:cNvPr id="44544" name="Picture 1453" descr="access_point_stylized_small">
              <a:extLst>
                <a:ext uri="{FF2B5EF4-FFF2-40B4-BE49-F238E27FC236}">
                  <a16:creationId xmlns:a16="http://schemas.microsoft.com/office/drawing/2014/main" id="{6AAA8F8B-66DE-D245-A9A5-730C1EBA21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5" name="Picture 1454" descr="antenna_radiation_stylized">
              <a:extLst>
                <a:ext uri="{FF2B5EF4-FFF2-40B4-BE49-F238E27FC236}">
                  <a16:creationId xmlns:a16="http://schemas.microsoft.com/office/drawing/2014/main" id="{D25518C1-A524-9C46-A864-7DB923E40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7" name="Group 1455">
            <a:extLst>
              <a:ext uri="{FF2B5EF4-FFF2-40B4-BE49-F238E27FC236}">
                <a16:creationId xmlns:a16="http://schemas.microsoft.com/office/drawing/2014/main" id="{39E642D5-BDF6-7A4F-8D8C-A17581A835A8}"/>
              </a:ext>
            </a:extLst>
          </p:cNvPr>
          <p:cNvGrpSpPr>
            <a:grpSpLocks/>
          </p:cNvGrpSpPr>
          <p:nvPr/>
        </p:nvGrpSpPr>
        <p:grpSpPr bwMode="auto">
          <a:xfrm>
            <a:off x="7329488" y="1833564"/>
            <a:ext cx="457200" cy="631825"/>
            <a:chOff x="742" y="2409"/>
            <a:chExt cx="576" cy="881"/>
          </a:xfrm>
        </p:grpSpPr>
        <p:grpSp>
          <p:nvGrpSpPr>
            <p:cNvPr id="44526" name="Group 1456">
              <a:extLst>
                <a:ext uri="{FF2B5EF4-FFF2-40B4-BE49-F238E27FC236}">
                  <a16:creationId xmlns:a16="http://schemas.microsoft.com/office/drawing/2014/main" id="{3882C571-9EC4-7A41-B7D9-4D8065A1E2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" y="2643"/>
              <a:ext cx="376" cy="647"/>
              <a:chOff x="3130" y="3288"/>
              <a:chExt cx="410" cy="742"/>
            </a:xfrm>
          </p:grpSpPr>
          <p:sp>
            <p:nvSpPr>
              <p:cNvPr id="44529" name="Line 270">
                <a:extLst>
                  <a:ext uri="{FF2B5EF4-FFF2-40B4-BE49-F238E27FC236}">
                    <a16:creationId xmlns:a16="http://schemas.microsoft.com/office/drawing/2014/main" id="{6E142F00-73B7-8748-88A2-77F8469BBE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0" name="Line 271">
                <a:extLst>
                  <a:ext uri="{FF2B5EF4-FFF2-40B4-BE49-F238E27FC236}">
                    <a16:creationId xmlns:a16="http://schemas.microsoft.com/office/drawing/2014/main" id="{354420B1-FBB9-1A46-930A-4C56DC03A4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1" name="Line 272">
                <a:extLst>
                  <a:ext uri="{FF2B5EF4-FFF2-40B4-BE49-F238E27FC236}">
                    <a16:creationId xmlns:a16="http://schemas.microsoft.com/office/drawing/2014/main" id="{24DF3A66-735A-274A-9446-572A3092D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2" name="Line 273">
                <a:extLst>
                  <a:ext uri="{FF2B5EF4-FFF2-40B4-BE49-F238E27FC236}">
                    <a16:creationId xmlns:a16="http://schemas.microsoft.com/office/drawing/2014/main" id="{041492EE-9176-6544-B7BD-8F1E3944C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3" name="Line 274">
                <a:extLst>
                  <a:ext uri="{FF2B5EF4-FFF2-40B4-BE49-F238E27FC236}">
                    <a16:creationId xmlns:a16="http://schemas.microsoft.com/office/drawing/2014/main" id="{38A4D4C3-2DA7-974A-A651-881698BC4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4" name="Line 275">
                <a:extLst>
                  <a:ext uri="{FF2B5EF4-FFF2-40B4-BE49-F238E27FC236}">
                    <a16:creationId xmlns:a16="http://schemas.microsoft.com/office/drawing/2014/main" id="{0AE11F2B-86A2-0943-BEFB-3B3E06FFFC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5" name="Line 276">
                <a:extLst>
                  <a:ext uri="{FF2B5EF4-FFF2-40B4-BE49-F238E27FC236}">
                    <a16:creationId xmlns:a16="http://schemas.microsoft.com/office/drawing/2014/main" id="{8DFDE79F-A514-0948-A55E-D8850714A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6" name="Line 277">
                <a:extLst>
                  <a:ext uri="{FF2B5EF4-FFF2-40B4-BE49-F238E27FC236}">
                    <a16:creationId xmlns:a16="http://schemas.microsoft.com/office/drawing/2014/main" id="{FC7A3928-00FA-BE48-8B32-00AC213CA6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7" name="Line 278">
                <a:extLst>
                  <a:ext uri="{FF2B5EF4-FFF2-40B4-BE49-F238E27FC236}">
                    <a16:creationId xmlns:a16="http://schemas.microsoft.com/office/drawing/2014/main" id="{D39EDFDC-97C7-5A4A-A820-2572E94A57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8" name="Line 279">
                <a:extLst>
                  <a:ext uri="{FF2B5EF4-FFF2-40B4-BE49-F238E27FC236}">
                    <a16:creationId xmlns:a16="http://schemas.microsoft.com/office/drawing/2014/main" id="{26A1BE48-1269-DE49-92BF-CAA33FA24E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9" name="Line 280">
                <a:extLst>
                  <a:ext uri="{FF2B5EF4-FFF2-40B4-BE49-F238E27FC236}">
                    <a16:creationId xmlns:a16="http://schemas.microsoft.com/office/drawing/2014/main" id="{05FF4976-ED3B-6149-8D38-C622C6BE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0" name="Line 281">
                <a:extLst>
                  <a:ext uri="{FF2B5EF4-FFF2-40B4-BE49-F238E27FC236}">
                    <a16:creationId xmlns:a16="http://schemas.microsoft.com/office/drawing/2014/main" id="{8975424B-7E3A-D441-A3F6-FF0BBFEBED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1" name="Line 282">
                <a:extLst>
                  <a:ext uri="{FF2B5EF4-FFF2-40B4-BE49-F238E27FC236}">
                    <a16:creationId xmlns:a16="http://schemas.microsoft.com/office/drawing/2014/main" id="{B6AAC1CD-6B20-B74A-A7DB-12C998E04F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2" name="Line 283">
                <a:extLst>
                  <a:ext uri="{FF2B5EF4-FFF2-40B4-BE49-F238E27FC236}">
                    <a16:creationId xmlns:a16="http://schemas.microsoft.com/office/drawing/2014/main" id="{F5A3F4E8-5D91-304C-9545-C03648EB4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3" name="Line 284">
                <a:extLst>
                  <a:ext uri="{FF2B5EF4-FFF2-40B4-BE49-F238E27FC236}">
                    <a16:creationId xmlns:a16="http://schemas.microsoft.com/office/drawing/2014/main" id="{7A914382-6D5F-C940-84CC-CC9EDE5649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4527" name="Picture 1472" descr="cell_tower_radiation copy">
              <a:extLst>
                <a:ext uri="{FF2B5EF4-FFF2-40B4-BE49-F238E27FC236}">
                  <a16:creationId xmlns:a16="http://schemas.microsoft.com/office/drawing/2014/main" id="{28923C18-F4D9-3D4D-A05A-D3675AAB1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" y="2409"/>
              <a:ext cx="576" cy="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528" name="Oval 1473">
              <a:extLst>
                <a:ext uri="{FF2B5EF4-FFF2-40B4-BE49-F238E27FC236}">
                  <a16:creationId xmlns:a16="http://schemas.microsoft.com/office/drawing/2014/main" id="{250FC1EA-31D1-1441-AF36-9FEF48767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2597"/>
              <a:ext cx="66" cy="6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88" name="Group 1474">
            <a:extLst>
              <a:ext uri="{FF2B5EF4-FFF2-40B4-BE49-F238E27FC236}">
                <a16:creationId xmlns:a16="http://schemas.microsoft.com/office/drawing/2014/main" id="{B13A916E-FFBF-A44F-93FD-136AE4C0FA25}"/>
              </a:ext>
            </a:extLst>
          </p:cNvPr>
          <p:cNvGrpSpPr>
            <a:grpSpLocks/>
          </p:cNvGrpSpPr>
          <p:nvPr/>
        </p:nvGrpSpPr>
        <p:grpSpPr bwMode="auto">
          <a:xfrm>
            <a:off x="9509126" y="4991101"/>
            <a:ext cx="227013" cy="481013"/>
            <a:chOff x="4140" y="429"/>
            <a:chExt cx="1425" cy="2396"/>
          </a:xfrm>
        </p:grpSpPr>
        <p:sp>
          <p:nvSpPr>
            <p:cNvPr id="44494" name="Freeform 1475">
              <a:extLst>
                <a:ext uri="{FF2B5EF4-FFF2-40B4-BE49-F238E27FC236}">
                  <a16:creationId xmlns:a16="http://schemas.microsoft.com/office/drawing/2014/main" id="{12638E0C-0A23-474B-BD4E-398DD3D1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8 w 354"/>
                <a:gd name="T3" fmla="*/ 16 h 2742"/>
                <a:gd name="T4" fmla="*/ 8 w 354"/>
                <a:gd name="T5" fmla="*/ 119 h 2742"/>
                <a:gd name="T6" fmla="*/ 0 w 354"/>
                <a:gd name="T7" fmla="*/ 124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Rectangle 1476">
              <a:extLst>
                <a:ext uri="{FF2B5EF4-FFF2-40B4-BE49-F238E27FC236}">
                  <a16:creationId xmlns:a16="http://schemas.microsoft.com/office/drawing/2014/main" id="{2E69DCE9-46FB-6A4A-9016-480E725C8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96" name="Freeform 1477">
              <a:extLst>
                <a:ext uri="{FF2B5EF4-FFF2-40B4-BE49-F238E27FC236}">
                  <a16:creationId xmlns:a16="http://schemas.microsoft.com/office/drawing/2014/main" id="{685DE294-BC22-2742-994B-3C9459B8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 w 211"/>
                <a:gd name="T3" fmla="*/ 11 h 2537"/>
                <a:gd name="T4" fmla="*/ 2 w 211"/>
                <a:gd name="T5" fmla="*/ 11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1478">
              <a:extLst>
                <a:ext uri="{FF2B5EF4-FFF2-40B4-BE49-F238E27FC236}">
                  <a16:creationId xmlns:a16="http://schemas.microsoft.com/office/drawing/2014/main" id="{2456B8C3-69A2-6C4F-84D1-A5CC0CB0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7 h 226"/>
                <a:gd name="T4" fmla="*/ 7 w 328"/>
                <a:gd name="T5" fmla="*/ 11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Rectangle 1479">
              <a:extLst>
                <a:ext uri="{FF2B5EF4-FFF2-40B4-BE49-F238E27FC236}">
                  <a16:creationId xmlns:a16="http://schemas.microsoft.com/office/drawing/2014/main" id="{E336C235-B64E-144E-886E-3A67BA606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99" name="Group 1480">
              <a:extLst>
                <a:ext uri="{FF2B5EF4-FFF2-40B4-BE49-F238E27FC236}">
                  <a16:creationId xmlns:a16="http://schemas.microsoft.com/office/drawing/2014/main" id="{F3FE79DB-B9FE-964F-A235-011184F12F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524" name="AutoShape 1481">
                <a:extLst>
                  <a:ext uri="{FF2B5EF4-FFF2-40B4-BE49-F238E27FC236}">
                    <a16:creationId xmlns:a16="http://schemas.microsoft.com/office/drawing/2014/main" id="{EF2FDF52-4F16-014A-B70B-56D40EA7B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5" name="AutoShape 1482">
                <a:extLst>
                  <a:ext uri="{FF2B5EF4-FFF2-40B4-BE49-F238E27FC236}">
                    <a16:creationId xmlns:a16="http://schemas.microsoft.com/office/drawing/2014/main" id="{6E033290-6F53-524D-985B-9BAC5A076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0" name="Rectangle 1483">
              <a:extLst>
                <a:ext uri="{FF2B5EF4-FFF2-40B4-BE49-F238E27FC236}">
                  <a16:creationId xmlns:a16="http://schemas.microsoft.com/office/drawing/2014/main" id="{127C0771-9C4A-2B40-B069-91DBC790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501" name="Group 1484">
              <a:extLst>
                <a:ext uri="{FF2B5EF4-FFF2-40B4-BE49-F238E27FC236}">
                  <a16:creationId xmlns:a16="http://schemas.microsoft.com/office/drawing/2014/main" id="{F0A67C4D-232E-1545-B2AF-6D894147F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522" name="AutoShape 1485">
                <a:extLst>
                  <a:ext uri="{FF2B5EF4-FFF2-40B4-BE49-F238E27FC236}">
                    <a16:creationId xmlns:a16="http://schemas.microsoft.com/office/drawing/2014/main" id="{4F94E4A0-6D5C-1E4A-AA91-9CF78C02D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3" name="AutoShape 1486">
                <a:extLst>
                  <a:ext uri="{FF2B5EF4-FFF2-40B4-BE49-F238E27FC236}">
                    <a16:creationId xmlns:a16="http://schemas.microsoft.com/office/drawing/2014/main" id="{F8E002AA-92C8-5946-A160-0953FD9F8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2" name="Rectangle 1487">
              <a:extLst>
                <a:ext uri="{FF2B5EF4-FFF2-40B4-BE49-F238E27FC236}">
                  <a16:creationId xmlns:a16="http://schemas.microsoft.com/office/drawing/2014/main" id="{A5775536-6EF6-5647-A210-0E5681261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03" name="Rectangle 1488">
              <a:extLst>
                <a:ext uri="{FF2B5EF4-FFF2-40B4-BE49-F238E27FC236}">
                  <a16:creationId xmlns:a16="http://schemas.microsoft.com/office/drawing/2014/main" id="{E003688D-DB28-B241-88A6-25BF8D0A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504" name="Group 1489">
              <a:extLst>
                <a:ext uri="{FF2B5EF4-FFF2-40B4-BE49-F238E27FC236}">
                  <a16:creationId xmlns:a16="http://schemas.microsoft.com/office/drawing/2014/main" id="{C03FE9ED-1FCD-AE43-A426-3BD24BF2D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520" name="AutoShape 1490">
                <a:extLst>
                  <a:ext uri="{FF2B5EF4-FFF2-40B4-BE49-F238E27FC236}">
                    <a16:creationId xmlns:a16="http://schemas.microsoft.com/office/drawing/2014/main" id="{E82610AF-6AED-9A4F-9830-001EC6D62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1" name="AutoShape 1491">
                <a:extLst>
                  <a:ext uri="{FF2B5EF4-FFF2-40B4-BE49-F238E27FC236}">
                    <a16:creationId xmlns:a16="http://schemas.microsoft.com/office/drawing/2014/main" id="{21A8235F-1634-DB48-8C06-BD60E3EEB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5" name="Freeform 1492">
              <a:extLst>
                <a:ext uri="{FF2B5EF4-FFF2-40B4-BE49-F238E27FC236}">
                  <a16:creationId xmlns:a16="http://schemas.microsoft.com/office/drawing/2014/main" id="{959611E1-D566-AC4D-BCB8-8C53983D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6 h 226"/>
                <a:gd name="T4" fmla="*/ 7 w 328"/>
                <a:gd name="T5" fmla="*/ 10 h 226"/>
                <a:gd name="T6" fmla="*/ 0 w 328"/>
                <a:gd name="T7" fmla="*/ 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506" name="Group 1493">
              <a:extLst>
                <a:ext uri="{FF2B5EF4-FFF2-40B4-BE49-F238E27FC236}">
                  <a16:creationId xmlns:a16="http://schemas.microsoft.com/office/drawing/2014/main" id="{87D2EDDE-6C08-AD47-B71C-DD5DB3F045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518" name="AutoShape 1494">
                <a:extLst>
                  <a:ext uri="{FF2B5EF4-FFF2-40B4-BE49-F238E27FC236}">
                    <a16:creationId xmlns:a16="http://schemas.microsoft.com/office/drawing/2014/main" id="{CBA56D3B-BFB8-8146-B3BE-4243B46A6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19" name="AutoShape 1495">
                <a:extLst>
                  <a:ext uri="{FF2B5EF4-FFF2-40B4-BE49-F238E27FC236}">
                    <a16:creationId xmlns:a16="http://schemas.microsoft.com/office/drawing/2014/main" id="{AD852011-D315-4247-ADC8-48D5DA9BA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7" name="Rectangle 1496">
              <a:extLst>
                <a:ext uri="{FF2B5EF4-FFF2-40B4-BE49-F238E27FC236}">
                  <a16:creationId xmlns:a16="http://schemas.microsoft.com/office/drawing/2014/main" id="{47AB211B-813C-F44F-9BDE-5A10EDCA8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08" name="Freeform 1497">
              <a:extLst>
                <a:ext uri="{FF2B5EF4-FFF2-40B4-BE49-F238E27FC236}">
                  <a16:creationId xmlns:a16="http://schemas.microsoft.com/office/drawing/2014/main" id="{024F97FE-4E20-2D47-B989-35FDDF0B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 w 296"/>
                <a:gd name="T3" fmla="*/ 6 h 256"/>
                <a:gd name="T4" fmla="*/ 7 w 296"/>
                <a:gd name="T5" fmla="*/ 11 h 256"/>
                <a:gd name="T6" fmla="*/ 0 w 296"/>
                <a:gd name="T7" fmla="*/ 4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Freeform 1498">
              <a:extLst>
                <a:ext uri="{FF2B5EF4-FFF2-40B4-BE49-F238E27FC236}">
                  <a16:creationId xmlns:a16="http://schemas.microsoft.com/office/drawing/2014/main" id="{129048BE-0432-0E4C-968D-C53E0A21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7 w 304"/>
                <a:gd name="T3" fmla="*/ 8 h 288"/>
                <a:gd name="T4" fmla="*/ 6 w 304"/>
                <a:gd name="T5" fmla="*/ 13 h 288"/>
                <a:gd name="T6" fmla="*/ 2 w 304"/>
                <a:gd name="T7" fmla="*/ 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Oval 1499">
              <a:extLst>
                <a:ext uri="{FF2B5EF4-FFF2-40B4-BE49-F238E27FC236}">
                  <a16:creationId xmlns:a16="http://schemas.microsoft.com/office/drawing/2014/main" id="{BBF2005F-7A90-D84E-938A-7BEB45028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1" name="Freeform 1500">
              <a:extLst>
                <a:ext uri="{FF2B5EF4-FFF2-40B4-BE49-F238E27FC236}">
                  <a16:creationId xmlns:a16="http://schemas.microsoft.com/office/drawing/2014/main" id="{AB49EFDC-7DD4-5C4B-B952-F77FEB32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6 h 240"/>
                <a:gd name="T2" fmla="*/ 2 w 306"/>
                <a:gd name="T3" fmla="*/ 11 h 240"/>
                <a:gd name="T4" fmla="*/ 7 w 306"/>
                <a:gd name="T5" fmla="*/ 6 h 240"/>
                <a:gd name="T6" fmla="*/ 7 w 306"/>
                <a:gd name="T7" fmla="*/ 0 h 240"/>
                <a:gd name="T8" fmla="*/ 0 w 306"/>
                <a:gd name="T9" fmla="*/ 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AutoShape 1501">
              <a:extLst>
                <a:ext uri="{FF2B5EF4-FFF2-40B4-BE49-F238E27FC236}">
                  <a16:creationId xmlns:a16="http://schemas.microsoft.com/office/drawing/2014/main" id="{4E1FCEEB-A4C3-7549-9A99-A9318756B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3" name="AutoShape 1502">
              <a:extLst>
                <a:ext uri="{FF2B5EF4-FFF2-40B4-BE49-F238E27FC236}">
                  <a16:creationId xmlns:a16="http://schemas.microsoft.com/office/drawing/2014/main" id="{68B29A8C-773B-3143-A7D4-684ADB732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4" name="Oval 1503">
              <a:extLst>
                <a:ext uri="{FF2B5EF4-FFF2-40B4-BE49-F238E27FC236}">
                  <a16:creationId xmlns:a16="http://schemas.microsoft.com/office/drawing/2014/main" id="{21F600AE-20C8-5A40-B662-970EBB397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5" name="Oval 1504">
              <a:extLst>
                <a:ext uri="{FF2B5EF4-FFF2-40B4-BE49-F238E27FC236}">
                  <a16:creationId xmlns:a16="http://schemas.microsoft.com/office/drawing/2014/main" id="{B0F6C7D5-4BBB-CC4D-9625-4CC7250C4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4516" name="Oval 1505">
              <a:extLst>
                <a:ext uri="{FF2B5EF4-FFF2-40B4-BE49-F238E27FC236}">
                  <a16:creationId xmlns:a16="http://schemas.microsoft.com/office/drawing/2014/main" id="{78496E2A-7116-E141-8E99-2C6DD1DA0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7" name="Rectangle 1506">
              <a:extLst>
                <a:ext uri="{FF2B5EF4-FFF2-40B4-BE49-F238E27FC236}">
                  <a16:creationId xmlns:a16="http://schemas.microsoft.com/office/drawing/2014/main" id="{42354430-AA6B-394C-A29B-72E392C4C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89" name="Group 1507">
            <a:extLst>
              <a:ext uri="{FF2B5EF4-FFF2-40B4-BE49-F238E27FC236}">
                <a16:creationId xmlns:a16="http://schemas.microsoft.com/office/drawing/2014/main" id="{5B550F5D-8955-2C4D-A896-04A05E3F2345}"/>
              </a:ext>
            </a:extLst>
          </p:cNvPr>
          <p:cNvGrpSpPr>
            <a:grpSpLocks/>
          </p:cNvGrpSpPr>
          <p:nvPr/>
        </p:nvGrpSpPr>
        <p:grpSpPr bwMode="auto">
          <a:xfrm>
            <a:off x="9193213" y="5292726"/>
            <a:ext cx="227012" cy="481013"/>
            <a:chOff x="4140" y="429"/>
            <a:chExt cx="1425" cy="2396"/>
          </a:xfrm>
        </p:grpSpPr>
        <p:sp>
          <p:nvSpPr>
            <p:cNvPr id="44462" name="Freeform 1508">
              <a:extLst>
                <a:ext uri="{FF2B5EF4-FFF2-40B4-BE49-F238E27FC236}">
                  <a16:creationId xmlns:a16="http://schemas.microsoft.com/office/drawing/2014/main" id="{3B557F47-6B61-694A-B858-F5304576E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8 w 354"/>
                <a:gd name="T3" fmla="*/ 16 h 2742"/>
                <a:gd name="T4" fmla="*/ 8 w 354"/>
                <a:gd name="T5" fmla="*/ 119 h 2742"/>
                <a:gd name="T6" fmla="*/ 0 w 354"/>
                <a:gd name="T7" fmla="*/ 124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3" name="Rectangle 1509">
              <a:extLst>
                <a:ext uri="{FF2B5EF4-FFF2-40B4-BE49-F238E27FC236}">
                  <a16:creationId xmlns:a16="http://schemas.microsoft.com/office/drawing/2014/main" id="{CC71DB38-BDAB-B849-9EC9-13617270C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64" name="Freeform 1510">
              <a:extLst>
                <a:ext uri="{FF2B5EF4-FFF2-40B4-BE49-F238E27FC236}">
                  <a16:creationId xmlns:a16="http://schemas.microsoft.com/office/drawing/2014/main" id="{543A058E-1CDF-6745-9F84-D6C8E485B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 w 211"/>
                <a:gd name="T3" fmla="*/ 11 h 2537"/>
                <a:gd name="T4" fmla="*/ 2 w 211"/>
                <a:gd name="T5" fmla="*/ 11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1511">
              <a:extLst>
                <a:ext uri="{FF2B5EF4-FFF2-40B4-BE49-F238E27FC236}">
                  <a16:creationId xmlns:a16="http://schemas.microsoft.com/office/drawing/2014/main" id="{472070D3-7AC6-2E42-BB43-DF2B98AA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7 h 226"/>
                <a:gd name="T4" fmla="*/ 7 w 328"/>
                <a:gd name="T5" fmla="*/ 11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Rectangle 1512">
              <a:extLst>
                <a:ext uri="{FF2B5EF4-FFF2-40B4-BE49-F238E27FC236}">
                  <a16:creationId xmlns:a16="http://schemas.microsoft.com/office/drawing/2014/main" id="{46EBA8D3-7F16-E74C-BEF4-BAFEA0F59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67" name="Group 1513">
              <a:extLst>
                <a:ext uri="{FF2B5EF4-FFF2-40B4-BE49-F238E27FC236}">
                  <a16:creationId xmlns:a16="http://schemas.microsoft.com/office/drawing/2014/main" id="{9238FD16-EDAC-4548-93BD-C975327F66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492" name="AutoShape 1514">
                <a:extLst>
                  <a:ext uri="{FF2B5EF4-FFF2-40B4-BE49-F238E27FC236}">
                    <a16:creationId xmlns:a16="http://schemas.microsoft.com/office/drawing/2014/main" id="{D2F208AE-D67A-FD40-981E-38288B3E5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93" name="AutoShape 1515">
                <a:extLst>
                  <a:ext uri="{FF2B5EF4-FFF2-40B4-BE49-F238E27FC236}">
                    <a16:creationId xmlns:a16="http://schemas.microsoft.com/office/drawing/2014/main" id="{0EA53CC5-95A3-304B-BC62-574911AD5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68" name="Rectangle 1516">
              <a:extLst>
                <a:ext uri="{FF2B5EF4-FFF2-40B4-BE49-F238E27FC236}">
                  <a16:creationId xmlns:a16="http://schemas.microsoft.com/office/drawing/2014/main" id="{9C139644-968F-394F-BD6F-16F7D1294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69" name="Group 1517">
              <a:extLst>
                <a:ext uri="{FF2B5EF4-FFF2-40B4-BE49-F238E27FC236}">
                  <a16:creationId xmlns:a16="http://schemas.microsoft.com/office/drawing/2014/main" id="{ACD4B1F6-8FC9-464D-A5A8-17796BEBF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490" name="AutoShape 1518">
                <a:extLst>
                  <a:ext uri="{FF2B5EF4-FFF2-40B4-BE49-F238E27FC236}">
                    <a16:creationId xmlns:a16="http://schemas.microsoft.com/office/drawing/2014/main" id="{1C35DB40-55FF-A349-AFF2-73FC82169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91" name="AutoShape 1519">
                <a:extLst>
                  <a:ext uri="{FF2B5EF4-FFF2-40B4-BE49-F238E27FC236}">
                    <a16:creationId xmlns:a16="http://schemas.microsoft.com/office/drawing/2014/main" id="{EF25274A-0DBD-624D-B3FF-16824577B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0" name="Rectangle 1520">
              <a:extLst>
                <a:ext uri="{FF2B5EF4-FFF2-40B4-BE49-F238E27FC236}">
                  <a16:creationId xmlns:a16="http://schemas.microsoft.com/office/drawing/2014/main" id="{03B7576C-69D9-024A-858D-D776D0EB2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1" name="Rectangle 1521">
              <a:extLst>
                <a:ext uri="{FF2B5EF4-FFF2-40B4-BE49-F238E27FC236}">
                  <a16:creationId xmlns:a16="http://schemas.microsoft.com/office/drawing/2014/main" id="{A6F11043-F1B3-CF44-90A5-44B566C44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72" name="Group 1522">
              <a:extLst>
                <a:ext uri="{FF2B5EF4-FFF2-40B4-BE49-F238E27FC236}">
                  <a16:creationId xmlns:a16="http://schemas.microsoft.com/office/drawing/2014/main" id="{7D2F4C3E-561B-6C42-95E8-ADF6E5E8DC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488" name="AutoShape 1523">
                <a:extLst>
                  <a:ext uri="{FF2B5EF4-FFF2-40B4-BE49-F238E27FC236}">
                    <a16:creationId xmlns:a16="http://schemas.microsoft.com/office/drawing/2014/main" id="{73BE929C-774F-FD4E-A23A-B79A0CFF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89" name="AutoShape 1524">
                <a:extLst>
                  <a:ext uri="{FF2B5EF4-FFF2-40B4-BE49-F238E27FC236}">
                    <a16:creationId xmlns:a16="http://schemas.microsoft.com/office/drawing/2014/main" id="{45BAC254-F441-D74B-A514-F948851C0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3" name="Freeform 1525">
              <a:extLst>
                <a:ext uri="{FF2B5EF4-FFF2-40B4-BE49-F238E27FC236}">
                  <a16:creationId xmlns:a16="http://schemas.microsoft.com/office/drawing/2014/main" id="{A1369362-BF27-CB4D-9857-9F092313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6 h 226"/>
                <a:gd name="T4" fmla="*/ 7 w 328"/>
                <a:gd name="T5" fmla="*/ 10 h 226"/>
                <a:gd name="T6" fmla="*/ 0 w 328"/>
                <a:gd name="T7" fmla="*/ 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74" name="Group 1526">
              <a:extLst>
                <a:ext uri="{FF2B5EF4-FFF2-40B4-BE49-F238E27FC236}">
                  <a16:creationId xmlns:a16="http://schemas.microsoft.com/office/drawing/2014/main" id="{73AAE54D-00FA-8248-89B7-0F8F9A16AA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486" name="AutoShape 1527">
                <a:extLst>
                  <a:ext uri="{FF2B5EF4-FFF2-40B4-BE49-F238E27FC236}">
                    <a16:creationId xmlns:a16="http://schemas.microsoft.com/office/drawing/2014/main" id="{DA043B8C-91B9-144E-AA19-2CD1E220C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87" name="AutoShape 1528">
                <a:extLst>
                  <a:ext uri="{FF2B5EF4-FFF2-40B4-BE49-F238E27FC236}">
                    <a16:creationId xmlns:a16="http://schemas.microsoft.com/office/drawing/2014/main" id="{B42AD227-655B-6D40-9D86-9963D390B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5" name="Rectangle 1529">
              <a:extLst>
                <a:ext uri="{FF2B5EF4-FFF2-40B4-BE49-F238E27FC236}">
                  <a16:creationId xmlns:a16="http://schemas.microsoft.com/office/drawing/2014/main" id="{12DAEE65-3E3E-A547-B34A-7796F733F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6" name="Freeform 1530">
              <a:extLst>
                <a:ext uri="{FF2B5EF4-FFF2-40B4-BE49-F238E27FC236}">
                  <a16:creationId xmlns:a16="http://schemas.microsoft.com/office/drawing/2014/main" id="{D5B88E8D-C7CB-2446-9EB8-0836CCF51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 w 296"/>
                <a:gd name="T3" fmla="*/ 6 h 256"/>
                <a:gd name="T4" fmla="*/ 7 w 296"/>
                <a:gd name="T5" fmla="*/ 11 h 256"/>
                <a:gd name="T6" fmla="*/ 0 w 296"/>
                <a:gd name="T7" fmla="*/ 4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Freeform 1531">
              <a:extLst>
                <a:ext uri="{FF2B5EF4-FFF2-40B4-BE49-F238E27FC236}">
                  <a16:creationId xmlns:a16="http://schemas.microsoft.com/office/drawing/2014/main" id="{4FAF0B2B-8D40-E64F-9BDE-618E4768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7 w 304"/>
                <a:gd name="T3" fmla="*/ 8 h 288"/>
                <a:gd name="T4" fmla="*/ 6 w 304"/>
                <a:gd name="T5" fmla="*/ 13 h 288"/>
                <a:gd name="T6" fmla="*/ 2 w 304"/>
                <a:gd name="T7" fmla="*/ 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Oval 1532">
              <a:extLst>
                <a:ext uri="{FF2B5EF4-FFF2-40B4-BE49-F238E27FC236}">
                  <a16:creationId xmlns:a16="http://schemas.microsoft.com/office/drawing/2014/main" id="{8B89BA5E-6F85-A74E-A5FF-4E71649DA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9" name="Freeform 1533">
              <a:extLst>
                <a:ext uri="{FF2B5EF4-FFF2-40B4-BE49-F238E27FC236}">
                  <a16:creationId xmlns:a16="http://schemas.microsoft.com/office/drawing/2014/main" id="{EAABFDCB-A3E9-2F48-926D-95DCB764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6 h 240"/>
                <a:gd name="T2" fmla="*/ 2 w 306"/>
                <a:gd name="T3" fmla="*/ 11 h 240"/>
                <a:gd name="T4" fmla="*/ 7 w 306"/>
                <a:gd name="T5" fmla="*/ 6 h 240"/>
                <a:gd name="T6" fmla="*/ 7 w 306"/>
                <a:gd name="T7" fmla="*/ 0 h 240"/>
                <a:gd name="T8" fmla="*/ 0 w 306"/>
                <a:gd name="T9" fmla="*/ 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AutoShape 1534">
              <a:extLst>
                <a:ext uri="{FF2B5EF4-FFF2-40B4-BE49-F238E27FC236}">
                  <a16:creationId xmlns:a16="http://schemas.microsoft.com/office/drawing/2014/main" id="{703F2046-FB62-2A4F-BF2E-BFBD5C23A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1" name="AutoShape 1535">
              <a:extLst>
                <a:ext uri="{FF2B5EF4-FFF2-40B4-BE49-F238E27FC236}">
                  <a16:creationId xmlns:a16="http://schemas.microsoft.com/office/drawing/2014/main" id="{E4849516-6AAD-9C4E-8759-BAEC74695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2" name="Oval 1536">
              <a:extLst>
                <a:ext uri="{FF2B5EF4-FFF2-40B4-BE49-F238E27FC236}">
                  <a16:creationId xmlns:a16="http://schemas.microsoft.com/office/drawing/2014/main" id="{6968E289-B301-5E49-9ED3-7DAB7A74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3" name="Oval 1537">
              <a:extLst>
                <a:ext uri="{FF2B5EF4-FFF2-40B4-BE49-F238E27FC236}">
                  <a16:creationId xmlns:a16="http://schemas.microsoft.com/office/drawing/2014/main" id="{595EDC63-3410-364D-A030-A0AA02D18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4484" name="Oval 1538">
              <a:extLst>
                <a:ext uri="{FF2B5EF4-FFF2-40B4-BE49-F238E27FC236}">
                  <a16:creationId xmlns:a16="http://schemas.microsoft.com/office/drawing/2014/main" id="{A9D536C1-3DEC-7B44-AD9D-CBEA06220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5" name="Rectangle 1539">
              <a:extLst>
                <a:ext uri="{FF2B5EF4-FFF2-40B4-BE49-F238E27FC236}">
                  <a16:creationId xmlns:a16="http://schemas.microsoft.com/office/drawing/2014/main" id="{896DC398-FDDE-1C4D-9667-67495A66C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90" name="Group 1540">
            <a:extLst>
              <a:ext uri="{FF2B5EF4-FFF2-40B4-BE49-F238E27FC236}">
                <a16:creationId xmlns:a16="http://schemas.microsoft.com/office/drawing/2014/main" id="{C92B1DA9-883F-1A40-A03B-96EA63F13441}"/>
              </a:ext>
            </a:extLst>
          </p:cNvPr>
          <p:cNvGrpSpPr>
            <a:grpSpLocks/>
          </p:cNvGrpSpPr>
          <p:nvPr/>
        </p:nvGrpSpPr>
        <p:grpSpPr bwMode="auto">
          <a:xfrm>
            <a:off x="6570664" y="2032000"/>
            <a:ext cx="534987" cy="407988"/>
            <a:chOff x="877" y="1008"/>
            <a:chExt cx="2747" cy="2591"/>
          </a:xfrm>
        </p:grpSpPr>
        <p:pic>
          <p:nvPicPr>
            <p:cNvPr id="44439" name="Picture 1541" descr="antenna_stylized">
              <a:extLst>
                <a:ext uri="{FF2B5EF4-FFF2-40B4-BE49-F238E27FC236}">
                  <a16:creationId xmlns:a16="http://schemas.microsoft.com/office/drawing/2014/main" id="{57E73B84-A1D0-744B-B359-A198A7C0BC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40" name="Picture 1542" descr="laptop_keyboard">
              <a:extLst>
                <a:ext uri="{FF2B5EF4-FFF2-40B4-BE49-F238E27FC236}">
                  <a16:creationId xmlns:a16="http://schemas.microsoft.com/office/drawing/2014/main" id="{05B68855-6A1A-744E-AC40-49E06D94A3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1" name="Freeform 1543">
              <a:extLst>
                <a:ext uri="{FF2B5EF4-FFF2-40B4-BE49-F238E27FC236}">
                  <a16:creationId xmlns:a16="http://schemas.microsoft.com/office/drawing/2014/main" id="{88DB1537-CBF7-9F4E-B458-D8C18419D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442" name="Picture 1544" descr="screen">
              <a:extLst>
                <a:ext uri="{FF2B5EF4-FFF2-40B4-BE49-F238E27FC236}">
                  <a16:creationId xmlns:a16="http://schemas.microsoft.com/office/drawing/2014/main" id="{700E686A-D75F-3E41-A430-0C1CDB2BC2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3" name="Freeform 1545">
              <a:extLst>
                <a:ext uri="{FF2B5EF4-FFF2-40B4-BE49-F238E27FC236}">
                  <a16:creationId xmlns:a16="http://schemas.microsoft.com/office/drawing/2014/main" id="{E00CE9C6-7F40-B849-8866-D8680475D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Freeform 1546">
              <a:extLst>
                <a:ext uri="{FF2B5EF4-FFF2-40B4-BE49-F238E27FC236}">
                  <a16:creationId xmlns:a16="http://schemas.microsoft.com/office/drawing/2014/main" id="{B67EA35D-67F4-2D43-9EAA-EEE383F5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5" name="Freeform 1547">
              <a:extLst>
                <a:ext uri="{FF2B5EF4-FFF2-40B4-BE49-F238E27FC236}">
                  <a16:creationId xmlns:a16="http://schemas.microsoft.com/office/drawing/2014/main" id="{2CAF1BE6-D738-A943-A6B7-E17C43C43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6" name="Freeform 1548">
              <a:extLst>
                <a:ext uri="{FF2B5EF4-FFF2-40B4-BE49-F238E27FC236}">
                  <a16:creationId xmlns:a16="http://schemas.microsoft.com/office/drawing/2014/main" id="{0FF25DA8-4CA6-624D-88E3-AEBE09785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1549">
              <a:extLst>
                <a:ext uri="{FF2B5EF4-FFF2-40B4-BE49-F238E27FC236}">
                  <a16:creationId xmlns:a16="http://schemas.microsoft.com/office/drawing/2014/main" id="{89218FC6-0429-3E4F-A94F-2A916B8BB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Freeform 1550">
              <a:extLst>
                <a:ext uri="{FF2B5EF4-FFF2-40B4-BE49-F238E27FC236}">
                  <a16:creationId xmlns:a16="http://schemas.microsoft.com/office/drawing/2014/main" id="{4C6A57EB-5D04-5043-A180-BA142DEC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49" name="Group 1551">
              <a:extLst>
                <a:ext uri="{FF2B5EF4-FFF2-40B4-BE49-F238E27FC236}">
                  <a16:creationId xmlns:a16="http://schemas.microsoft.com/office/drawing/2014/main" id="{1A2DE37E-AD25-814F-A8A8-337C49E018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56" name="Freeform 1552">
                <a:extLst>
                  <a:ext uri="{FF2B5EF4-FFF2-40B4-BE49-F238E27FC236}">
                    <a16:creationId xmlns:a16="http://schemas.microsoft.com/office/drawing/2014/main" id="{EF9E2403-2A31-AC4C-9A99-5C8836FA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1553">
                <a:extLst>
                  <a:ext uri="{FF2B5EF4-FFF2-40B4-BE49-F238E27FC236}">
                    <a16:creationId xmlns:a16="http://schemas.microsoft.com/office/drawing/2014/main" id="{446DA5B0-553D-5C48-B6BF-8E3238088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1554">
                <a:extLst>
                  <a:ext uri="{FF2B5EF4-FFF2-40B4-BE49-F238E27FC236}">
                    <a16:creationId xmlns:a16="http://schemas.microsoft.com/office/drawing/2014/main" id="{0D3CF7A7-F452-ED47-BA4E-9DEE7E1BF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1555">
                <a:extLst>
                  <a:ext uri="{FF2B5EF4-FFF2-40B4-BE49-F238E27FC236}">
                    <a16:creationId xmlns:a16="http://schemas.microsoft.com/office/drawing/2014/main" id="{B9B1A78E-BBF6-B446-84F9-DF933CD4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1556">
                <a:extLst>
                  <a:ext uri="{FF2B5EF4-FFF2-40B4-BE49-F238E27FC236}">
                    <a16:creationId xmlns:a16="http://schemas.microsoft.com/office/drawing/2014/main" id="{A3617509-BAD7-4E4C-A7D9-B9ACF432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1557">
                <a:extLst>
                  <a:ext uri="{FF2B5EF4-FFF2-40B4-BE49-F238E27FC236}">
                    <a16:creationId xmlns:a16="http://schemas.microsoft.com/office/drawing/2014/main" id="{60B3436C-FA52-7446-B624-B06DE32E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50" name="Freeform 1558">
              <a:extLst>
                <a:ext uri="{FF2B5EF4-FFF2-40B4-BE49-F238E27FC236}">
                  <a16:creationId xmlns:a16="http://schemas.microsoft.com/office/drawing/2014/main" id="{E6E4B131-C278-5A4E-B350-DB5995B1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1" name="Freeform 1559">
              <a:extLst>
                <a:ext uri="{FF2B5EF4-FFF2-40B4-BE49-F238E27FC236}">
                  <a16:creationId xmlns:a16="http://schemas.microsoft.com/office/drawing/2014/main" id="{984E245A-DA54-6D48-8637-84108A7F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Freeform 1560">
              <a:extLst>
                <a:ext uri="{FF2B5EF4-FFF2-40B4-BE49-F238E27FC236}">
                  <a16:creationId xmlns:a16="http://schemas.microsoft.com/office/drawing/2014/main" id="{FD344E7F-ED9D-4443-8CAC-19181E64C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3" name="Freeform 1561">
              <a:extLst>
                <a:ext uri="{FF2B5EF4-FFF2-40B4-BE49-F238E27FC236}">
                  <a16:creationId xmlns:a16="http://schemas.microsoft.com/office/drawing/2014/main" id="{BDCE14EE-45D6-0A4F-8AFB-629101ABA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4" name="Freeform 1562">
              <a:extLst>
                <a:ext uri="{FF2B5EF4-FFF2-40B4-BE49-F238E27FC236}">
                  <a16:creationId xmlns:a16="http://schemas.microsoft.com/office/drawing/2014/main" id="{BD446E78-B121-0343-9B64-EBAEE519B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5" name="Freeform 1563">
              <a:extLst>
                <a:ext uri="{FF2B5EF4-FFF2-40B4-BE49-F238E27FC236}">
                  <a16:creationId xmlns:a16="http://schemas.microsoft.com/office/drawing/2014/main" id="{26938E6F-0733-664B-AF24-531E9066486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1" name="Group 1564">
            <a:extLst>
              <a:ext uri="{FF2B5EF4-FFF2-40B4-BE49-F238E27FC236}">
                <a16:creationId xmlns:a16="http://schemas.microsoft.com/office/drawing/2014/main" id="{E85161D0-8CBF-054E-8E42-6451ABB2557B}"/>
              </a:ext>
            </a:extLst>
          </p:cNvPr>
          <p:cNvGrpSpPr>
            <a:grpSpLocks/>
          </p:cNvGrpSpPr>
          <p:nvPr/>
        </p:nvGrpSpPr>
        <p:grpSpPr bwMode="auto">
          <a:xfrm>
            <a:off x="8140701" y="5475289"/>
            <a:ext cx="474663" cy="407987"/>
            <a:chOff x="877" y="1008"/>
            <a:chExt cx="2747" cy="2591"/>
          </a:xfrm>
        </p:grpSpPr>
        <p:pic>
          <p:nvPicPr>
            <p:cNvPr id="44416" name="Picture 1565" descr="antenna_stylized">
              <a:extLst>
                <a:ext uri="{FF2B5EF4-FFF2-40B4-BE49-F238E27FC236}">
                  <a16:creationId xmlns:a16="http://schemas.microsoft.com/office/drawing/2014/main" id="{23CB6858-D3A7-9D4B-AEB4-D3053F3C4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17" name="Picture 1566" descr="laptop_keyboard">
              <a:extLst>
                <a:ext uri="{FF2B5EF4-FFF2-40B4-BE49-F238E27FC236}">
                  <a16:creationId xmlns:a16="http://schemas.microsoft.com/office/drawing/2014/main" id="{70799A94-9363-0D4F-81E1-7CD002ABB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18" name="Freeform 1567">
              <a:extLst>
                <a:ext uri="{FF2B5EF4-FFF2-40B4-BE49-F238E27FC236}">
                  <a16:creationId xmlns:a16="http://schemas.microsoft.com/office/drawing/2014/main" id="{44D8476E-75DB-884A-AECB-ACBC9BC17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419" name="Picture 1568" descr="screen">
              <a:extLst>
                <a:ext uri="{FF2B5EF4-FFF2-40B4-BE49-F238E27FC236}">
                  <a16:creationId xmlns:a16="http://schemas.microsoft.com/office/drawing/2014/main" id="{B090BFFC-F777-4044-B796-6125183E6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20" name="Freeform 1569">
              <a:extLst>
                <a:ext uri="{FF2B5EF4-FFF2-40B4-BE49-F238E27FC236}">
                  <a16:creationId xmlns:a16="http://schemas.microsoft.com/office/drawing/2014/main" id="{2335BA9B-8420-2642-B6B9-7C58FC72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1570">
              <a:extLst>
                <a:ext uri="{FF2B5EF4-FFF2-40B4-BE49-F238E27FC236}">
                  <a16:creationId xmlns:a16="http://schemas.microsoft.com/office/drawing/2014/main" id="{DAB83624-D19E-2F4C-A63B-628218BF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1571">
              <a:extLst>
                <a:ext uri="{FF2B5EF4-FFF2-40B4-BE49-F238E27FC236}">
                  <a16:creationId xmlns:a16="http://schemas.microsoft.com/office/drawing/2014/main" id="{B8D22F9C-5036-AD43-8B4B-E966C648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1572">
              <a:extLst>
                <a:ext uri="{FF2B5EF4-FFF2-40B4-BE49-F238E27FC236}">
                  <a16:creationId xmlns:a16="http://schemas.microsoft.com/office/drawing/2014/main" id="{F382DB44-9D51-D045-A6CD-036EED1DF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1573">
              <a:extLst>
                <a:ext uri="{FF2B5EF4-FFF2-40B4-BE49-F238E27FC236}">
                  <a16:creationId xmlns:a16="http://schemas.microsoft.com/office/drawing/2014/main" id="{7C46BAFF-A416-9547-82B9-401A24D2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1574">
              <a:extLst>
                <a:ext uri="{FF2B5EF4-FFF2-40B4-BE49-F238E27FC236}">
                  <a16:creationId xmlns:a16="http://schemas.microsoft.com/office/drawing/2014/main" id="{94865A7F-DBC5-114F-8864-7AF46521F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26" name="Group 1575">
              <a:extLst>
                <a:ext uri="{FF2B5EF4-FFF2-40B4-BE49-F238E27FC236}">
                  <a16:creationId xmlns:a16="http://schemas.microsoft.com/office/drawing/2014/main" id="{C04A33C8-9200-D344-8E58-8C778EBBA9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33" name="Freeform 1576">
                <a:extLst>
                  <a:ext uri="{FF2B5EF4-FFF2-40B4-BE49-F238E27FC236}">
                    <a16:creationId xmlns:a16="http://schemas.microsoft.com/office/drawing/2014/main" id="{6CFAA08A-7731-AB45-831E-8E7A2A67E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1577">
                <a:extLst>
                  <a:ext uri="{FF2B5EF4-FFF2-40B4-BE49-F238E27FC236}">
                    <a16:creationId xmlns:a16="http://schemas.microsoft.com/office/drawing/2014/main" id="{39AADDA7-E3F0-A840-A0B3-EFF33F06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1578">
                <a:extLst>
                  <a:ext uri="{FF2B5EF4-FFF2-40B4-BE49-F238E27FC236}">
                    <a16:creationId xmlns:a16="http://schemas.microsoft.com/office/drawing/2014/main" id="{2642A6A0-9D51-CE47-A0A1-2C465899C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1579">
                <a:extLst>
                  <a:ext uri="{FF2B5EF4-FFF2-40B4-BE49-F238E27FC236}">
                    <a16:creationId xmlns:a16="http://schemas.microsoft.com/office/drawing/2014/main" id="{E621AC19-5009-E140-917C-E1359055E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580">
                <a:extLst>
                  <a:ext uri="{FF2B5EF4-FFF2-40B4-BE49-F238E27FC236}">
                    <a16:creationId xmlns:a16="http://schemas.microsoft.com/office/drawing/2014/main" id="{60A17CB7-1063-C147-9BE3-FF2C6301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1581">
                <a:extLst>
                  <a:ext uri="{FF2B5EF4-FFF2-40B4-BE49-F238E27FC236}">
                    <a16:creationId xmlns:a16="http://schemas.microsoft.com/office/drawing/2014/main" id="{5B86AF47-28CD-8C45-809D-51657B791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27" name="Freeform 1582">
              <a:extLst>
                <a:ext uri="{FF2B5EF4-FFF2-40B4-BE49-F238E27FC236}">
                  <a16:creationId xmlns:a16="http://schemas.microsoft.com/office/drawing/2014/main" id="{15ADA9B8-30CA-CC4F-9C4D-85C2BB2FE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1583">
              <a:extLst>
                <a:ext uri="{FF2B5EF4-FFF2-40B4-BE49-F238E27FC236}">
                  <a16:creationId xmlns:a16="http://schemas.microsoft.com/office/drawing/2014/main" id="{A5F33C7D-5A40-4F42-A9F5-5B0777398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1584">
              <a:extLst>
                <a:ext uri="{FF2B5EF4-FFF2-40B4-BE49-F238E27FC236}">
                  <a16:creationId xmlns:a16="http://schemas.microsoft.com/office/drawing/2014/main" id="{1FD49238-A4D0-C745-953C-310BC3E5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1585">
              <a:extLst>
                <a:ext uri="{FF2B5EF4-FFF2-40B4-BE49-F238E27FC236}">
                  <a16:creationId xmlns:a16="http://schemas.microsoft.com/office/drawing/2014/main" id="{AC0F74BC-9B7F-4E4D-8428-4228B48D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1586">
              <a:extLst>
                <a:ext uri="{FF2B5EF4-FFF2-40B4-BE49-F238E27FC236}">
                  <a16:creationId xmlns:a16="http://schemas.microsoft.com/office/drawing/2014/main" id="{657B0FF0-D895-224C-A773-FEB5C44D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1587">
              <a:extLst>
                <a:ext uri="{FF2B5EF4-FFF2-40B4-BE49-F238E27FC236}">
                  <a16:creationId xmlns:a16="http://schemas.microsoft.com/office/drawing/2014/main" id="{5921BADF-9AD6-324E-A576-E7F78A51065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2" name="Group 1588">
            <a:extLst>
              <a:ext uri="{FF2B5EF4-FFF2-40B4-BE49-F238E27FC236}">
                <a16:creationId xmlns:a16="http://schemas.microsoft.com/office/drawing/2014/main" id="{28095C5E-612A-2E40-86E0-3EA21D13501C}"/>
              </a:ext>
            </a:extLst>
          </p:cNvPr>
          <p:cNvGrpSpPr>
            <a:grpSpLocks/>
          </p:cNvGrpSpPr>
          <p:nvPr/>
        </p:nvGrpSpPr>
        <p:grpSpPr bwMode="auto">
          <a:xfrm>
            <a:off x="6829425" y="3030539"/>
            <a:ext cx="444500" cy="407987"/>
            <a:chOff x="877" y="1008"/>
            <a:chExt cx="2747" cy="2591"/>
          </a:xfrm>
        </p:grpSpPr>
        <p:pic>
          <p:nvPicPr>
            <p:cNvPr id="44393" name="Picture 1589" descr="antenna_stylized">
              <a:extLst>
                <a:ext uri="{FF2B5EF4-FFF2-40B4-BE49-F238E27FC236}">
                  <a16:creationId xmlns:a16="http://schemas.microsoft.com/office/drawing/2014/main" id="{DE9FA077-0FD1-B84E-9F84-56C20C578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94" name="Picture 1590" descr="laptop_keyboard">
              <a:extLst>
                <a:ext uri="{FF2B5EF4-FFF2-40B4-BE49-F238E27FC236}">
                  <a16:creationId xmlns:a16="http://schemas.microsoft.com/office/drawing/2014/main" id="{2AB4C3F3-48E2-3849-B807-4D691CCC60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5" name="Freeform 1591">
              <a:extLst>
                <a:ext uri="{FF2B5EF4-FFF2-40B4-BE49-F238E27FC236}">
                  <a16:creationId xmlns:a16="http://schemas.microsoft.com/office/drawing/2014/main" id="{4B089841-507E-354D-A417-FB2EF77B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396" name="Picture 1592" descr="screen">
              <a:extLst>
                <a:ext uri="{FF2B5EF4-FFF2-40B4-BE49-F238E27FC236}">
                  <a16:creationId xmlns:a16="http://schemas.microsoft.com/office/drawing/2014/main" id="{F9BD7076-77E9-3649-B8CC-9C2414B93B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7" name="Freeform 1593">
              <a:extLst>
                <a:ext uri="{FF2B5EF4-FFF2-40B4-BE49-F238E27FC236}">
                  <a16:creationId xmlns:a16="http://schemas.microsoft.com/office/drawing/2014/main" id="{46A15450-3D42-724A-8F4A-686596F6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1594">
              <a:extLst>
                <a:ext uri="{FF2B5EF4-FFF2-40B4-BE49-F238E27FC236}">
                  <a16:creationId xmlns:a16="http://schemas.microsoft.com/office/drawing/2014/main" id="{D84DD6DF-CEE1-8347-8664-A348ED04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1595">
              <a:extLst>
                <a:ext uri="{FF2B5EF4-FFF2-40B4-BE49-F238E27FC236}">
                  <a16:creationId xmlns:a16="http://schemas.microsoft.com/office/drawing/2014/main" id="{2768D92D-40CB-844F-B4D0-40303EBB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1596">
              <a:extLst>
                <a:ext uri="{FF2B5EF4-FFF2-40B4-BE49-F238E27FC236}">
                  <a16:creationId xmlns:a16="http://schemas.microsoft.com/office/drawing/2014/main" id="{499E35EB-BEC9-8C40-876C-3B4E41A8E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1597">
              <a:extLst>
                <a:ext uri="{FF2B5EF4-FFF2-40B4-BE49-F238E27FC236}">
                  <a16:creationId xmlns:a16="http://schemas.microsoft.com/office/drawing/2014/main" id="{2A7F1B7B-7B1D-BC42-B2D8-AB3769D6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1598">
              <a:extLst>
                <a:ext uri="{FF2B5EF4-FFF2-40B4-BE49-F238E27FC236}">
                  <a16:creationId xmlns:a16="http://schemas.microsoft.com/office/drawing/2014/main" id="{5AF99D78-D6BE-0C48-BB15-56FF12DF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03" name="Group 1599">
              <a:extLst>
                <a:ext uri="{FF2B5EF4-FFF2-40B4-BE49-F238E27FC236}">
                  <a16:creationId xmlns:a16="http://schemas.microsoft.com/office/drawing/2014/main" id="{9D2304F4-3566-3846-8D82-A4B4304E74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10" name="Freeform 1600">
                <a:extLst>
                  <a:ext uri="{FF2B5EF4-FFF2-40B4-BE49-F238E27FC236}">
                    <a16:creationId xmlns:a16="http://schemas.microsoft.com/office/drawing/2014/main" id="{9B1EB034-51C6-C745-AA43-65A40E593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601">
                <a:extLst>
                  <a:ext uri="{FF2B5EF4-FFF2-40B4-BE49-F238E27FC236}">
                    <a16:creationId xmlns:a16="http://schemas.microsoft.com/office/drawing/2014/main" id="{7CF09AB4-B49B-E84D-8A2B-B4F6015FD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602">
                <a:extLst>
                  <a:ext uri="{FF2B5EF4-FFF2-40B4-BE49-F238E27FC236}">
                    <a16:creationId xmlns:a16="http://schemas.microsoft.com/office/drawing/2014/main" id="{723E27C2-90D7-2A46-8C8B-58BFE78A7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603">
                <a:extLst>
                  <a:ext uri="{FF2B5EF4-FFF2-40B4-BE49-F238E27FC236}">
                    <a16:creationId xmlns:a16="http://schemas.microsoft.com/office/drawing/2014/main" id="{3B1A2F3E-50CB-CA4D-A6AE-5726FE71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604">
                <a:extLst>
                  <a:ext uri="{FF2B5EF4-FFF2-40B4-BE49-F238E27FC236}">
                    <a16:creationId xmlns:a16="http://schemas.microsoft.com/office/drawing/2014/main" id="{D162C6FD-7552-9A4F-8BFB-BD109B15E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605">
                <a:extLst>
                  <a:ext uri="{FF2B5EF4-FFF2-40B4-BE49-F238E27FC236}">
                    <a16:creationId xmlns:a16="http://schemas.microsoft.com/office/drawing/2014/main" id="{0A596507-F82B-044B-A303-80BCAD5C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04" name="Freeform 1606">
              <a:extLst>
                <a:ext uri="{FF2B5EF4-FFF2-40B4-BE49-F238E27FC236}">
                  <a16:creationId xmlns:a16="http://schemas.microsoft.com/office/drawing/2014/main" id="{41FFF29B-6799-0B48-A8B3-61E25678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1607">
              <a:extLst>
                <a:ext uri="{FF2B5EF4-FFF2-40B4-BE49-F238E27FC236}">
                  <a16:creationId xmlns:a16="http://schemas.microsoft.com/office/drawing/2014/main" id="{1BCDDB13-5A0E-5D40-8A4A-E81463B7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1608">
              <a:extLst>
                <a:ext uri="{FF2B5EF4-FFF2-40B4-BE49-F238E27FC236}">
                  <a16:creationId xmlns:a16="http://schemas.microsoft.com/office/drawing/2014/main" id="{CD743C63-F2CC-F64B-9E9B-1607BECE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1609">
              <a:extLst>
                <a:ext uri="{FF2B5EF4-FFF2-40B4-BE49-F238E27FC236}">
                  <a16:creationId xmlns:a16="http://schemas.microsoft.com/office/drawing/2014/main" id="{601CBD06-F585-0243-B5E2-D184F4E6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1610">
              <a:extLst>
                <a:ext uri="{FF2B5EF4-FFF2-40B4-BE49-F238E27FC236}">
                  <a16:creationId xmlns:a16="http://schemas.microsoft.com/office/drawing/2014/main" id="{54DED1C7-7316-024F-AFA8-227B0F973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Freeform 1611">
              <a:extLst>
                <a:ext uri="{FF2B5EF4-FFF2-40B4-BE49-F238E27FC236}">
                  <a16:creationId xmlns:a16="http://schemas.microsoft.com/office/drawing/2014/main" id="{0F22FDC1-01BB-2F4D-BBAB-9FD00361C2D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3" name="Group 1612">
            <a:extLst>
              <a:ext uri="{FF2B5EF4-FFF2-40B4-BE49-F238E27FC236}">
                <a16:creationId xmlns:a16="http://schemas.microsoft.com/office/drawing/2014/main" id="{FA41A50E-7E21-A648-B099-0C345E5AFF6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08839" y="3211513"/>
            <a:ext cx="414337" cy="373062"/>
            <a:chOff x="2839" y="3501"/>
            <a:chExt cx="755" cy="803"/>
          </a:xfrm>
        </p:grpSpPr>
        <p:pic>
          <p:nvPicPr>
            <p:cNvPr id="44391" name="Picture 1613" descr="desktop_computer_stylized_medium">
              <a:extLst>
                <a:ext uri="{FF2B5EF4-FFF2-40B4-BE49-F238E27FC236}">
                  <a16:creationId xmlns:a16="http://schemas.microsoft.com/office/drawing/2014/main" id="{162CA7C7-DA24-F042-B5BD-14B2C28A1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2" name="Freeform 1614">
              <a:extLst>
                <a:ext uri="{FF2B5EF4-FFF2-40B4-BE49-F238E27FC236}">
                  <a16:creationId xmlns:a16="http://schemas.microsoft.com/office/drawing/2014/main" id="{D17260C9-68E6-E343-AEAF-3D4D43E2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94" name="Group 1615">
            <a:extLst>
              <a:ext uri="{FF2B5EF4-FFF2-40B4-BE49-F238E27FC236}">
                <a16:creationId xmlns:a16="http://schemas.microsoft.com/office/drawing/2014/main" id="{5B2ADABD-0D32-0342-967E-4860D6B27666}"/>
              </a:ext>
            </a:extLst>
          </p:cNvPr>
          <p:cNvGrpSpPr>
            <a:grpSpLocks/>
          </p:cNvGrpSpPr>
          <p:nvPr/>
        </p:nvGrpSpPr>
        <p:grpSpPr bwMode="auto">
          <a:xfrm>
            <a:off x="8575676" y="5411789"/>
            <a:ext cx="474663" cy="407987"/>
            <a:chOff x="877" y="1008"/>
            <a:chExt cx="2747" cy="2591"/>
          </a:xfrm>
        </p:grpSpPr>
        <p:pic>
          <p:nvPicPr>
            <p:cNvPr id="44368" name="Picture 1616" descr="antenna_stylized">
              <a:extLst>
                <a:ext uri="{FF2B5EF4-FFF2-40B4-BE49-F238E27FC236}">
                  <a16:creationId xmlns:a16="http://schemas.microsoft.com/office/drawing/2014/main" id="{01B4967B-602A-AB49-AC6B-333485A4C5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69" name="Picture 1617" descr="laptop_keyboard">
              <a:extLst>
                <a:ext uri="{FF2B5EF4-FFF2-40B4-BE49-F238E27FC236}">
                  <a16:creationId xmlns:a16="http://schemas.microsoft.com/office/drawing/2014/main" id="{409E2939-A5B5-8B41-B175-E9B710C0E4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0" name="Freeform 1618">
              <a:extLst>
                <a:ext uri="{FF2B5EF4-FFF2-40B4-BE49-F238E27FC236}">
                  <a16:creationId xmlns:a16="http://schemas.microsoft.com/office/drawing/2014/main" id="{C04E8C60-C364-314D-8E3D-D4C1F064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371" name="Picture 1619" descr="screen">
              <a:extLst>
                <a:ext uri="{FF2B5EF4-FFF2-40B4-BE49-F238E27FC236}">
                  <a16:creationId xmlns:a16="http://schemas.microsoft.com/office/drawing/2014/main" id="{F6D3AF23-E204-A746-B350-8310FE775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2" name="Freeform 1620">
              <a:extLst>
                <a:ext uri="{FF2B5EF4-FFF2-40B4-BE49-F238E27FC236}">
                  <a16:creationId xmlns:a16="http://schemas.microsoft.com/office/drawing/2014/main" id="{FBC094F1-AD7C-8B4F-8AC1-566CD120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1621">
              <a:extLst>
                <a:ext uri="{FF2B5EF4-FFF2-40B4-BE49-F238E27FC236}">
                  <a16:creationId xmlns:a16="http://schemas.microsoft.com/office/drawing/2014/main" id="{E8E53128-DFE9-C24B-9858-ED8333725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1622">
              <a:extLst>
                <a:ext uri="{FF2B5EF4-FFF2-40B4-BE49-F238E27FC236}">
                  <a16:creationId xmlns:a16="http://schemas.microsoft.com/office/drawing/2014/main" id="{1691CD8F-F1BA-1744-BB45-A1EB9A0C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1623">
              <a:extLst>
                <a:ext uri="{FF2B5EF4-FFF2-40B4-BE49-F238E27FC236}">
                  <a16:creationId xmlns:a16="http://schemas.microsoft.com/office/drawing/2014/main" id="{8781498A-37B9-C642-8F56-44C2B91F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1624">
              <a:extLst>
                <a:ext uri="{FF2B5EF4-FFF2-40B4-BE49-F238E27FC236}">
                  <a16:creationId xmlns:a16="http://schemas.microsoft.com/office/drawing/2014/main" id="{F03FBD89-0912-5F43-B933-1C47552E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1625">
              <a:extLst>
                <a:ext uri="{FF2B5EF4-FFF2-40B4-BE49-F238E27FC236}">
                  <a16:creationId xmlns:a16="http://schemas.microsoft.com/office/drawing/2014/main" id="{24A46EE6-9A85-8E44-B9ED-C7E8FE2A6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78" name="Group 1626">
              <a:extLst>
                <a:ext uri="{FF2B5EF4-FFF2-40B4-BE49-F238E27FC236}">
                  <a16:creationId xmlns:a16="http://schemas.microsoft.com/office/drawing/2014/main" id="{C4E78C3D-24EB-FB4C-B412-F2430224E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385" name="Freeform 1627">
                <a:extLst>
                  <a:ext uri="{FF2B5EF4-FFF2-40B4-BE49-F238E27FC236}">
                    <a16:creationId xmlns:a16="http://schemas.microsoft.com/office/drawing/2014/main" id="{0B020F50-B4C6-FF4F-98DC-F5B9CE2CB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1628">
                <a:extLst>
                  <a:ext uri="{FF2B5EF4-FFF2-40B4-BE49-F238E27FC236}">
                    <a16:creationId xmlns:a16="http://schemas.microsoft.com/office/drawing/2014/main" id="{D7C6AF75-9270-2B43-886E-8F5483683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1629">
                <a:extLst>
                  <a:ext uri="{FF2B5EF4-FFF2-40B4-BE49-F238E27FC236}">
                    <a16:creationId xmlns:a16="http://schemas.microsoft.com/office/drawing/2014/main" id="{CACD79E5-D710-A646-AB97-8C2B4150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1630">
                <a:extLst>
                  <a:ext uri="{FF2B5EF4-FFF2-40B4-BE49-F238E27FC236}">
                    <a16:creationId xmlns:a16="http://schemas.microsoft.com/office/drawing/2014/main" id="{D3B6B237-7A50-034B-B2F8-A629778A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1631">
                <a:extLst>
                  <a:ext uri="{FF2B5EF4-FFF2-40B4-BE49-F238E27FC236}">
                    <a16:creationId xmlns:a16="http://schemas.microsoft.com/office/drawing/2014/main" id="{9A426316-D520-E044-9696-93DF0D62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1632">
                <a:extLst>
                  <a:ext uri="{FF2B5EF4-FFF2-40B4-BE49-F238E27FC236}">
                    <a16:creationId xmlns:a16="http://schemas.microsoft.com/office/drawing/2014/main" id="{427A2D36-2248-8648-B6CC-8A5649B8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379" name="Freeform 1633">
              <a:extLst>
                <a:ext uri="{FF2B5EF4-FFF2-40B4-BE49-F238E27FC236}">
                  <a16:creationId xmlns:a16="http://schemas.microsoft.com/office/drawing/2014/main" id="{76799B63-0D11-A043-B4F3-927ECB60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1634">
              <a:extLst>
                <a:ext uri="{FF2B5EF4-FFF2-40B4-BE49-F238E27FC236}">
                  <a16:creationId xmlns:a16="http://schemas.microsoft.com/office/drawing/2014/main" id="{17142B44-931D-0E49-80DB-7B7BD287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1635">
              <a:extLst>
                <a:ext uri="{FF2B5EF4-FFF2-40B4-BE49-F238E27FC236}">
                  <a16:creationId xmlns:a16="http://schemas.microsoft.com/office/drawing/2014/main" id="{830993AF-7517-4046-90D1-D5BA36120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1636">
              <a:extLst>
                <a:ext uri="{FF2B5EF4-FFF2-40B4-BE49-F238E27FC236}">
                  <a16:creationId xmlns:a16="http://schemas.microsoft.com/office/drawing/2014/main" id="{E4881A02-5632-8E42-A0F5-1476E7D9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1637">
              <a:extLst>
                <a:ext uri="{FF2B5EF4-FFF2-40B4-BE49-F238E27FC236}">
                  <a16:creationId xmlns:a16="http://schemas.microsoft.com/office/drawing/2014/main" id="{60C0D341-3C5B-554B-9312-9E00DA7F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1638">
              <a:extLst>
                <a:ext uri="{FF2B5EF4-FFF2-40B4-BE49-F238E27FC236}">
                  <a16:creationId xmlns:a16="http://schemas.microsoft.com/office/drawing/2014/main" id="{3C111324-BCE2-DF4F-AC0B-7533702AEEB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44095" name="Picture 1283" descr="underline_base">
            <a:extLst>
              <a:ext uri="{FF2B5EF4-FFF2-40B4-BE49-F238E27FC236}">
                <a16:creationId xmlns:a16="http://schemas.microsoft.com/office/drawing/2014/main" id="{05CD7531-827D-1F42-B413-C1060B3233A6}"/>
              </a:ext>
            </a:extLst>
          </p:cNvPr>
          <p:cNvPicPr>
            <a:picLocks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1" y="933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2" name="Rectangle 2">
            <a:extLst>
              <a:ext uri="{FF2B5EF4-FFF2-40B4-BE49-F238E27FC236}">
                <a16:creationId xmlns:a16="http://schemas.microsoft.com/office/drawing/2014/main" id="{0287B372-B462-3146-A1F2-D084D2E1B4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984375" y="222251"/>
            <a:ext cx="8382000" cy="942975"/>
          </a:xfrm>
        </p:spPr>
        <p:txBody>
          <a:bodyPr/>
          <a:lstStyle/>
          <a:p>
            <a:pPr>
              <a:defRPr/>
            </a:pPr>
            <a:r>
              <a:rPr lang="en-US" sz="4000"/>
              <a:t>网络层</a:t>
            </a:r>
          </a:p>
        </p:txBody>
      </p:sp>
      <p:sp>
        <p:nvSpPr>
          <p:cNvPr id="44097" name="Rectangle 3">
            <a:extLst>
              <a:ext uri="{FF2B5EF4-FFF2-40B4-BE49-F238E27FC236}">
                <a16:creationId xmlns:a16="http://schemas.microsoft.com/office/drawing/2014/main" id="{941031EB-0663-8840-87D1-1D69FDAE2AA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070101" y="1255714"/>
            <a:ext cx="4365625" cy="5100637"/>
          </a:xfrm>
        </p:spPr>
        <p:txBody>
          <a:bodyPr>
            <a:normAutofit lnSpcReduction="10000"/>
          </a:bodyPr>
          <a:lstStyle/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把传输层报文段从发送主机送到接收主机 </a:t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在发送端把报文段封装成数据报</a:t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在接收端把报文段交付给传输层</a:t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每台主机和路由器中都有网络层协议</a:t>
            </a:r>
            <a:r>
              <a:rPr lang="en-US" altLang="en-US" i="1">
                <a:solidFill>
                  <a:srgbClr val="000099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  <a:r>
              <a:rPr lang="en-US" altLang="en-US">
                <a:solidFill>
                  <a:srgbClr val="000099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路由器检查所有经过它的 IP 数据报首部字段</a:t>
            </a:r>
            <a:endParaRPr lang="en-US" altLang="en-US" sz="2000"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  <a:p>
            <a:endParaRPr lang="en-US" altLang="en-US" sz="2400"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</p:txBody>
      </p:sp>
      <p:grpSp>
        <p:nvGrpSpPr>
          <p:cNvPr id="19767" name="Group 1046">
            <a:extLst>
              <a:ext uri="{FF2B5EF4-FFF2-40B4-BE49-F238E27FC236}">
                <a16:creationId xmlns:a16="http://schemas.microsoft.com/office/drawing/2014/main" id="{2103706D-A661-4442-A831-B190158801B0}"/>
              </a:ext>
            </a:extLst>
          </p:cNvPr>
          <p:cNvGrpSpPr>
            <a:grpSpLocks/>
          </p:cNvGrpSpPr>
          <p:nvPr/>
        </p:nvGrpSpPr>
        <p:grpSpPr bwMode="auto">
          <a:xfrm>
            <a:off x="6924675" y="1141413"/>
            <a:ext cx="1047750" cy="996950"/>
            <a:chOff x="3402" y="719"/>
            <a:chExt cx="660" cy="628"/>
          </a:xfrm>
        </p:grpSpPr>
        <p:sp>
          <p:nvSpPr>
            <p:cNvPr id="44358" name="Freeform 1030">
              <a:extLst>
                <a:ext uri="{FF2B5EF4-FFF2-40B4-BE49-F238E27FC236}">
                  <a16:creationId xmlns:a16="http://schemas.microsoft.com/office/drawing/2014/main" id="{F52296DE-67B1-9F47-8448-9BD2EEE7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59" name="Group 310">
              <a:extLst>
                <a:ext uri="{FF2B5EF4-FFF2-40B4-BE49-F238E27FC236}">
                  <a16:creationId xmlns:a16="http://schemas.microsoft.com/office/drawing/2014/main" id="{0F7B58B2-16C5-EE42-B1E3-F371AC6A7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9" y="719"/>
              <a:ext cx="513" cy="547"/>
              <a:chOff x="2956" y="969"/>
              <a:chExt cx="513" cy="547"/>
            </a:xfrm>
          </p:grpSpPr>
          <p:sp>
            <p:nvSpPr>
              <p:cNvPr id="44360" name="Rectangle 311">
                <a:extLst>
                  <a:ext uri="{FF2B5EF4-FFF2-40B4-BE49-F238E27FC236}">
                    <a16:creationId xmlns:a16="http://schemas.microsoft.com/office/drawing/2014/main" id="{795181D0-7134-9A42-BC40-BA137CD75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1" name="Rectangle 312">
                <a:extLst>
                  <a:ext uri="{FF2B5EF4-FFF2-40B4-BE49-F238E27FC236}">
                    <a16:creationId xmlns:a16="http://schemas.microsoft.com/office/drawing/2014/main" id="{B7CA2DC5-40BA-F543-9A67-C3F31B380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2" name="Rectangle 313">
                <a:extLst>
                  <a:ext uri="{FF2B5EF4-FFF2-40B4-BE49-F238E27FC236}">
                    <a16:creationId xmlns:a16="http://schemas.microsoft.com/office/drawing/2014/main" id="{C5DAEA86-AAE4-864B-89F7-49D676E75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3" name="Text Box 314">
                <a:extLst>
                  <a:ext uri="{FF2B5EF4-FFF2-40B4-BE49-F238E27FC236}">
                    <a16:creationId xmlns:a16="http://schemas.microsoft.com/office/drawing/2014/main" id="{721CEC4D-3C31-C148-8C54-A663B05710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000"/>
                  <a:t>应用层</a:t>
                </a:r>
              </a:p>
              <a:p>
                <a:pPr algn="ctr"/>
                <a:r>
                  <a:rPr lang="en-US" altLang="en-US" sz="1000"/>
                  <a:t>传输层</a:t>
                </a:r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  <a:endParaRPr lang="en-US" altLang="en-US" sz="1000"/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  <p:sp>
            <p:nvSpPr>
              <p:cNvPr id="44364" name="Line 315">
                <a:extLst>
                  <a:ext uri="{FF2B5EF4-FFF2-40B4-BE49-F238E27FC236}">
                    <a16:creationId xmlns:a16="http://schemas.microsoft.com/office/drawing/2014/main" id="{6D876817-67CB-0043-BACB-F2C6A69A7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5" name="Line 316">
                <a:extLst>
                  <a:ext uri="{FF2B5EF4-FFF2-40B4-BE49-F238E27FC236}">
                    <a16:creationId xmlns:a16="http://schemas.microsoft.com/office/drawing/2014/main" id="{80C96784-390E-4A45-A579-2E99CE1E43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6" name="Line 317">
                <a:extLst>
                  <a:ext uri="{FF2B5EF4-FFF2-40B4-BE49-F238E27FC236}">
                    <a16:creationId xmlns:a16="http://schemas.microsoft.com/office/drawing/2014/main" id="{0F33158C-1A80-0D46-B54A-D9151721F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7" name="Line 318">
                <a:extLst>
                  <a:ext uri="{FF2B5EF4-FFF2-40B4-BE49-F238E27FC236}">
                    <a16:creationId xmlns:a16="http://schemas.microsoft.com/office/drawing/2014/main" id="{6DDCAF0C-EA40-8544-8E56-65A770014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9769" name="Group 1047">
            <a:extLst>
              <a:ext uri="{FF2B5EF4-FFF2-40B4-BE49-F238E27FC236}">
                <a16:creationId xmlns:a16="http://schemas.microsoft.com/office/drawing/2014/main" id="{2A7EF019-AA16-CD42-96B4-07EB93175EFB}"/>
              </a:ext>
            </a:extLst>
          </p:cNvPr>
          <p:cNvGrpSpPr>
            <a:grpSpLocks/>
          </p:cNvGrpSpPr>
          <p:nvPr/>
        </p:nvGrpSpPr>
        <p:grpSpPr bwMode="auto">
          <a:xfrm>
            <a:off x="9620250" y="4148138"/>
            <a:ext cx="1047750" cy="996950"/>
            <a:chOff x="3402" y="719"/>
            <a:chExt cx="660" cy="628"/>
          </a:xfrm>
        </p:grpSpPr>
        <p:sp>
          <p:nvSpPr>
            <p:cNvPr id="44348" name="Freeform 1048">
              <a:extLst>
                <a:ext uri="{FF2B5EF4-FFF2-40B4-BE49-F238E27FC236}">
                  <a16:creationId xmlns:a16="http://schemas.microsoft.com/office/drawing/2014/main" id="{23C1E363-9CD9-624B-A6AE-3BF23418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49" name="Group 1049">
              <a:extLst>
                <a:ext uri="{FF2B5EF4-FFF2-40B4-BE49-F238E27FC236}">
                  <a16:creationId xmlns:a16="http://schemas.microsoft.com/office/drawing/2014/main" id="{5E40DED8-A11B-BE4D-AF41-FEFE1008F9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9" y="719"/>
              <a:ext cx="513" cy="547"/>
              <a:chOff x="2956" y="969"/>
              <a:chExt cx="513" cy="547"/>
            </a:xfrm>
          </p:grpSpPr>
          <p:sp>
            <p:nvSpPr>
              <p:cNvPr id="44350" name="Rectangle 1050">
                <a:extLst>
                  <a:ext uri="{FF2B5EF4-FFF2-40B4-BE49-F238E27FC236}">
                    <a16:creationId xmlns:a16="http://schemas.microsoft.com/office/drawing/2014/main" id="{13116A3A-5DB0-F34E-A78A-9816DDA2B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1" name="Rectangle 1051">
                <a:extLst>
                  <a:ext uri="{FF2B5EF4-FFF2-40B4-BE49-F238E27FC236}">
                    <a16:creationId xmlns:a16="http://schemas.microsoft.com/office/drawing/2014/main" id="{7DF2C224-D540-8C4C-8255-49FA13A8C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2" name="Rectangle 1052">
                <a:extLst>
                  <a:ext uri="{FF2B5EF4-FFF2-40B4-BE49-F238E27FC236}">
                    <a16:creationId xmlns:a16="http://schemas.microsoft.com/office/drawing/2014/main" id="{F29BE755-6F41-7F43-BAFC-1214958CA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3" name="Text Box 1053">
                <a:extLst>
                  <a:ext uri="{FF2B5EF4-FFF2-40B4-BE49-F238E27FC236}">
                    <a16:creationId xmlns:a16="http://schemas.microsoft.com/office/drawing/2014/main" id="{BF33ABB5-0984-4B4D-B53B-E6B7D946A6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000"/>
                  <a:t>应用层</a:t>
                </a:r>
              </a:p>
              <a:p>
                <a:pPr algn="ctr"/>
                <a:r>
                  <a:rPr lang="en-US" altLang="en-US" sz="1000"/>
                  <a:t>传输层</a:t>
                </a:r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  <a:endParaRPr lang="en-US" altLang="en-US" sz="1000"/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  <p:sp>
            <p:nvSpPr>
              <p:cNvPr id="44354" name="Line 1054">
                <a:extLst>
                  <a:ext uri="{FF2B5EF4-FFF2-40B4-BE49-F238E27FC236}">
                    <a16:creationId xmlns:a16="http://schemas.microsoft.com/office/drawing/2014/main" id="{ECB2998A-2E79-4646-974B-DB40916B22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5" name="Line 1055">
                <a:extLst>
                  <a:ext uri="{FF2B5EF4-FFF2-40B4-BE49-F238E27FC236}">
                    <a16:creationId xmlns:a16="http://schemas.microsoft.com/office/drawing/2014/main" id="{1348A326-1140-E743-8F3B-D72E476620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6" name="Line 1056">
                <a:extLst>
                  <a:ext uri="{FF2B5EF4-FFF2-40B4-BE49-F238E27FC236}">
                    <a16:creationId xmlns:a16="http://schemas.microsoft.com/office/drawing/2014/main" id="{EEAC66E3-8F02-D44C-AA81-FFA435370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7" name="Line 1057">
                <a:extLst>
                  <a:ext uri="{FF2B5EF4-FFF2-40B4-BE49-F238E27FC236}">
                    <a16:creationId xmlns:a16="http://schemas.microsoft.com/office/drawing/2014/main" id="{1CF091F2-693A-5C42-9245-BD745870E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9771" name="Group 1278">
            <a:extLst>
              <a:ext uri="{FF2B5EF4-FFF2-40B4-BE49-F238E27FC236}">
                <a16:creationId xmlns:a16="http://schemas.microsoft.com/office/drawing/2014/main" id="{7BB1770B-ECBD-E340-8A5E-2F82D387B5D3}"/>
              </a:ext>
            </a:extLst>
          </p:cNvPr>
          <p:cNvGrpSpPr>
            <a:grpSpLocks/>
          </p:cNvGrpSpPr>
          <p:nvPr/>
        </p:nvGrpSpPr>
        <p:grpSpPr bwMode="auto">
          <a:xfrm>
            <a:off x="7377113" y="1763713"/>
            <a:ext cx="2546350" cy="3429000"/>
            <a:chOff x="3674" y="1148"/>
            <a:chExt cx="1604" cy="2160"/>
          </a:xfrm>
        </p:grpSpPr>
        <p:grpSp>
          <p:nvGrpSpPr>
            <p:cNvPr id="44106" name="Group 433">
              <a:extLst>
                <a:ext uri="{FF2B5EF4-FFF2-40B4-BE49-F238E27FC236}">
                  <a16:creationId xmlns:a16="http://schemas.microsoft.com/office/drawing/2014/main" id="{6B0E27E8-0740-E745-8ED3-15B24FAA0A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1" y="1305"/>
              <a:ext cx="513" cy="442"/>
              <a:chOff x="3937" y="633"/>
              <a:chExt cx="513" cy="442"/>
            </a:xfrm>
          </p:grpSpPr>
          <p:sp>
            <p:nvSpPr>
              <p:cNvPr id="44327" name="Line 434">
                <a:extLst>
                  <a:ext uri="{FF2B5EF4-FFF2-40B4-BE49-F238E27FC236}">
                    <a16:creationId xmlns:a16="http://schemas.microsoft.com/office/drawing/2014/main" id="{137943A2-4DCF-DC4D-9B2D-536C1BFE56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8" name="Line 435">
                <a:extLst>
                  <a:ext uri="{FF2B5EF4-FFF2-40B4-BE49-F238E27FC236}">
                    <a16:creationId xmlns:a16="http://schemas.microsoft.com/office/drawing/2014/main" id="{0A81EC1F-506A-5C47-BE10-A78FDD53C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9" name="Oval 436">
                <a:extLst>
                  <a:ext uri="{FF2B5EF4-FFF2-40B4-BE49-F238E27FC236}">
                    <a16:creationId xmlns:a16="http://schemas.microsoft.com/office/drawing/2014/main" id="{9611C8DC-D712-7348-A1FD-CD679D584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0" name="Line 437">
                <a:extLst>
                  <a:ext uri="{FF2B5EF4-FFF2-40B4-BE49-F238E27FC236}">
                    <a16:creationId xmlns:a16="http://schemas.microsoft.com/office/drawing/2014/main" id="{8215DA1B-B480-FF4E-B1DB-D0D5B7197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1" name="Line 438">
                <a:extLst>
                  <a:ext uri="{FF2B5EF4-FFF2-40B4-BE49-F238E27FC236}">
                    <a16:creationId xmlns:a16="http://schemas.microsoft.com/office/drawing/2014/main" id="{021CC875-CF89-B343-BCA6-C2E6CE5D3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2" name="Rectangle 439">
                <a:extLst>
                  <a:ext uri="{FF2B5EF4-FFF2-40B4-BE49-F238E27FC236}">
                    <a16:creationId xmlns:a16="http://schemas.microsoft.com/office/drawing/2014/main" id="{F8D37208-241F-074E-A02E-28FE4C2E5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333" name="Oval 440">
                <a:extLst>
                  <a:ext uri="{FF2B5EF4-FFF2-40B4-BE49-F238E27FC236}">
                    <a16:creationId xmlns:a16="http://schemas.microsoft.com/office/drawing/2014/main" id="{2A197619-0820-E246-A74A-CF60EC8DE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334" name="Group 441">
                <a:extLst>
                  <a:ext uri="{FF2B5EF4-FFF2-40B4-BE49-F238E27FC236}">
                    <a16:creationId xmlns:a16="http://schemas.microsoft.com/office/drawing/2014/main" id="{576DE23F-17FD-2B4D-AA1F-45C99DD6B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45" name="Line 442">
                  <a:extLst>
                    <a:ext uri="{FF2B5EF4-FFF2-40B4-BE49-F238E27FC236}">
                      <a16:creationId xmlns:a16="http://schemas.microsoft.com/office/drawing/2014/main" id="{5D1A4F4E-20D0-DC47-8A4D-1A841D35CC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6" name="Line 443">
                  <a:extLst>
                    <a:ext uri="{FF2B5EF4-FFF2-40B4-BE49-F238E27FC236}">
                      <a16:creationId xmlns:a16="http://schemas.microsoft.com/office/drawing/2014/main" id="{AD7BD903-4E28-B84B-95AB-7C8159806A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7" name="Line 444">
                  <a:extLst>
                    <a:ext uri="{FF2B5EF4-FFF2-40B4-BE49-F238E27FC236}">
                      <a16:creationId xmlns:a16="http://schemas.microsoft.com/office/drawing/2014/main" id="{38CC5178-8AD6-4F49-B7F6-0039880B7E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335" name="Group 445">
                <a:extLst>
                  <a:ext uri="{FF2B5EF4-FFF2-40B4-BE49-F238E27FC236}">
                    <a16:creationId xmlns:a16="http://schemas.microsoft.com/office/drawing/2014/main" id="{5EF118FB-99E9-844D-8D93-181FE1ABB2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42" name="Line 446">
                  <a:extLst>
                    <a:ext uri="{FF2B5EF4-FFF2-40B4-BE49-F238E27FC236}">
                      <a16:creationId xmlns:a16="http://schemas.microsoft.com/office/drawing/2014/main" id="{79CB7D49-E6F2-A34B-ABBE-AFB1B35638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3" name="Line 447">
                  <a:extLst>
                    <a:ext uri="{FF2B5EF4-FFF2-40B4-BE49-F238E27FC236}">
                      <a16:creationId xmlns:a16="http://schemas.microsoft.com/office/drawing/2014/main" id="{F8DCD31A-9ECD-AD48-A47E-A26C7114DE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4" name="Line 448">
                  <a:extLst>
                    <a:ext uri="{FF2B5EF4-FFF2-40B4-BE49-F238E27FC236}">
                      <a16:creationId xmlns:a16="http://schemas.microsoft.com/office/drawing/2014/main" id="{29508FCA-CE34-9D43-AE2D-5B5439F431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336" name="Rectangle 449">
                <a:extLst>
                  <a:ext uri="{FF2B5EF4-FFF2-40B4-BE49-F238E27FC236}">
                    <a16:creationId xmlns:a16="http://schemas.microsoft.com/office/drawing/2014/main" id="{A60E2862-2F87-094B-9CA1-F8A37D926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7" name="Rectangle 450">
                <a:extLst>
                  <a:ext uri="{FF2B5EF4-FFF2-40B4-BE49-F238E27FC236}">
                    <a16:creationId xmlns:a16="http://schemas.microsoft.com/office/drawing/2014/main" id="{20A82C6D-1BF7-9E42-838D-B23C186ED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8" name="Line 451">
                <a:extLst>
                  <a:ext uri="{FF2B5EF4-FFF2-40B4-BE49-F238E27FC236}">
                    <a16:creationId xmlns:a16="http://schemas.microsoft.com/office/drawing/2014/main" id="{E728F18F-F9BF-9F4A-B9DC-52C9CFD33F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9" name="Line 452">
                <a:extLst>
                  <a:ext uri="{FF2B5EF4-FFF2-40B4-BE49-F238E27FC236}">
                    <a16:creationId xmlns:a16="http://schemas.microsoft.com/office/drawing/2014/main" id="{B2D4C788-4788-4D4E-BF73-332D685A4F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0" name="Rectangle 453">
                <a:extLst>
                  <a:ext uri="{FF2B5EF4-FFF2-40B4-BE49-F238E27FC236}">
                    <a16:creationId xmlns:a16="http://schemas.microsoft.com/office/drawing/2014/main" id="{E749E483-D3DF-D54C-9B2E-151F9E783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800">
                  <a:solidFill>
                    <a:srgbClr val="CC0000"/>
                  </a:solidFill>
                  <a:latin typeface="Comic Sans MS" panose="030F0902030302020204" pitchFamily="66" charset="0"/>
                </a:endParaRPr>
              </a:p>
            </p:txBody>
          </p:sp>
          <p:sp>
            <p:nvSpPr>
              <p:cNvPr id="44341" name="Text Box 454">
                <a:extLst>
                  <a:ext uri="{FF2B5EF4-FFF2-40B4-BE49-F238E27FC236}">
                    <a16:creationId xmlns:a16="http://schemas.microsoft.com/office/drawing/2014/main" id="{3CCFE457-02B6-4C4C-967C-680321835D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07" name="Group 1058">
              <a:extLst>
                <a:ext uri="{FF2B5EF4-FFF2-40B4-BE49-F238E27FC236}">
                  <a16:creationId xmlns:a16="http://schemas.microsoft.com/office/drawing/2014/main" id="{CFAA8012-15F7-404E-AD33-A9ABB1DC8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7" y="1532"/>
              <a:ext cx="513" cy="442"/>
              <a:chOff x="3937" y="633"/>
              <a:chExt cx="513" cy="442"/>
            </a:xfrm>
          </p:grpSpPr>
          <p:sp>
            <p:nvSpPr>
              <p:cNvPr id="44306" name="Line 1059">
                <a:extLst>
                  <a:ext uri="{FF2B5EF4-FFF2-40B4-BE49-F238E27FC236}">
                    <a16:creationId xmlns:a16="http://schemas.microsoft.com/office/drawing/2014/main" id="{46947989-83BC-1248-B68B-8EFDECC8B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7" name="Line 1060">
                <a:extLst>
                  <a:ext uri="{FF2B5EF4-FFF2-40B4-BE49-F238E27FC236}">
                    <a16:creationId xmlns:a16="http://schemas.microsoft.com/office/drawing/2014/main" id="{3746F50E-0E29-3743-BF78-C90C74781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8" name="Oval 1061">
                <a:extLst>
                  <a:ext uri="{FF2B5EF4-FFF2-40B4-BE49-F238E27FC236}">
                    <a16:creationId xmlns:a16="http://schemas.microsoft.com/office/drawing/2014/main" id="{9D2E0963-7634-DD4A-998D-9F167AE44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09" name="Line 1062">
                <a:extLst>
                  <a:ext uri="{FF2B5EF4-FFF2-40B4-BE49-F238E27FC236}">
                    <a16:creationId xmlns:a16="http://schemas.microsoft.com/office/drawing/2014/main" id="{28380837-DBBA-2A4C-9E55-69DB50D5C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0" name="Line 1063">
                <a:extLst>
                  <a:ext uri="{FF2B5EF4-FFF2-40B4-BE49-F238E27FC236}">
                    <a16:creationId xmlns:a16="http://schemas.microsoft.com/office/drawing/2014/main" id="{39672CC9-1A09-3B4A-923B-3B9A241FD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1" name="Rectangle 1064">
                <a:extLst>
                  <a:ext uri="{FF2B5EF4-FFF2-40B4-BE49-F238E27FC236}">
                    <a16:creationId xmlns:a16="http://schemas.microsoft.com/office/drawing/2014/main" id="{0818A82C-2BE7-6F4A-8955-5033CD5A4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312" name="Oval 1065">
                <a:extLst>
                  <a:ext uri="{FF2B5EF4-FFF2-40B4-BE49-F238E27FC236}">
                    <a16:creationId xmlns:a16="http://schemas.microsoft.com/office/drawing/2014/main" id="{48D4E7B2-F025-3D43-B21C-3AE68893A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313" name="Group 1066">
                <a:extLst>
                  <a:ext uri="{FF2B5EF4-FFF2-40B4-BE49-F238E27FC236}">
                    <a16:creationId xmlns:a16="http://schemas.microsoft.com/office/drawing/2014/main" id="{F5997E32-EE02-7349-BEC2-2BEB75DE8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24" name="Line 1067">
                  <a:extLst>
                    <a:ext uri="{FF2B5EF4-FFF2-40B4-BE49-F238E27FC236}">
                      <a16:creationId xmlns:a16="http://schemas.microsoft.com/office/drawing/2014/main" id="{14A42E6E-C75B-BD4A-A98F-5A5CE082F1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5" name="Line 1068">
                  <a:extLst>
                    <a:ext uri="{FF2B5EF4-FFF2-40B4-BE49-F238E27FC236}">
                      <a16:creationId xmlns:a16="http://schemas.microsoft.com/office/drawing/2014/main" id="{DC72F7D0-EF3E-D54D-9BF2-88AACCBA29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6" name="Line 1069">
                  <a:extLst>
                    <a:ext uri="{FF2B5EF4-FFF2-40B4-BE49-F238E27FC236}">
                      <a16:creationId xmlns:a16="http://schemas.microsoft.com/office/drawing/2014/main" id="{5F55B6DD-F69A-7842-AA8A-5436636CDD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314" name="Group 1070">
                <a:extLst>
                  <a:ext uri="{FF2B5EF4-FFF2-40B4-BE49-F238E27FC236}">
                    <a16:creationId xmlns:a16="http://schemas.microsoft.com/office/drawing/2014/main" id="{56CE6BF9-7CC2-5345-8FE4-4FB9F20A28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21" name="Line 1071">
                  <a:extLst>
                    <a:ext uri="{FF2B5EF4-FFF2-40B4-BE49-F238E27FC236}">
                      <a16:creationId xmlns:a16="http://schemas.microsoft.com/office/drawing/2014/main" id="{2C57CF20-6BEF-6546-AE37-FBB60BF484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2" name="Line 1072">
                  <a:extLst>
                    <a:ext uri="{FF2B5EF4-FFF2-40B4-BE49-F238E27FC236}">
                      <a16:creationId xmlns:a16="http://schemas.microsoft.com/office/drawing/2014/main" id="{6C06E563-1E63-8445-ABD2-64EC1F13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3" name="Line 1073">
                  <a:extLst>
                    <a:ext uri="{FF2B5EF4-FFF2-40B4-BE49-F238E27FC236}">
                      <a16:creationId xmlns:a16="http://schemas.microsoft.com/office/drawing/2014/main" id="{9046E577-0D5D-B644-8C1F-AB2E8B8C6E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315" name="Rectangle 1074">
                <a:extLst>
                  <a:ext uri="{FF2B5EF4-FFF2-40B4-BE49-F238E27FC236}">
                    <a16:creationId xmlns:a16="http://schemas.microsoft.com/office/drawing/2014/main" id="{A5EFEA28-DB14-314C-BFF6-1E15DC815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16" name="Rectangle 1075">
                <a:extLst>
                  <a:ext uri="{FF2B5EF4-FFF2-40B4-BE49-F238E27FC236}">
                    <a16:creationId xmlns:a16="http://schemas.microsoft.com/office/drawing/2014/main" id="{D50E6C01-4729-0947-A768-3C4157CDC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17" name="Line 1076">
                <a:extLst>
                  <a:ext uri="{FF2B5EF4-FFF2-40B4-BE49-F238E27FC236}">
                    <a16:creationId xmlns:a16="http://schemas.microsoft.com/office/drawing/2014/main" id="{1239CBF4-471D-B946-B169-F304F986D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8" name="Line 1077">
                <a:extLst>
                  <a:ext uri="{FF2B5EF4-FFF2-40B4-BE49-F238E27FC236}">
                    <a16:creationId xmlns:a16="http://schemas.microsoft.com/office/drawing/2014/main" id="{6DDBDCD1-DA93-8C45-853F-086A8F8F6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9" name="Rectangle 1078">
                <a:extLst>
                  <a:ext uri="{FF2B5EF4-FFF2-40B4-BE49-F238E27FC236}">
                    <a16:creationId xmlns:a16="http://schemas.microsoft.com/office/drawing/2014/main" id="{7829B751-7868-7A40-A1D8-B5DBE377F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20" name="Text Box 1079">
                <a:extLst>
                  <a:ext uri="{FF2B5EF4-FFF2-40B4-BE49-F238E27FC236}">
                    <a16:creationId xmlns:a16="http://schemas.microsoft.com/office/drawing/2014/main" id="{7A77E64A-9033-D846-8F20-C0BAF3E7F5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08" name="Group 1080">
              <a:extLst>
                <a:ext uri="{FF2B5EF4-FFF2-40B4-BE49-F238E27FC236}">
                  <a16:creationId xmlns:a16="http://schemas.microsoft.com/office/drawing/2014/main" id="{681C1B64-7B19-D94D-816C-64DF964463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1" y="1148"/>
              <a:ext cx="513" cy="442"/>
              <a:chOff x="3937" y="633"/>
              <a:chExt cx="513" cy="442"/>
            </a:xfrm>
          </p:grpSpPr>
          <p:sp>
            <p:nvSpPr>
              <p:cNvPr id="44285" name="Line 1081">
                <a:extLst>
                  <a:ext uri="{FF2B5EF4-FFF2-40B4-BE49-F238E27FC236}">
                    <a16:creationId xmlns:a16="http://schemas.microsoft.com/office/drawing/2014/main" id="{F8200CE6-4C7B-1642-B86B-4361F1A6B6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6" name="Line 1082">
                <a:extLst>
                  <a:ext uri="{FF2B5EF4-FFF2-40B4-BE49-F238E27FC236}">
                    <a16:creationId xmlns:a16="http://schemas.microsoft.com/office/drawing/2014/main" id="{E87EC01F-1046-9343-B776-8D61B0879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7" name="Oval 1083">
                <a:extLst>
                  <a:ext uri="{FF2B5EF4-FFF2-40B4-BE49-F238E27FC236}">
                    <a16:creationId xmlns:a16="http://schemas.microsoft.com/office/drawing/2014/main" id="{654DB7D9-CF44-B749-9355-9BF2CB0C0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88" name="Line 1084">
                <a:extLst>
                  <a:ext uri="{FF2B5EF4-FFF2-40B4-BE49-F238E27FC236}">
                    <a16:creationId xmlns:a16="http://schemas.microsoft.com/office/drawing/2014/main" id="{C368AC2F-4043-5B4E-8126-4D6E073E68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9" name="Line 1085">
                <a:extLst>
                  <a:ext uri="{FF2B5EF4-FFF2-40B4-BE49-F238E27FC236}">
                    <a16:creationId xmlns:a16="http://schemas.microsoft.com/office/drawing/2014/main" id="{E7F9744A-C749-AC42-A058-675BFD3DEC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0" name="Rectangle 1086">
                <a:extLst>
                  <a:ext uri="{FF2B5EF4-FFF2-40B4-BE49-F238E27FC236}">
                    <a16:creationId xmlns:a16="http://schemas.microsoft.com/office/drawing/2014/main" id="{465C6D86-A09B-2543-AB0A-2063BAFF2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91" name="Oval 1087">
                <a:extLst>
                  <a:ext uri="{FF2B5EF4-FFF2-40B4-BE49-F238E27FC236}">
                    <a16:creationId xmlns:a16="http://schemas.microsoft.com/office/drawing/2014/main" id="{BE615DA3-1B97-E348-B607-FB26538FD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92" name="Group 1088">
                <a:extLst>
                  <a:ext uri="{FF2B5EF4-FFF2-40B4-BE49-F238E27FC236}">
                    <a16:creationId xmlns:a16="http://schemas.microsoft.com/office/drawing/2014/main" id="{D54F9155-63A3-A546-8CA4-BD9B423398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03" name="Line 1089">
                  <a:extLst>
                    <a:ext uri="{FF2B5EF4-FFF2-40B4-BE49-F238E27FC236}">
                      <a16:creationId xmlns:a16="http://schemas.microsoft.com/office/drawing/2014/main" id="{A83FDEED-C5D9-6A4B-A74A-E2FB486C07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4" name="Line 1090">
                  <a:extLst>
                    <a:ext uri="{FF2B5EF4-FFF2-40B4-BE49-F238E27FC236}">
                      <a16:creationId xmlns:a16="http://schemas.microsoft.com/office/drawing/2014/main" id="{3105BE3A-B1B7-2C49-8AA1-193A53D2BE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5" name="Line 1091">
                  <a:extLst>
                    <a:ext uri="{FF2B5EF4-FFF2-40B4-BE49-F238E27FC236}">
                      <a16:creationId xmlns:a16="http://schemas.microsoft.com/office/drawing/2014/main" id="{8AAD6833-5AF2-8A44-BF6F-336D31B44F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93" name="Group 1092">
                <a:extLst>
                  <a:ext uri="{FF2B5EF4-FFF2-40B4-BE49-F238E27FC236}">
                    <a16:creationId xmlns:a16="http://schemas.microsoft.com/office/drawing/2014/main" id="{33B59071-1841-094F-BF26-B09673F7C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00" name="Line 1093">
                  <a:extLst>
                    <a:ext uri="{FF2B5EF4-FFF2-40B4-BE49-F238E27FC236}">
                      <a16:creationId xmlns:a16="http://schemas.microsoft.com/office/drawing/2014/main" id="{4656CBE6-D68E-FE43-805D-7EEC0513C1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1" name="Line 1094">
                  <a:extLst>
                    <a:ext uri="{FF2B5EF4-FFF2-40B4-BE49-F238E27FC236}">
                      <a16:creationId xmlns:a16="http://schemas.microsoft.com/office/drawing/2014/main" id="{8F48FB94-6DEA-1744-A8CE-309CC7FD35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2" name="Line 1095">
                  <a:extLst>
                    <a:ext uri="{FF2B5EF4-FFF2-40B4-BE49-F238E27FC236}">
                      <a16:creationId xmlns:a16="http://schemas.microsoft.com/office/drawing/2014/main" id="{FFE69600-5815-2442-AB4E-8FCDA29E38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94" name="Rectangle 1096">
                <a:extLst>
                  <a:ext uri="{FF2B5EF4-FFF2-40B4-BE49-F238E27FC236}">
                    <a16:creationId xmlns:a16="http://schemas.microsoft.com/office/drawing/2014/main" id="{F690C746-5929-BA40-9BC8-36E9EDB29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5" name="Rectangle 1097">
                <a:extLst>
                  <a:ext uri="{FF2B5EF4-FFF2-40B4-BE49-F238E27FC236}">
                    <a16:creationId xmlns:a16="http://schemas.microsoft.com/office/drawing/2014/main" id="{E4708EE1-F3A8-3F44-A326-9BA91ED24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6" name="Line 1098">
                <a:extLst>
                  <a:ext uri="{FF2B5EF4-FFF2-40B4-BE49-F238E27FC236}">
                    <a16:creationId xmlns:a16="http://schemas.microsoft.com/office/drawing/2014/main" id="{2024624F-73F6-DF4F-B883-C4B17FF9B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7" name="Line 1099">
                <a:extLst>
                  <a:ext uri="{FF2B5EF4-FFF2-40B4-BE49-F238E27FC236}">
                    <a16:creationId xmlns:a16="http://schemas.microsoft.com/office/drawing/2014/main" id="{501CD0A9-A7E2-3149-BF73-701D539887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8" name="Rectangle 1100">
                <a:extLst>
                  <a:ext uri="{FF2B5EF4-FFF2-40B4-BE49-F238E27FC236}">
                    <a16:creationId xmlns:a16="http://schemas.microsoft.com/office/drawing/2014/main" id="{5C5F3F5D-379F-074F-82AB-CCE315373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9" name="Text Box 1101">
                <a:extLst>
                  <a:ext uri="{FF2B5EF4-FFF2-40B4-BE49-F238E27FC236}">
                    <a16:creationId xmlns:a16="http://schemas.microsoft.com/office/drawing/2014/main" id="{94C102BE-4850-404B-AF30-C69526F68F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09" name="Group 1102">
              <a:extLst>
                <a:ext uri="{FF2B5EF4-FFF2-40B4-BE49-F238E27FC236}">
                  <a16:creationId xmlns:a16="http://schemas.microsoft.com/office/drawing/2014/main" id="{06D29196-7D08-904D-B3BD-EF7CE0770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02" y="1523"/>
              <a:ext cx="513" cy="442"/>
              <a:chOff x="3937" y="633"/>
              <a:chExt cx="513" cy="442"/>
            </a:xfrm>
          </p:grpSpPr>
          <p:sp>
            <p:nvSpPr>
              <p:cNvPr id="44264" name="Line 1103">
                <a:extLst>
                  <a:ext uri="{FF2B5EF4-FFF2-40B4-BE49-F238E27FC236}">
                    <a16:creationId xmlns:a16="http://schemas.microsoft.com/office/drawing/2014/main" id="{B15C48AC-0432-0943-94A7-98DD25C9A7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5" name="Line 1104">
                <a:extLst>
                  <a:ext uri="{FF2B5EF4-FFF2-40B4-BE49-F238E27FC236}">
                    <a16:creationId xmlns:a16="http://schemas.microsoft.com/office/drawing/2014/main" id="{3D7FDCD5-BA3B-144B-84D6-A7391082F9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6" name="Oval 1105">
                <a:extLst>
                  <a:ext uri="{FF2B5EF4-FFF2-40B4-BE49-F238E27FC236}">
                    <a16:creationId xmlns:a16="http://schemas.microsoft.com/office/drawing/2014/main" id="{6B9A24B0-6661-2E4D-A5FD-CB88F2E45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67" name="Line 1106">
                <a:extLst>
                  <a:ext uri="{FF2B5EF4-FFF2-40B4-BE49-F238E27FC236}">
                    <a16:creationId xmlns:a16="http://schemas.microsoft.com/office/drawing/2014/main" id="{5D128861-51E2-FE42-B790-F14DECEFC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8" name="Line 1107">
                <a:extLst>
                  <a:ext uri="{FF2B5EF4-FFF2-40B4-BE49-F238E27FC236}">
                    <a16:creationId xmlns:a16="http://schemas.microsoft.com/office/drawing/2014/main" id="{34E0D2A8-158D-C046-A395-D89131CBB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9" name="Rectangle 1108">
                <a:extLst>
                  <a:ext uri="{FF2B5EF4-FFF2-40B4-BE49-F238E27FC236}">
                    <a16:creationId xmlns:a16="http://schemas.microsoft.com/office/drawing/2014/main" id="{122431A7-53A4-EC49-B14F-06490F68C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70" name="Oval 1109">
                <a:extLst>
                  <a:ext uri="{FF2B5EF4-FFF2-40B4-BE49-F238E27FC236}">
                    <a16:creationId xmlns:a16="http://schemas.microsoft.com/office/drawing/2014/main" id="{B155DD7C-F6B9-5340-9EA8-9C4436F4E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71" name="Group 1110">
                <a:extLst>
                  <a:ext uri="{FF2B5EF4-FFF2-40B4-BE49-F238E27FC236}">
                    <a16:creationId xmlns:a16="http://schemas.microsoft.com/office/drawing/2014/main" id="{3CC444F0-5032-7943-9A1D-6C5E6451AF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82" name="Line 1111">
                  <a:extLst>
                    <a:ext uri="{FF2B5EF4-FFF2-40B4-BE49-F238E27FC236}">
                      <a16:creationId xmlns:a16="http://schemas.microsoft.com/office/drawing/2014/main" id="{F99537CD-7A59-6E44-86E7-236F80A77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3" name="Line 1112">
                  <a:extLst>
                    <a:ext uri="{FF2B5EF4-FFF2-40B4-BE49-F238E27FC236}">
                      <a16:creationId xmlns:a16="http://schemas.microsoft.com/office/drawing/2014/main" id="{FC0A5C25-D3A2-F740-9E03-C65D5BC9F0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4" name="Line 1113">
                  <a:extLst>
                    <a:ext uri="{FF2B5EF4-FFF2-40B4-BE49-F238E27FC236}">
                      <a16:creationId xmlns:a16="http://schemas.microsoft.com/office/drawing/2014/main" id="{B9EFFB11-1AD2-904C-B640-598A402A0D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72" name="Group 1114">
                <a:extLst>
                  <a:ext uri="{FF2B5EF4-FFF2-40B4-BE49-F238E27FC236}">
                    <a16:creationId xmlns:a16="http://schemas.microsoft.com/office/drawing/2014/main" id="{A2C22C99-27CC-BA4C-BE28-CAAA74AE50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79" name="Line 1115">
                  <a:extLst>
                    <a:ext uri="{FF2B5EF4-FFF2-40B4-BE49-F238E27FC236}">
                      <a16:creationId xmlns:a16="http://schemas.microsoft.com/office/drawing/2014/main" id="{7A93C7DA-5324-8040-ABCE-2F7C8EEAF2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0" name="Line 1116">
                  <a:extLst>
                    <a:ext uri="{FF2B5EF4-FFF2-40B4-BE49-F238E27FC236}">
                      <a16:creationId xmlns:a16="http://schemas.microsoft.com/office/drawing/2014/main" id="{22C223A1-6318-084C-9542-5923F09319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1" name="Line 1117">
                  <a:extLst>
                    <a:ext uri="{FF2B5EF4-FFF2-40B4-BE49-F238E27FC236}">
                      <a16:creationId xmlns:a16="http://schemas.microsoft.com/office/drawing/2014/main" id="{7FD80E30-BA67-AD41-911E-0DB3473825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73" name="Rectangle 1118">
                <a:extLst>
                  <a:ext uri="{FF2B5EF4-FFF2-40B4-BE49-F238E27FC236}">
                    <a16:creationId xmlns:a16="http://schemas.microsoft.com/office/drawing/2014/main" id="{3BCD0615-B139-7845-8679-7A7F37A24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4" name="Rectangle 1119">
                <a:extLst>
                  <a:ext uri="{FF2B5EF4-FFF2-40B4-BE49-F238E27FC236}">
                    <a16:creationId xmlns:a16="http://schemas.microsoft.com/office/drawing/2014/main" id="{EC39EE0E-AEC4-D741-8F3F-CED533323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5" name="Line 1120">
                <a:extLst>
                  <a:ext uri="{FF2B5EF4-FFF2-40B4-BE49-F238E27FC236}">
                    <a16:creationId xmlns:a16="http://schemas.microsoft.com/office/drawing/2014/main" id="{DF520635-C07B-0545-9734-26A49E7DE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76" name="Line 1121">
                <a:extLst>
                  <a:ext uri="{FF2B5EF4-FFF2-40B4-BE49-F238E27FC236}">
                    <a16:creationId xmlns:a16="http://schemas.microsoft.com/office/drawing/2014/main" id="{F3BFE371-B395-1E42-9C9B-D9F7F1C9A2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77" name="Rectangle 1122">
                <a:extLst>
                  <a:ext uri="{FF2B5EF4-FFF2-40B4-BE49-F238E27FC236}">
                    <a16:creationId xmlns:a16="http://schemas.microsoft.com/office/drawing/2014/main" id="{2CEAACB3-1482-6A4C-8164-0BC9439EB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8" name="Text Box 1123">
                <a:extLst>
                  <a:ext uri="{FF2B5EF4-FFF2-40B4-BE49-F238E27FC236}">
                    <a16:creationId xmlns:a16="http://schemas.microsoft.com/office/drawing/2014/main" id="{C363981E-73E3-244F-A9BB-D8E5271F82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0" name="Group 1124">
              <a:extLst>
                <a:ext uri="{FF2B5EF4-FFF2-40B4-BE49-F238E27FC236}">
                  <a16:creationId xmlns:a16="http://schemas.microsoft.com/office/drawing/2014/main" id="{10565A31-79D4-4C41-9A61-FAC58DD50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7" y="1157"/>
              <a:ext cx="513" cy="442"/>
              <a:chOff x="3937" y="633"/>
              <a:chExt cx="513" cy="442"/>
            </a:xfrm>
          </p:grpSpPr>
          <p:sp>
            <p:nvSpPr>
              <p:cNvPr id="44243" name="Line 1125">
                <a:extLst>
                  <a:ext uri="{FF2B5EF4-FFF2-40B4-BE49-F238E27FC236}">
                    <a16:creationId xmlns:a16="http://schemas.microsoft.com/office/drawing/2014/main" id="{FEA62E41-C08B-094D-B2F2-8A6BCF7CF4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4" name="Line 1126">
                <a:extLst>
                  <a:ext uri="{FF2B5EF4-FFF2-40B4-BE49-F238E27FC236}">
                    <a16:creationId xmlns:a16="http://schemas.microsoft.com/office/drawing/2014/main" id="{B47BE16E-084E-6642-A565-CCFDD61546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5" name="Oval 1127">
                <a:extLst>
                  <a:ext uri="{FF2B5EF4-FFF2-40B4-BE49-F238E27FC236}">
                    <a16:creationId xmlns:a16="http://schemas.microsoft.com/office/drawing/2014/main" id="{E827A082-74C1-C443-BCA7-D4DF24732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46" name="Line 1128">
                <a:extLst>
                  <a:ext uri="{FF2B5EF4-FFF2-40B4-BE49-F238E27FC236}">
                    <a16:creationId xmlns:a16="http://schemas.microsoft.com/office/drawing/2014/main" id="{767ED7AB-AB48-254D-A69F-911AD7B827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7" name="Line 1129">
                <a:extLst>
                  <a:ext uri="{FF2B5EF4-FFF2-40B4-BE49-F238E27FC236}">
                    <a16:creationId xmlns:a16="http://schemas.microsoft.com/office/drawing/2014/main" id="{61B9FB1F-5CC9-C245-A967-08A9FF0819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8" name="Rectangle 1130">
                <a:extLst>
                  <a:ext uri="{FF2B5EF4-FFF2-40B4-BE49-F238E27FC236}">
                    <a16:creationId xmlns:a16="http://schemas.microsoft.com/office/drawing/2014/main" id="{499E1740-4426-5E40-A316-DE57D0967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49" name="Oval 1131">
                <a:extLst>
                  <a:ext uri="{FF2B5EF4-FFF2-40B4-BE49-F238E27FC236}">
                    <a16:creationId xmlns:a16="http://schemas.microsoft.com/office/drawing/2014/main" id="{19C95F85-A868-BC44-A20F-052D83707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50" name="Group 1132">
                <a:extLst>
                  <a:ext uri="{FF2B5EF4-FFF2-40B4-BE49-F238E27FC236}">
                    <a16:creationId xmlns:a16="http://schemas.microsoft.com/office/drawing/2014/main" id="{5205D55D-37E4-5240-8414-1C75B1B18E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61" name="Line 1133">
                  <a:extLst>
                    <a:ext uri="{FF2B5EF4-FFF2-40B4-BE49-F238E27FC236}">
                      <a16:creationId xmlns:a16="http://schemas.microsoft.com/office/drawing/2014/main" id="{5B595CB3-057B-D24F-926B-7188DD7DC3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2" name="Line 1134">
                  <a:extLst>
                    <a:ext uri="{FF2B5EF4-FFF2-40B4-BE49-F238E27FC236}">
                      <a16:creationId xmlns:a16="http://schemas.microsoft.com/office/drawing/2014/main" id="{90E82440-4870-7842-BAEC-80E7788E54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3" name="Line 1135">
                  <a:extLst>
                    <a:ext uri="{FF2B5EF4-FFF2-40B4-BE49-F238E27FC236}">
                      <a16:creationId xmlns:a16="http://schemas.microsoft.com/office/drawing/2014/main" id="{61C97743-31C2-384B-A57F-62E5FCA470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51" name="Group 1136">
                <a:extLst>
                  <a:ext uri="{FF2B5EF4-FFF2-40B4-BE49-F238E27FC236}">
                    <a16:creationId xmlns:a16="http://schemas.microsoft.com/office/drawing/2014/main" id="{C6FCF4B5-FFAC-7247-96EC-61E41AD526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58" name="Line 1137">
                  <a:extLst>
                    <a:ext uri="{FF2B5EF4-FFF2-40B4-BE49-F238E27FC236}">
                      <a16:creationId xmlns:a16="http://schemas.microsoft.com/office/drawing/2014/main" id="{414D29B3-D286-BA4A-805D-3C25AE44F9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59" name="Line 1138">
                  <a:extLst>
                    <a:ext uri="{FF2B5EF4-FFF2-40B4-BE49-F238E27FC236}">
                      <a16:creationId xmlns:a16="http://schemas.microsoft.com/office/drawing/2014/main" id="{EFC67E88-3E39-1E47-BA83-1DE0A689D9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0" name="Line 1139">
                  <a:extLst>
                    <a:ext uri="{FF2B5EF4-FFF2-40B4-BE49-F238E27FC236}">
                      <a16:creationId xmlns:a16="http://schemas.microsoft.com/office/drawing/2014/main" id="{FE1372B5-8162-9C4A-B7E0-15A901D14B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52" name="Rectangle 1140">
                <a:extLst>
                  <a:ext uri="{FF2B5EF4-FFF2-40B4-BE49-F238E27FC236}">
                    <a16:creationId xmlns:a16="http://schemas.microsoft.com/office/drawing/2014/main" id="{F2300FAC-728C-C745-80C1-63F08574B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3" name="Rectangle 1141">
                <a:extLst>
                  <a:ext uri="{FF2B5EF4-FFF2-40B4-BE49-F238E27FC236}">
                    <a16:creationId xmlns:a16="http://schemas.microsoft.com/office/drawing/2014/main" id="{95B52B96-DE8B-B044-ADE7-4F3817D51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4" name="Line 1142">
                <a:extLst>
                  <a:ext uri="{FF2B5EF4-FFF2-40B4-BE49-F238E27FC236}">
                    <a16:creationId xmlns:a16="http://schemas.microsoft.com/office/drawing/2014/main" id="{07C226AD-1B7B-604B-8DAC-D2E94B1EBF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5" name="Line 1143">
                <a:extLst>
                  <a:ext uri="{FF2B5EF4-FFF2-40B4-BE49-F238E27FC236}">
                    <a16:creationId xmlns:a16="http://schemas.microsoft.com/office/drawing/2014/main" id="{11842F45-C0D1-8045-8EF5-82FB2197B8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6" name="Rectangle 1144">
                <a:extLst>
                  <a:ext uri="{FF2B5EF4-FFF2-40B4-BE49-F238E27FC236}">
                    <a16:creationId xmlns:a16="http://schemas.microsoft.com/office/drawing/2014/main" id="{138918B5-FD1A-E84A-BAA0-5E94F613D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7" name="Text Box 1145">
                <a:extLst>
                  <a:ext uri="{FF2B5EF4-FFF2-40B4-BE49-F238E27FC236}">
                    <a16:creationId xmlns:a16="http://schemas.microsoft.com/office/drawing/2014/main" id="{CB46CAF3-8C1E-074B-829B-7F64B3C7B2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1" name="Group 1146">
              <a:extLst>
                <a:ext uri="{FF2B5EF4-FFF2-40B4-BE49-F238E27FC236}">
                  <a16:creationId xmlns:a16="http://schemas.microsoft.com/office/drawing/2014/main" id="{714EBDEC-EB90-3748-881D-F244B6420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9" y="2239"/>
              <a:ext cx="513" cy="442"/>
              <a:chOff x="3937" y="633"/>
              <a:chExt cx="513" cy="442"/>
            </a:xfrm>
          </p:grpSpPr>
          <p:sp>
            <p:nvSpPr>
              <p:cNvPr id="44222" name="Line 1147">
                <a:extLst>
                  <a:ext uri="{FF2B5EF4-FFF2-40B4-BE49-F238E27FC236}">
                    <a16:creationId xmlns:a16="http://schemas.microsoft.com/office/drawing/2014/main" id="{AC93AF9A-E5E2-B548-8198-5C2440841F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3" name="Line 1148">
                <a:extLst>
                  <a:ext uri="{FF2B5EF4-FFF2-40B4-BE49-F238E27FC236}">
                    <a16:creationId xmlns:a16="http://schemas.microsoft.com/office/drawing/2014/main" id="{391781D6-8DC6-C74B-B8E3-2A3FD25BE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4" name="Oval 1149">
                <a:extLst>
                  <a:ext uri="{FF2B5EF4-FFF2-40B4-BE49-F238E27FC236}">
                    <a16:creationId xmlns:a16="http://schemas.microsoft.com/office/drawing/2014/main" id="{BFFC9C7D-E30C-F84E-BBCF-5D804BD7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25" name="Line 1150">
                <a:extLst>
                  <a:ext uri="{FF2B5EF4-FFF2-40B4-BE49-F238E27FC236}">
                    <a16:creationId xmlns:a16="http://schemas.microsoft.com/office/drawing/2014/main" id="{E806399F-BFE3-2140-8DD1-B69B8E060A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6" name="Line 1151">
                <a:extLst>
                  <a:ext uri="{FF2B5EF4-FFF2-40B4-BE49-F238E27FC236}">
                    <a16:creationId xmlns:a16="http://schemas.microsoft.com/office/drawing/2014/main" id="{03EDE873-AB6B-EA4B-B38A-D3188B74C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7" name="Rectangle 1152">
                <a:extLst>
                  <a:ext uri="{FF2B5EF4-FFF2-40B4-BE49-F238E27FC236}">
                    <a16:creationId xmlns:a16="http://schemas.microsoft.com/office/drawing/2014/main" id="{B75EB6D6-B992-F648-95DC-6095DCDD1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28" name="Oval 1153">
                <a:extLst>
                  <a:ext uri="{FF2B5EF4-FFF2-40B4-BE49-F238E27FC236}">
                    <a16:creationId xmlns:a16="http://schemas.microsoft.com/office/drawing/2014/main" id="{5C9803F1-6AFF-EC46-9C64-98ABFD86E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29" name="Group 1154">
                <a:extLst>
                  <a:ext uri="{FF2B5EF4-FFF2-40B4-BE49-F238E27FC236}">
                    <a16:creationId xmlns:a16="http://schemas.microsoft.com/office/drawing/2014/main" id="{0815A138-10E6-0A47-8E33-4EBE5F0A20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40" name="Line 1155">
                  <a:extLst>
                    <a:ext uri="{FF2B5EF4-FFF2-40B4-BE49-F238E27FC236}">
                      <a16:creationId xmlns:a16="http://schemas.microsoft.com/office/drawing/2014/main" id="{61623120-DEB8-3E47-A69C-1E3C1046AF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41" name="Line 1156">
                  <a:extLst>
                    <a:ext uri="{FF2B5EF4-FFF2-40B4-BE49-F238E27FC236}">
                      <a16:creationId xmlns:a16="http://schemas.microsoft.com/office/drawing/2014/main" id="{1D4C6E3E-0C4E-6E42-A9A6-6C3582AAE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42" name="Line 1157">
                  <a:extLst>
                    <a:ext uri="{FF2B5EF4-FFF2-40B4-BE49-F238E27FC236}">
                      <a16:creationId xmlns:a16="http://schemas.microsoft.com/office/drawing/2014/main" id="{723A3779-0590-D14B-84BC-AB2B6631F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30" name="Group 1158">
                <a:extLst>
                  <a:ext uri="{FF2B5EF4-FFF2-40B4-BE49-F238E27FC236}">
                    <a16:creationId xmlns:a16="http://schemas.microsoft.com/office/drawing/2014/main" id="{C7F2C073-0BBD-3D48-BF99-164EB2AF3F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37" name="Line 1159">
                  <a:extLst>
                    <a:ext uri="{FF2B5EF4-FFF2-40B4-BE49-F238E27FC236}">
                      <a16:creationId xmlns:a16="http://schemas.microsoft.com/office/drawing/2014/main" id="{FF1A336D-08A8-5C42-B2AB-340195A137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38" name="Line 1160">
                  <a:extLst>
                    <a:ext uri="{FF2B5EF4-FFF2-40B4-BE49-F238E27FC236}">
                      <a16:creationId xmlns:a16="http://schemas.microsoft.com/office/drawing/2014/main" id="{47E34B2F-0993-1C48-BC57-3D5F1936A3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39" name="Line 1161">
                  <a:extLst>
                    <a:ext uri="{FF2B5EF4-FFF2-40B4-BE49-F238E27FC236}">
                      <a16:creationId xmlns:a16="http://schemas.microsoft.com/office/drawing/2014/main" id="{58E6866F-566A-C446-A402-3853959208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31" name="Rectangle 1162">
                <a:extLst>
                  <a:ext uri="{FF2B5EF4-FFF2-40B4-BE49-F238E27FC236}">
                    <a16:creationId xmlns:a16="http://schemas.microsoft.com/office/drawing/2014/main" id="{6DEB01C5-7A71-F343-9AD3-C4CC1313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2" name="Rectangle 1163">
                <a:extLst>
                  <a:ext uri="{FF2B5EF4-FFF2-40B4-BE49-F238E27FC236}">
                    <a16:creationId xmlns:a16="http://schemas.microsoft.com/office/drawing/2014/main" id="{C23489AB-0201-8B43-B6CA-DD1797C65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3" name="Line 1164">
                <a:extLst>
                  <a:ext uri="{FF2B5EF4-FFF2-40B4-BE49-F238E27FC236}">
                    <a16:creationId xmlns:a16="http://schemas.microsoft.com/office/drawing/2014/main" id="{0CC0D092-629E-1447-ACC0-2C3B8FF1CA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4" name="Line 1165">
                <a:extLst>
                  <a:ext uri="{FF2B5EF4-FFF2-40B4-BE49-F238E27FC236}">
                    <a16:creationId xmlns:a16="http://schemas.microsoft.com/office/drawing/2014/main" id="{190B1526-DF88-064E-9CCE-AE2FD43CC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5" name="Rectangle 1166">
                <a:extLst>
                  <a:ext uri="{FF2B5EF4-FFF2-40B4-BE49-F238E27FC236}">
                    <a16:creationId xmlns:a16="http://schemas.microsoft.com/office/drawing/2014/main" id="{767694CC-1690-3D42-8A9C-08C0261D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6" name="Text Box 1167">
                <a:extLst>
                  <a:ext uri="{FF2B5EF4-FFF2-40B4-BE49-F238E27FC236}">
                    <a16:creationId xmlns:a16="http://schemas.microsoft.com/office/drawing/2014/main" id="{B5ED2EAF-4D65-5F40-A131-533CE62505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2" name="Group 1168">
              <a:extLst>
                <a:ext uri="{FF2B5EF4-FFF2-40B4-BE49-F238E27FC236}">
                  <a16:creationId xmlns:a16="http://schemas.microsoft.com/office/drawing/2014/main" id="{D0CDF91B-F552-C74D-9048-2F5ECB1B04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5" y="1995"/>
              <a:ext cx="513" cy="442"/>
              <a:chOff x="3937" y="633"/>
              <a:chExt cx="513" cy="442"/>
            </a:xfrm>
          </p:grpSpPr>
          <p:sp>
            <p:nvSpPr>
              <p:cNvPr id="44201" name="Line 1169">
                <a:extLst>
                  <a:ext uri="{FF2B5EF4-FFF2-40B4-BE49-F238E27FC236}">
                    <a16:creationId xmlns:a16="http://schemas.microsoft.com/office/drawing/2014/main" id="{664870E9-EBD1-F94F-B9E3-DB7D55AC84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2" name="Line 1170">
                <a:extLst>
                  <a:ext uri="{FF2B5EF4-FFF2-40B4-BE49-F238E27FC236}">
                    <a16:creationId xmlns:a16="http://schemas.microsoft.com/office/drawing/2014/main" id="{335AE73F-87B0-1948-889C-2C79B84FD1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3" name="Oval 1171">
                <a:extLst>
                  <a:ext uri="{FF2B5EF4-FFF2-40B4-BE49-F238E27FC236}">
                    <a16:creationId xmlns:a16="http://schemas.microsoft.com/office/drawing/2014/main" id="{3AFF342D-B786-3440-AAE5-632759BD7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04" name="Line 1172">
                <a:extLst>
                  <a:ext uri="{FF2B5EF4-FFF2-40B4-BE49-F238E27FC236}">
                    <a16:creationId xmlns:a16="http://schemas.microsoft.com/office/drawing/2014/main" id="{806CB47A-8D70-0046-831F-D8823696D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5" name="Line 1173">
                <a:extLst>
                  <a:ext uri="{FF2B5EF4-FFF2-40B4-BE49-F238E27FC236}">
                    <a16:creationId xmlns:a16="http://schemas.microsoft.com/office/drawing/2014/main" id="{70363C62-3668-AB47-9F3C-A7C85D6532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6" name="Rectangle 1174">
                <a:extLst>
                  <a:ext uri="{FF2B5EF4-FFF2-40B4-BE49-F238E27FC236}">
                    <a16:creationId xmlns:a16="http://schemas.microsoft.com/office/drawing/2014/main" id="{F9637153-2933-EC44-977D-E68267366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07" name="Oval 1175">
                <a:extLst>
                  <a:ext uri="{FF2B5EF4-FFF2-40B4-BE49-F238E27FC236}">
                    <a16:creationId xmlns:a16="http://schemas.microsoft.com/office/drawing/2014/main" id="{7347ACE2-FCE5-934C-AFC1-3F61ECE23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08" name="Group 1176">
                <a:extLst>
                  <a:ext uri="{FF2B5EF4-FFF2-40B4-BE49-F238E27FC236}">
                    <a16:creationId xmlns:a16="http://schemas.microsoft.com/office/drawing/2014/main" id="{3EEBA7DC-0265-D148-AB43-EA5E6C78B5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19" name="Line 1177">
                  <a:extLst>
                    <a:ext uri="{FF2B5EF4-FFF2-40B4-BE49-F238E27FC236}">
                      <a16:creationId xmlns:a16="http://schemas.microsoft.com/office/drawing/2014/main" id="{32445E5E-9361-444F-A4D3-FB5801F245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20" name="Line 1178">
                  <a:extLst>
                    <a:ext uri="{FF2B5EF4-FFF2-40B4-BE49-F238E27FC236}">
                      <a16:creationId xmlns:a16="http://schemas.microsoft.com/office/drawing/2014/main" id="{DE548752-65BA-6843-BD08-1F3588F756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21" name="Line 1179">
                  <a:extLst>
                    <a:ext uri="{FF2B5EF4-FFF2-40B4-BE49-F238E27FC236}">
                      <a16:creationId xmlns:a16="http://schemas.microsoft.com/office/drawing/2014/main" id="{C4695081-060C-8F40-A802-B4C8FC6E2D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09" name="Group 1180">
                <a:extLst>
                  <a:ext uri="{FF2B5EF4-FFF2-40B4-BE49-F238E27FC236}">
                    <a16:creationId xmlns:a16="http://schemas.microsoft.com/office/drawing/2014/main" id="{837F047C-2789-DA45-BDC8-2DF6FC9A54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16" name="Line 1181">
                  <a:extLst>
                    <a:ext uri="{FF2B5EF4-FFF2-40B4-BE49-F238E27FC236}">
                      <a16:creationId xmlns:a16="http://schemas.microsoft.com/office/drawing/2014/main" id="{01AF9559-261D-AE44-907A-76C6AFEE8C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17" name="Line 1182">
                  <a:extLst>
                    <a:ext uri="{FF2B5EF4-FFF2-40B4-BE49-F238E27FC236}">
                      <a16:creationId xmlns:a16="http://schemas.microsoft.com/office/drawing/2014/main" id="{2469438F-CF31-8A40-B2F4-CF1CAEDF29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18" name="Line 1183">
                  <a:extLst>
                    <a:ext uri="{FF2B5EF4-FFF2-40B4-BE49-F238E27FC236}">
                      <a16:creationId xmlns:a16="http://schemas.microsoft.com/office/drawing/2014/main" id="{2D6333CE-4179-D54F-9B04-37B7742C05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10" name="Rectangle 1184">
                <a:extLst>
                  <a:ext uri="{FF2B5EF4-FFF2-40B4-BE49-F238E27FC236}">
                    <a16:creationId xmlns:a16="http://schemas.microsoft.com/office/drawing/2014/main" id="{8E178784-6705-AB4F-B227-A240B47B6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1" name="Rectangle 1185">
                <a:extLst>
                  <a:ext uri="{FF2B5EF4-FFF2-40B4-BE49-F238E27FC236}">
                    <a16:creationId xmlns:a16="http://schemas.microsoft.com/office/drawing/2014/main" id="{BAA08AC7-9F77-BA4D-9A1A-A3DCC978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2" name="Line 1186">
                <a:extLst>
                  <a:ext uri="{FF2B5EF4-FFF2-40B4-BE49-F238E27FC236}">
                    <a16:creationId xmlns:a16="http://schemas.microsoft.com/office/drawing/2014/main" id="{CA45A15A-895E-8A49-9ED5-2A52CE10B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3" name="Line 1187">
                <a:extLst>
                  <a:ext uri="{FF2B5EF4-FFF2-40B4-BE49-F238E27FC236}">
                    <a16:creationId xmlns:a16="http://schemas.microsoft.com/office/drawing/2014/main" id="{9C05B571-D659-FB41-B594-C94C1838AB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4" name="Rectangle 1188">
                <a:extLst>
                  <a:ext uri="{FF2B5EF4-FFF2-40B4-BE49-F238E27FC236}">
                    <a16:creationId xmlns:a16="http://schemas.microsoft.com/office/drawing/2014/main" id="{A9E3E96C-F69A-344D-993D-230A16465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5" name="Text Box 1189">
                <a:extLst>
                  <a:ext uri="{FF2B5EF4-FFF2-40B4-BE49-F238E27FC236}">
                    <a16:creationId xmlns:a16="http://schemas.microsoft.com/office/drawing/2014/main" id="{EEE4E9D3-43A2-9E4B-8166-2728A2066B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3" name="Group 1190">
              <a:extLst>
                <a:ext uri="{FF2B5EF4-FFF2-40B4-BE49-F238E27FC236}">
                  <a16:creationId xmlns:a16="http://schemas.microsoft.com/office/drawing/2014/main" id="{AB61FE6B-2336-964B-AE59-474B6B917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8" y="2003"/>
              <a:ext cx="513" cy="442"/>
              <a:chOff x="3937" y="633"/>
              <a:chExt cx="513" cy="442"/>
            </a:xfrm>
          </p:grpSpPr>
          <p:sp>
            <p:nvSpPr>
              <p:cNvPr id="44180" name="Line 1191">
                <a:extLst>
                  <a:ext uri="{FF2B5EF4-FFF2-40B4-BE49-F238E27FC236}">
                    <a16:creationId xmlns:a16="http://schemas.microsoft.com/office/drawing/2014/main" id="{D70B5BD8-21FD-294A-B302-53427A6ABF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1" name="Line 1192">
                <a:extLst>
                  <a:ext uri="{FF2B5EF4-FFF2-40B4-BE49-F238E27FC236}">
                    <a16:creationId xmlns:a16="http://schemas.microsoft.com/office/drawing/2014/main" id="{64058710-9936-634E-A9D6-F6A2F18C60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2" name="Oval 1193">
                <a:extLst>
                  <a:ext uri="{FF2B5EF4-FFF2-40B4-BE49-F238E27FC236}">
                    <a16:creationId xmlns:a16="http://schemas.microsoft.com/office/drawing/2014/main" id="{8525B465-2A85-CF4A-8F28-BC8B1F635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83" name="Line 1194">
                <a:extLst>
                  <a:ext uri="{FF2B5EF4-FFF2-40B4-BE49-F238E27FC236}">
                    <a16:creationId xmlns:a16="http://schemas.microsoft.com/office/drawing/2014/main" id="{BA1E85FD-B915-304C-B572-27F58D3B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4" name="Line 1195">
                <a:extLst>
                  <a:ext uri="{FF2B5EF4-FFF2-40B4-BE49-F238E27FC236}">
                    <a16:creationId xmlns:a16="http://schemas.microsoft.com/office/drawing/2014/main" id="{FDE81767-D8FA-2E4D-BC9F-930E6C63C8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5" name="Rectangle 1196">
                <a:extLst>
                  <a:ext uri="{FF2B5EF4-FFF2-40B4-BE49-F238E27FC236}">
                    <a16:creationId xmlns:a16="http://schemas.microsoft.com/office/drawing/2014/main" id="{E59032F7-5981-2240-8213-DCFC025F3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86" name="Oval 1197">
                <a:extLst>
                  <a:ext uri="{FF2B5EF4-FFF2-40B4-BE49-F238E27FC236}">
                    <a16:creationId xmlns:a16="http://schemas.microsoft.com/office/drawing/2014/main" id="{1EC69F9A-1D53-E548-91DC-70E1A23A2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87" name="Group 1198">
                <a:extLst>
                  <a:ext uri="{FF2B5EF4-FFF2-40B4-BE49-F238E27FC236}">
                    <a16:creationId xmlns:a16="http://schemas.microsoft.com/office/drawing/2014/main" id="{B2381608-9F94-AC48-A27C-27B050A709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98" name="Line 1199">
                  <a:extLst>
                    <a:ext uri="{FF2B5EF4-FFF2-40B4-BE49-F238E27FC236}">
                      <a16:creationId xmlns:a16="http://schemas.microsoft.com/office/drawing/2014/main" id="{4FB501DE-8456-CA4D-8281-7749799E3A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9" name="Line 1200">
                  <a:extLst>
                    <a:ext uri="{FF2B5EF4-FFF2-40B4-BE49-F238E27FC236}">
                      <a16:creationId xmlns:a16="http://schemas.microsoft.com/office/drawing/2014/main" id="{A7DA127A-0E99-0846-BFE8-6CFA831452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00" name="Line 1201">
                  <a:extLst>
                    <a:ext uri="{FF2B5EF4-FFF2-40B4-BE49-F238E27FC236}">
                      <a16:creationId xmlns:a16="http://schemas.microsoft.com/office/drawing/2014/main" id="{47A7EDEC-086E-4D49-9076-6B342CCD30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88" name="Group 1202">
                <a:extLst>
                  <a:ext uri="{FF2B5EF4-FFF2-40B4-BE49-F238E27FC236}">
                    <a16:creationId xmlns:a16="http://schemas.microsoft.com/office/drawing/2014/main" id="{4FEAF1DB-9FCC-6144-8CE8-E3119EE503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95" name="Line 1203">
                  <a:extLst>
                    <a:ext uri="{FF2B5EF4-FFF2-40B4-BE49-F238E27FC236}">
                      <a16:creationId xmlns:a16="http://schemas.microsoft.com/office/drawing/2014/main" id="{CCC8A4C6-F2CC-0C41-8D9A-94F89A7BFB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6" name="Line 1204">
                  <a:extLst>
                    <a:ext uri="{FF2B5EF4-FFF2-40B4-BE49-F238E27FC236}">
                      <a16:creationId xmlns:a16="http://schemas.microsoft.com/office/drawing/2014/main" id="{845CF6B4-31C7-2A4D-B4AF-8D08275C7A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7" name="Line 1205">
                  <a:extLst>
                    <a:ext uri="{FF2B5EF4-FFF2-40B4-BE49-F238E27FC236}">
                      <a16:creationId xmlns:a16="http://schemas.microsoft.com/office/drawing/2014/main" id="{37EA3EF8-3BE2-FD4F-8795-4107848A6F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89" name="Rectangle 1206">
                <a:extLst>
                  <a:ext uri="{FF2B5EF4-FFF2-40B4-BE49-F238E27FC236}">
                    <a16:creationId xmlns:a16="http://schemas.microsoft.com/office/drawing/2014/main" id="{7063EAE8-67DE-5B45-A034-2EFEF9E77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0" name="Rectangle 1207">
                <a:extLst>
                  <a:ext uri="{FF2B5EF4-FFF2-40B4-BE49-F238E27FC236}">
                    <a16:creationId xmlns:a16="http://schemas.microsoft.com/office/drawing/2014/main" id="{36AA0C24-9A10-734F-B0F0-139DD9DD6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1" name="Line 1208">
                <a:extLst>
                  <a:ext uri="{FF2B5EF4-FFF2-40B4-BE49-F238E27FC236}">
                    <a16:creationId xmlns:a16="http://schemas.microsoft.com/office/drawing/2014/main" id="{55C17AEF-4A29-E440-BE29-834E3F8256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2" name="Line 1209">
                <a:extLst>
                  <a:ext uri="{FF2B5EF4-FFF2-40B4-BE49-F238E27FC236}">
                    <a16:creationId xmlns:a16="http://schemas.microsoft.com/office/drawing/2014/main" id="{541C2243-16F6-6C49-8B53-F85190D1D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3" name="Rectangle 1210">
                <a:extLst>
                  <a:ext uri="{FF2B5EF4-FFF2-40B4-BE49-F238E27FC236}">
                    <a16:creationId xmlns:a16="http://schemas.microsoft.com/office/drawing/2014/main" id="{2E74F4E9-D203-2546-9E87-54A316F66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4" name="Text Box 1211">
                <a:extLst>
                  <a:ext uri="{FF2B5EF4-FFF2-40B4-BE49-F238E27FC236}">
                    <a16:creationId xmlns:a16="http://schemas.microsoft.com/office/drawing/2014/main" id="{B256BB2B-3D67-6640-B084-6C8462F04E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4" name="Group 1212">
              <a:extLst>
                <a:ext uri="{FF2B5EF4-FFF2-40B4-BE49-F238E27FC236}">
                  <a16:creationId xmlns:a16="http://schemas.microsoft.com/office/drawing/2014/main" id="{E879973C-A122-3A49-A286-D96A055A4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8" y="2771"/>
              <a:ext cx="513" cy="442"/>
              <a:chOff x="3937" y="633"/>
              <a:chExt cx="513" cy="442"/>
            </a:xfrm>
          </p:grpSpPr>
          <p:sp>
            <p:nvSpPr>
              <p:cNvPr id="44159" name="Line 1213">
                <a:extLst>
                  <a:ext uri="{FF2B5EF4-FFF2-40B4-BE49-F238E27FC236}">
                    <a16:creationId xmlns:a16="http://schemas.microsoft.com/office/drawing/2014/main" id="{FBD88AA2-3906-1C4B-843C-D4EC7B8044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0" name="Line 1214">
                <a:extLst>
                  <a:ext uri="{FF2B5EF4-FFF2-40B4-BE49-F238E27FC236}">
                    <a16:creationId xmlns:a16="http://schemas.microsoft.com/office/drawing/2014/main" id="{876AC317-F32F-F244-B174-2910758C86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1" name="Oval 1215">
                <a:extLst>
                  <a:ext uri="{FF2B5EF4-FFF2-40B4-BE49-F238E27FC236}">
                    <a16:creationId xmlns:a16="http://schemas.microsoft.com/office/drawing/2014/main" id="{0ABB86B3-24B8-EC47-B9DD-1613DFB7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62" name="Line 1216">
                <a:extLst>
                  <a:ext uri="{FF2B5EF4-FFF2-40B4-BE49-F238E27FC236}">
                    <a16:creationId xmlns:a16="http://schemas.microsoft.com/office/drawing/2014/main" id="{9FD23A73-96B3-3A4D-A831-60211DE13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3" name="Line 1217">
                <a:extLst>
                  <a:ext uri="{FF2B5EF4-FFF2-40B4-BE49-F238E27FC236}">
                    <a16:creationId xmlns:a16="http://schemas.microsoft.com/office/drawing/2014/main" id="{A8A8D2A8-0A8E-C646-A994-C4035EB6AB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4" name="Rectangle 1218">
                <a:extLst>
                  <a:ext uri="{FF2B5EF4-FFF2-40B4-BE49-F238E27FC236}">
                    <a16:creationId xmlns:a16="http://schemas.microsoft.com/office/drawing/2014/main" id="{5A20D2DB-8A9E-0043-A348-215DA9E5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65" name="Oval 1219">
                <a:extLst>
                  <a:ext uri="{FF2B5EF4-FFF2-40B4-BE49-F238E27FC236}">
                    <a16:creationId xmlns:a16="http://schemas.microsoft.com/office/drawing/2014/main" id="{D2C1439D-EA50-A14E-8237-CA3E99B0D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66" name="Group 1220">
                <a:extLst>
                  <a:ext uri="{FF2B5EF4-FFF2-40B4-BE49-F238E27FC236}">
                    <a16:creationId xmlns:a16="http://schemas.microsoft.com/office/drawing/2014/main" id="{010C803F-7D73-6241-A2C6-4D07B421BB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77" name="Line 1221">
                  <a:extLst>
                    <a:ext uri="{FF2B5EF4-FFF2-40B4-BE49-F238E27FC236}">
                      <a16:creationId xmlns:a16="http://schemas.microsoft.com/office/drawing/2014/main" id="{1F04ECF5-7A9F-F347-94CB-6DEDBF8FC0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8" name="Line 1222">
                  <a:extLst>
                    <a:ext uri="{FF2B5EF4-FFF2-40B4-BE49-F238E27FC236}">
                      <a16:creationId xmlns:a16="http://schemas.microsoft.com/office/drawing/2014/main" id="{2599E4BA-3C3B-064A-BE73-C97D41F52F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9" name="Line 1223">
                  <a:extLst>
                    <a:ext uri="{FF2B5EF4-FFF2-40B4-BE49-F238E27FC236}">
                      <a16:creationId xmlns:a16="http://schemas.microsoft.com/office/drawing/2014/main" id="{29CB6F83-6ED1-D14A-AEEF-2BF34F3E1A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67" name="Group 1224">
                <a:extLst>
                  <a:ext uri="{FF2B5EF4-FFF2-40B4-BE49-F238E27FC236}">
                    <a16:creationId xmlns:a16="http://schemas.microsoft.com/office/drawing/2014/main" id="{5966A739-39F7-1F4E-8010-33CE8BC148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74" name="Line 1225">
                  <a:extLst>
                    <a:ext uri="{FF2B5EF4-FFF2-40B4-BE49-F238E27FC236}">
                      <a16:creationId xmlns:a16="http://schemas.microsoft.com/office/drawing/2014/main" id="{B5E1631C-8720-0740-B492-9B1A2D84FF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5" name="Line 1226">
                  <a:extLst>
                    <a:ext uri="{FF2B5EF4-FFF2-40B4-BE49-F238E27FC236}">
                      <a16:creationId xmlns:a16="http://schemas.microsoft.com/office/drawing/2014/main" id="{D87F55C0-1CC9-CA49-B7B6-34474894A5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6" name="Line 1227">
                  <a:extLst>
                    <a:ext uri="{FF2B5EF4-FFF2-40B4-BE49-F238E27FC236}">
                      <a16:creationId xmlns:a16="http://schemas.microsoft.com/office/drawing/2014/main" id="{134E0F83-EEE8-E441-9AF8-51E60CA43C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68" name="Rectangle 1228">
                <a:extLst>
                  <a:ext uri="{FF2B5EF4-FFF2-40B4-BE49-F238E27FC236}">
                    <a16:creationId xmlns:a16="http://schemas.microsoft.com/office/drawing/2014/main" id="{29C940A2-94D8-794B-BA64-65DE84340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69" name="Rectangle 1229">
                <a:extLst>
                  <a:ext uri="{FF2B5EF4-FFF2-40B4-BE49-F238E27FC236}">
                    <a16:creationId xmlns:a16="http://schemas.microsoft.com/office/drawing/2014/main" id="{EEB5211B-B142-A64E-8E06-3B5646E23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70" name="Line 1230">
                <a:extLst>
                  <a:ext uri="{FF2B5EF4-FFF2-40B4-BE49-F238E27FC236}">
                    <a16:creationId xmlns:a16="http://schemas.microsoft.com/office/drawing/2014/main" id="{AD70BC41-4226-E74A-9F6A-343A3D317D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71" name="Line 1231">
                <a:extLst>
                  <a:ext uri="{FF2B5EF4-FFF2-40B4-BE49-F238E27FC236}">
                    <a16:creationId xmlns:a16="http://schemas.microsoft.com/office/drawing/2014/main" id="{7C6E9832-C5B6-9047-944A-EB82004CA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72" name="Rectangle 1232">
                <a:extLst>
                  <a:ext uri="{FF2B5EF4-FFF2-40B4-BE49-F238E27FC236}">
                    <a16:creationId xmlns:a16="http://schemas.microsoft.com/office/drawing/2014/main" id="{A4B1A80B-FDE9-0043-B0B8-D2EF474AA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73" name="Text Box 1233">
                <a:extLst>
                  <a:ext uri="{FF2B5EF4-FFF2-40B4-BE49-F238E27FC236}">
                    <a16:creationId xmlns:a16="http://schemas.microsoft.com/office/drawing/2014/main" id="{FB31D49C-5D5F-FC42-83BC-99E1F61466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5" name="Group 1234">
              <a:extLst>
                <a:ext uri="{FF2B5EF4-FFF2-40B4-BE49-F238E27FC236}">
                  <a16:creationId xmlns:a16="http://schemas.microsoft.com/office/drawing/2014/main" id="{A213500C-DA6B-3D42-B871-7B211A80AF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9" y="2640"/>
              <a:ext cx="513" cy="442"/>
              <a:chOff x="3937" y="633"/>
              <a:chExt cx="513" cy="442"/>
            </a:xfrm>
          </p:grpSpPr>
          <p:sp>
            <p:nvSpPr>
              <p:cNvPr id="44138" name="Line 1235">
                <a:extLst>
                  <a:ext uri="{FF2B5EF4-FFF2-40B4-BE49-F238E27FC236}">
                    <a16:creationId xmlns:a16="http://schemas.microsoft.com/office/drawing/2014/main" id="{88C639D0-3AF8-0145-8AA6-0B8E8CB096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9" name="Line 1236">
                <a:extLst>
                  <a:ext uri="{FF2B5EF4-FFF2-40B4-BE49-F238E27FC236}">
                    <a16:creationId xmlns:a16="http://schemas.microsoft.com/office/drawing/2014/main" id="{7CE80CD0-94E2-3F4E-86A3-F74741505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0" name="Oval 1237">
                <a:extLst>
                  <a:ext uri="{FF2B5EF4-FFF2-40B4-BE49-F238E27FC236}">
                    <a16:creationId xmlns:a16="http://schemas.microsoft.com/office/drawing/2014/main" id="{82745D56-78C6-304E-9805-18EE7E80E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1" name="Line 1238">
                <a:extLst>
                  <a:ext uri="{FF2B5EF4-FFF2-40B4-BE49-F238E27FC236}">
                    <a16:creationId xmlns:a16="http://schemas.microsoft.com/office/drawing/2014/main" id="{B68A5890-37F1-5947-93CE-99885869C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2" name="Line 1239">
                <a:extLst>
                  <a:ext uri="{FF2B5EF4-FFF2-40B4-BE49-F238E27FC236}">
                    <a16:creationId xmlns:a16="http://schemas.microsoft.com/office/drawing/2014/main" id="{1B8F4C9B-6E7B-A44D-965A-E2E5F1C71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3" name="Rectangle 1240">
                <a:extLst>
                  <a:ext uri="{FF2B5EF4-FFF2-40B4-BE49-F238E27FC236}">
                    <a16:creationId xmlns:a16="http://schemas.microsoft.com/office/drawing/2014/main" id="{FFDC1CA4-9857-5842-80AF-AA8616A87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44" name="Oval 1241">
                <a:extLst>
                  <a:ext uri="{FF2B5EF4-FFF2-40B4-BE49-F238E27FC236}">
                    <a16:creationId xmlns:a16="http://schemas.microsoft.com/office/drawing/2014/main" id="{730A39EE-937B-D346-B853-8FDC20E73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45" name="Group 1242">
                <a:extLst>
                  <a:ext uri="{FF2B5EF4-FFF2-40B4-BE49-F238E27FC236}">
                    <a16:creationId xmlns:a16="http://schemas.microsoft.com/office/drawing/2014/main" id="{30B8F753-58B4-7347-AAC5-5B6777EA15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56" name="Line 1243">
                  <a:extLst>
                    <a:ext uri="{FF2B5EF4-FFF2-40B4-BE49-F238E27FC236}">
                      <a16:creationId xmlns:a16="http://schemas.microsoft.com/office/drawing/2014/main" id="{443BE502-3F02-6C4C-9563-E199E71B7E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7" name="Line 1244">
                  <a:extLst>
                    <a:ext uri="{FF2B5EF4-FFF2-40B4-BE49-F238E27FC236}">
                      <a16:creationId xmlns:a16="http://schemas.microsoft.com/office/drawing/2014/main" id="{168488A1-DBC3-624A-B84B-0ACF84975D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8" name="Line 1245">
                  <a:extLst>
                    <a:ext uri="{FF2B5EF4-FFF2-40B4-BE49-F238E27FC236}">
                      <a16:creationId xmlns:a16="http://schemas.microsoft.com/office/drawing/2014/main" id="{EC0FBAC2-114A-D947-8B5B-50EE4F6F0D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46" name="Group 1246">
                <a:extLst>
                  <a:ext uri="{FF2B5EF4-FFF2-40B4-BE49-F238E27FC236}">
                    <a16:creationId xmlns:a16="http://schemas.microsoft.com/office/drawing/2014/main" id="{21D98594-D795-DD47-B05F-30DA928E92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53" name="Line 1247">
                  <a:extLst>
                    <a:ext uri="{FF2B5EF4-FFF2-40B4-BE49-F238E27FC236}">
                      <a16:creationId xmlns:a16="http://schemas.microsoft.com/office/drawing/2014/main" id="{BD32E591-C49D-5949-BCBD-9B494BE800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4" name="Line 1248">
                  <a:extLst>
                    <a:ext uri="{FF2B5EF4-FFF2-40B4-BE49-F238E27FC236}">
                      <a16:creationId xmlns:a16="http://schemas.microsoft.com/office/drawing/2014/main" id="{E448BFA8-C1D9-3046-AF84-99EA349AFF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5" name="Line 1249">
                  <a:extLst>
                    <a:ext uri="{FF2B5EF4-FFF2-40B4-BE49-F238E27FC236}">
                      <a16:creationId xmlns:a16="http://schemas.microsoft.com/office/drawing/2014/main" id="{EE912CF1-7A7D-1247-9E8E-1B822768B3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47" name="Rectangle 1250">
                <a:extLst>
                  <a:ext uri="{FF2B5EF4-FFF2-40B4-BE49-F238E27FC236}">
                    <a16:creationId xmlns:a16="http://schemas.microsoft.com/office/drawing/2014/main" id="{4C4C9990-8B23-F94A-9AFE-E5050C179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8" name="Rectangle 1251">
                <a:extLst>
                  <a:ext uri="{FF2B5EF4-FFF2-40B4-BE49-F238E27FC236}">
                    <a16:creationId xmlns:a16="http://schemas.microsoft.com/office/drawing/2014/main" id="{4EF9ED20-D5BD-224F-880A-008077FD1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9" name="Line 1252">
                <a:extLst>
                  <a:ext uri="{FF2B5EF4-FFF2-40B4-BE49-F238E27FC236}">
                    <a16:creationId xmlns:a16="http://schemas.microsoft.com/office/drawing/2014/main" id="{2D16AA9B-D988-1041-8DC8-84E49353EF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0" name="Line 1253">
                <a:extLst>
                  <a:ext uri="{FF2B5EF4-FFF2-40B4-BE49-F238E27FC236}">
                    <a16:creationId xmlns:a16="http://schemas.microsoft.com/office/drawing/2014/main" id="{36C6EE84-5CDE-0A49-BF6E-FDE3FD980F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1" name="Rectangle 1254">
                <a:extLst>
                  <a:ext uri="{FF2B5EF4-FFF2-40B4-BE49-F238E27FC236}">
                    <a16:creationId xmlns:a16="http://schemas.microsoft.com/office/drawing/2014/main" id="{EBCEF659-B6DC-D548-A90F-95BE3D671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52" name="Text Box 1255">
                <a:extLst>
                  <a:ext uri="{FF2B5EF4-FFF2-40B4-BE49-F238E27FC236}">
                    <a16:creationId xmlns:a16="http://schemas.microsoft.com/office/drawing/2014/main" id="{51018049-B139-EB41-B602-7B3A892A4D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6" name="Group 1256">
              <a:extLst>
                <a:ext uri="{FF2B5EF4-FFF2-40B4-BE49-F238E27FC236}">
                  <a16:creationId xmlns:a16="http://schemas.microsoft.com/office/drawing/2014/main" id="{148AFFC7-B294-A048-8B90-69F57317EB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" y="2866"/>
              <a:ext cx="513" cy="442"/>
              <a:chOff x="3937" y="633"/>
              <a:chExt cx="513" cy="442"/>
            </a:xfrm>
          </p:grpSpPr>
          <p:sp>
            <p:nvSpPr>
              <p:cNvPr id="44117" name="Line 1257">
                <a:extLst>
                  <a:ext uri="{FF2B5EF4-FFF2-40B4-BE49-F238E27FC236}">
                    <a16:creationId xmlns:a16="http://schemas.microsoft.com/office/drawing/2014/main" id="{6E5735D5-24B1-994F-AB76-01D38E617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8" name="Line 1258">
                <a:extLst>
                  <a:ext uri="{FF2B5EF4-FFF2-40B4-BE49-F238E27FC236}">
                    <a16:creationId xmlns:a16="http://schemas.microsoft.com/office/drawing/2014/main" id="{54F3B2FE-F1E5-4B45-A613-FA964786D9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9" name="Oval 1259">
                <a:extLst>
                  <a:ext uri="{FF2B5EF4-FFF2-40B4-BE49-F238E27FC236}">
                    <a16:creationId xmlns:a16="http://schemas.microsoft.com/office/drawing/2014/main" id="{EA458E95-A8A0-7F43-8162-C53606388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0" name="Line 1260">
                <a:extLst>
                  <a:ext uri="{FF2B5EF4-FFF2-40B4-BE49-F238E27FC236}">
                    <a16:creationId xmlns:a16="http://schemas.microsoft.com/office/drawing/2014/main" id="{C702AE1E-30C6-2A4F-8D9D-5DC36B028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1" name="Line 1261">
                <a:extLst>
                  <a:ext uri="{FF2B5EF4-FFF2-40B4-BE49-F238E27FC236}">
                    <a16:creationId xmlns:a16="http://schemas.microsoft.com/office/drawing/2014/main" id="{1EB37661-0589-9843-9372-41DEBE167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2" name="Rectangle 1262">
                <a:extLst>
                  <a:ext uri="{FF2B5EF4-FFF2-40B4-BE49-F238E27FC236}">
                    <a16:creationId xmlns:a16="http://schemas.microsoft.com/office/drawing/2014/main" id="{1CDFA2F4-ED34-F741-8B19-BC422C09E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23" name="Oval 1263">
                <a:extLst>
                  <a:ext uri="{FF2B5EF4-FFF2-40B4-BE49-F238E27FC236}">
                    <a16:creationId xmlns:a16="http://schemas.microsoft.com/office/drawing/2014/main" id="{D613F83D-D3B7-ED4B-81F2-DEDF8B872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24" name="Group 1264">
                <a:extLst>
                  <a:ext uri="{FF2B5EF4-FFF2-40B4-BE49-F238E27FC236}">
                    <a16:creationId xmlns:a16="http://schemas.microsoft.com/office/drawing/2014/main" id="{CA38EF00-5D99-C948-B9C0-D2A30ADCF8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35" name="Line 1265">
                  <a:extLst>
                    <a:ext uri="{FF2B5EF4-FFF2-40B4-BE49-F238E27FC236}">
                      <a16:creationId xmlns:a16="http://schemas.microsoft.com/office/drawing/2014/main" id="{F67BB788-830A-144B-B0DF-2F03908ACB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6" name="Line 1266">
                  <a:extLst>
                    <a:ext uri="{FF2B5EF4-FFF2-40B4-BE49-F238E27FC236}">
                      <a16:creationId xmlns:a16="http://schemas.microsoft.com/office/drawing/2014/main" id="{21F94EE8-3729-EC44-8F6D-5FA2E5397D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7" name="Line 1267">
                  <a:extLst>
                    <a:ext uri="{FF2B5EF4-FFF2-40B4-BE49-F238E27FC236}">
                      <a16:creationId xmlns:a16="http://schemas.microsoft.com/office/drawing/2014/main" id="{A4302E7C-3444-934F-A857-AC38C8C1AC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25" name="Group 1268">
                <a:extLst>
                  <a:ext uri="{FF2B5EF4-FFF2-40B4-BE49-F238E27FC236}">
                    <a16:creationId xmlns:a16="http://schemas.microsoft.com/office/drawing/2014/main" id="{8C51C88A-37E8-5B47-AE25-CA5F75B783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32" name="Line 1269">
                  <a:extLst>
                    <a:ext uri="{FF2B5EF4-FFF2-40B4-BE49-F238E27FC236}">
                      <a16:creationId xmlns:a16="http://schemas.microsoft.com/office/drawing/2014/main" id="{2A43C4FA-18AF-6E4D-89C5-CCFB5A75FE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3" name="Line 1270">
                  <a:extLst>
                    <a:ext uri="{FF2B5EF4-FFF2-40B4-BE49-F238E27FC236}">
                      <a16:creationId xmlns:a16="http://schemas.microsoft.com/office/drawing/2014/main" id="{27367354-F1A5-9648-A7C5-EF0A07A19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4" name="Line 1271">
                  <a:extLst>
                    <a:ext uri="{FF2B5EF4-FFF2-40B4-BE49-F238E27FC236}">
                      <a16:creationId xmlns:a16="http://schemas.microsoft.com/office/drawing/2014/main" id="{73C50C19-A70F-0746-9CD2-09D596D439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26" name="Rectangle 1272">
                <a:extLst>
                  <a:ext uri="{FF2B5EF4-FFF2-40B4-BE49-F238E27FC236}">
                    <a16:creationId xmlns:a16="http://schemas.microsoft.com/office/drawing/2014/main" id="{989C18AC-7AA4-FD41-9FEA-55E70E55C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7" name="Rectangle 1273">
                <a:extLst>
                  <a:ext uri="{FF2B5EF4-FFF2-40B4-BE49-F238E27FC236}">
                    <a16:creationId xmlns:a16="http://schemas.microsoft.com/office/drawing/2014/main" id="{6BA762DE-EC55-0C4B-BCC3-4453FB975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8" name="Line 1274">
                <a:extLst>
                  <a:ext uri="{FF2B5EF4-FFF2-40B4-BE49-F238E27FC236}">
                    <a16:creationId xmlns:a16="http://schemas.microsoft.com/office/drawing/2014/main" id="{1549BBDE-4854-044C-B3A8-DFA3C9CC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9" name="Line 1275">
                <a:extLst>
                  <a:ext uri="{FF2B5EF4-FFF2-40B4-BE49-F238E27FC236}">
                    <a16:creationId xmlns:a16="http://schemas.microsoft.com/office/drawing/2014/main" id="{F85B0CF9-29C4-2E45-B638-F94F79FCC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0" name="Rectangle 1276">
                <a:extLst>
                  <a:ext uri="{FF2B5EF4-FFF2-40B4-BE49-F238E27FC236}">
                    <a16:creationId xmlns:a16="http://schemas.microsoft.com/office/drawing/2014/main" id="{A103AA26-528D-EC43-B9A0-A7BCFF5AE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31" name="Text Box 1277">
                <a:extLst>
                  <a:ext uri="{FF2B5EF4-FFF2-40B4-BE49-F238E27FC236}">
                    <a16:creationId xmlns:a16="http://schemas.microsoft.com/office/drawing/2014/main" id="{19F44330-7902-1D42-B52A-37BB774359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</p:grpSp>
      <p:sp>
        <p:nvSpPr>
          <p:cNvPr id="632064" name="Rectangle 1280">
            <a:extLst>
              <a:ext uri="{FF2B5EF4-FFF2-40B4-BE49-F238E27FC236}">
                <a16:creationId xmlns:a16="http://schemas.microsoft.com/office/drawing/2014/main" id="{1626AAC8-2026-6841-9005-AADCA3C3B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5350" y="858838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32065" name="Rectangle 1281">
            <a:extLst>
              <a:ext uri="{FF2B5EF4-FFF2-40B4-BE49-F238E27FC236}">
                <a16:creationId xmlns:a16="http://schemas.microsoft.com/office/drawing/2014/main" id="{8291F924-FA89-4F47-A3BD-767A65DFA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5500" y="1509713"/>
            <a:ext cx="596900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32066" name="Rectangle 1282">
            <a:extLst>
              <a:ext uri="{FF2B5EF4-FFF2-40B4-BE49-F238E27FC236}">
                <a16:creationId xmlns:a16="http://schemas.microsoft.com/office/drawing/2014/main" id="{461A037F-15E4-C544-BB5B-368B425DA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01250" y="4487863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44104" name="Slide Number Placeholder 5">
            <a:extLst>
              <a:ext uri="{FF2B5EF4-FFF2-40B4-BE49-F238E27FC236}">
                <a16:creationId xmlns:a16="http://schemas.microsoft.com/office/drawing/2014/main" id="{B162EEBD-E27C-9444-9DA0-4C015B9803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charset="0"/>
                <a:ea typeface="Arial" charset="0"/>
                <a:cs typeface="Arial" charset="0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US" altLang="en-US"/>
              <a:t>2-</a:t>
            </a:r>
            <a:fld id="{39532C48-9CBA-9F46-A251-983D9EF301CE}" type="slidenum">
              <a:rPr lang="en-US" altLang="en-US" smtClean="0"/>
              <a:pPr/>
              <a:t>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4105" name="Footer Placeholder 2">
            <a:extLst>
              <a:ext uri="{FF2B5EF4-FFF2-40B4-BE49-F238E27FC236}">
                <a16:creationId xmlns:a16="http://schemas.microsoft.com/office/drawing/2014/main" id="{DDB580D2-DD63-BC4F-85AB-2C0405C5A5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/>
            <a:r>
              <a:rPr lang="en-US"/>
              <a:t>引言</a:t>
            </a:r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286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9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19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44 0.01227 L 0.00382 0.0949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4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0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48148E-6 L 2.5E-6 0.07269 L 0.02726 0.18982 L 0.02726 0.1132 L 0.07118 0.11112 L 0.07257 0.18982 L 0.11667 0.14144 L 0.11667 0.07871 L 0.16059 0.07686 L 0.10903 0.23426 L 0.11511 0.15949 L 0.1559 0.15949 L 0.15747 0.23635 L 0.1059 0.34537 L 0.10295 0.27061 L 0.14236 0.26875 L 0.14688 0.39584 L 0.1559 0.3213 L 0.19236 0.31922 L 0.19688 0.39792 L 0.1059 0.49908 L 0.1059 0.41621 L 0.14236 0.41621 L 0.14236 0.49699 L 0.18785 0.53542 L 0.18785 0.44653 L 0.2257 0.44653 L 0.22865 0.52732 L 0.31198 0.50301 L 0.31198 0.43843 " pathEditMode="relative" ptsTypes="AAAAAAAAAAAAAAAAAAAAAAAAAAAAAA">
                                      <p:cBhvr>
                                        <p:cTn id="31" dur="5000" fill="hold"/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3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9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42" presetID="42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0 L -0.00156 -0.07106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" y="-35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2064" grpId="0" animBg="1"/>
      <p:bldP spid="632064" grpId="1" animBg="1"/>
      <p:bldP spid="632064" grpId="2" animBg="1"/>
      <p:bldP spid="632065" grpId="0" animBg="1"/>
      <p:bldP spid="632065" grpId="1" animBg="1"/>
      <p:bldP spid="632065" grpId="2" animBg="1"/>
      <p:bldP spid="632066" grpId="0" animBg="1"/>
      <p:bldP spid="632066" grpId="1" animBg="1"/>
      <p:bldP spid="632066" grpId="2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1B8519-F020-5F41-9762-E63B0FD7EA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9881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路由器体系结构概览</a:t>
            </a:r>
            <a:endParaRPr lang="en-US" sz="4800" dirty="0"/>
          </a:p>
        </p:txBody>
      </p:sp>
      <p:sp>
        <p:nvSpPr>
          <p:cNvPr id="62" name="Rectangle 13">
            <a:extLst>
              <a:ext uri="{FF2B5EF4-FFF2-40B4-BE49-F238E27FC236}">
                <a16:creationId xmlns:a16="http://schemas.microsoft.com/office/drawing/2014/main" id="{1FBC4707-F7A4-A94F-8160-5F9B11761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4641" y="1443590"/>
            <a:ext cx="1078727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通用路由器体系结构的高层视图：</a:t>
            </a:r>
          </a:p>
        </p:txBody>
      </p:sp>
      <p:grpSp>
        <p:nvGrpSpPr>
          <p:cNvPr id="11" name="Group 60">
            <a:extLst>
              <a:ext uri="{FF2B5EF4-FFF2-40B4-BE49-F238E27FC236}">
                <a16:creationId xmlns:a16="http://schemas.microsoft.com/office/drawing/2014/main" id="{BFA21CC6-3BDD-0546-BF9B-53F12E412143}"/>
              </a:ext>
            </a:extLst>
          </p:cNvPr>
          <p:cNvGrpSpPr>
            <a:grpSpLocks/>
          </p:cNvGrpSpPr>
          <p:nvPr/>
        </p:nvGrpSpPr>
        <p:grpSpPr bwMode="auto">
          <a:xfrm>
            <a:off x="4324902" y="3466272"/>
            <a:ext cx="1609725" cy="2343150"/>
            <a:chOff x="2418" y="1882"/>
            <a:chExt cx="1014" cy="1476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2" name="Rectangle 45">
              <a:extLst>
                <a:ext uri="{FF2B5EF4-FFF2-40B4-BE49-F238E27FC236}">
                  <a16:creationId xmlns:a16="http://schemas.microsoft.com/office/drawing/2014/main" id="{97E8C5CE-2986-D342-8AF6-D8B4A72B6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1882"/>
              <a:ext cx="1014" cy="147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Text Box 48">
              <a:extLst>
                <a:ext uri="{FF2B5EF4-FFF2-40B4-BE49-F238E27FC236}">
                  <a16:creationId xmlns:a16="http://schemas.microsoft.com/office/drawing/2014/main" id="{62B04B43-D6DE-1643-8C5F-DAEC3D27B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5" y="2418"/>
              <a:ext cx="876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高速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交换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结构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EF9895C-337A-3B44-9EA1-F8EEA976D228}"/>
              </a:ext>
            </a:extLst>
          </p:cNvPr>
          <p:cNvGrpSpPr/>
          <p:nvPr/>
        </p:nvGrpSpPr>
        <p:grpSpPr>
          <a:xfrm>
            <a:off x="4342365" y="2504247"/>
            <a:ext cx="1590675" cy="1090613"/>
            <a:chOff x="4342365" y="2504247"/>
            <a:chExt cx="1590675" cy="1090613"/>
          </a:xfrm>
        </p:grpSpPr>
        <p:sp>
          <p:nvSpPr>
            <p:cNvPr id="14" name="Rectangle 46">
              <a:extLst>
                <a:ext uri="{FF2B5EF4-FFF2-40B4-BE49-F238E27FC236}">
                  <a16:creationId xmlns:a16="http://schemas.microsoft.com/office/drawing/2014/main" id="{7302BDAC-B9C0-8949-A593-83EC0EF2D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365" y="2504247"/>
              <a:ext cx="1590675" cy="64770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" name="Text Box 47">
              <a:extLst>
                <a:ext uri="{FF2B5EF4-FFF2-40B4-BE49-F238E27FC236}">
                  <a16:creationId xmlns:a16="http://schemas.microsoft.com/office/drawing/2014/main" id="{4F3F6146-1D55-0B4C-BB98-623E05AE05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0165" y="2545522"/>
              <a:ext cx="1187450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路由选择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处理器</a:t>
              </a:r>
            </a:p>
          </p:txBody>
        </p:sp>
        <p:sp>
          <p:nvSpPr>
            <p:cNvPr id="16" name="Line 50">
              <a:extLst>
                <a:ext uri="{FF2B5EF4-FFF2-40B4-BE49-F238E27FC236}">
                  <a16:creationId xmlns:a16="http://schemas.microsoft.com/office/drawing/2014/main" id="{73F730FD-50D6-6D47-8351-91FF553BF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1027" y="3023360"/>
              <a:ext cx="19050" cy="5715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" name="Group 17">
            <a:extLst>
              <a:ext uri="{FF2B5EF4-FFF2-40B4-BE49-F238E27FC236}">
                <a16:creationId xmlns:a16="http://schemas.microsoft.com/office/drawing/2014/main" id="{ACA66ED2-9041-9540-A174-B6BE809E0111}"/>
              </a:ext>
            </a:extLst>
          </p:cNvPr>
          <p:cNvGrpSpPr>
            <a:grpSpLocks/>
          </p:cNvGrpSpPr>
          <p:nvPr/>
        </p:nvGrpSpPr>
        <p:grpSpPr bwMode="auto">
          <a:xfrm>
            <a:off x="2281790" y="3480560"/>
            <a:ext cx="2033587" cy="566737"/>
            <a:chOff x="930" y="1989"/>
            <a:chExt cx="1482" cy="357"/>
          </a:xfrm>
        </p:grpSpPr>
        <p:sp>
          <p:nvSpPr>
            <p:cNvPr id="18" name="Rectangle 9">
              <a:extLst>
                <a:ext uri="{FF2B5EF4-FFF2-40B4-BE49-F238E27FC236}">
                  <a16:creationId xmlns:a16="http://schemas.microsoft.com/office/drawing/2014/main" id="{62683D12-8EE3-D54F-9142-B80DE97A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989"/>
              <a:ext cx="1086" cy="3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7C8073E8-202F-E24A-8766-ABE3BC4DC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2089"/>
              <a:ext cx="337" cy="16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80E00E55-88BB-DC43-A2D7-ED792D65F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2" y="2025"/>
              <a:ext cx="273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3C6CD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" name="Rectangle 8">
              <a:extLst>
                <a:ext uri="{FF2B5EF4-FFF2-40B4-BE49-F238E27FC236}">
                  <a16:creationId xmlns:a16="http://schemas.microsoft.com/office/drawing/2014/main" id="{697D85E7-E59C-2948-B89C-5F82FF5C7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23"/>
              <a:ext cx="274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" name="Line 16">
              <a:extLst>
                <a:ext uri="{FF2B5EF4-FFF2-40B4-BE49-F238E27FC236}">
                  <a16:creationId xmlns:a16="http://schemas.microsoft.com/office/drawing/2014/main" id="{5BF71348-3208-AB4B-82A9-83B395A2F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" y="2169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" name="Group 18">
            <a:extLst>
              <a:ext uri="{FF2B5EF4-FFF2-40B4-BE49-F238E27FC236}">
                <a16:creationId xmlns:a16="http://schemas.microsoft.com/office/drawing/2014/main" id="{A6176FD2-28E4-634E-B138-CE64958CCB93}"/>
              </a:ext>
            </a:extLst>
          </p:cNvPr>
          <p:cNvGrpSpPr>
            <a:grpSpLocks/>
          </p:cNvGrpSpPr>
          <p:nvPr/>
        </p:nvGrpSpPr>
        <p:grpSpPr bwMode="auto">
          <a:xfrm>
            <a:off x="2270677" y="5218872"/>
            <a:ext cx="2058988" cy="566738"/>
            <a:chOff x="930" y="1989"/>
            <a:chExt cx="1482" cy="357"/>
          </a:xfrm>
        </p:grpSpPr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B02421A2-89F9-7B4F-AD0F-B54C1097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989"/>
              <a:ext cx="1088" cy="3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F8E24AD8-D1B3-694B-BCB6-D84CE449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2089"/>
              <a:ext cx="337" cy="16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EAAFBCAC-65CD-014D-AEFE-7FBAFCE9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2" y="2025"/>
              <a:ext cx="273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3C6CD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" name="Rectangle 22">
              <a:extLst>
                <a:ext uri="{FF2B5EF4-FFF2-40B4-BE49-F238E27FC236}">
                  <a16:creationId xmlns:a16="http://schemas.microsoft.com/office/drawing/2014/main" id="{0C8D09F6-0F58-0440-9B1A-15F2687E5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23"/>
              <a:ext cx="274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Line 23">
              <a:extLst>
                <a:ext uri="{FF2B5EF4-FFF2-40B4-BE49-F238E27FC236}">
                  <a16:creationId xmlns:a16="http://schemas.microsoft.com/office/drawing/2014/main" id="{F601D68E-5FC2-E24B-9E6A-DBF25E086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" y="2169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9" name="Group 29">
            <a:extLst>
              <a:ext uri="{FF2B5EF4-FFF2-40B4-BE49-F238E27FC236}">
                <a16:creationId xmlns:a16="http://schemas.microsoft.com/office/drawing/2014/main" id="{DBEF67F1-37BF-D74B-BCE9-505A050D61CD}"/>
              </a:ext>
            </a:extLst>
          </p:cNvPr>
          <p:cNvGrpSpPr>
            <a:grpSpLocks/>
          </p:cNvGrpSpPr>
          <p:nvPr/>
        </p:nvGrpSpPr>
        <p:grpSpPr bwMode="auto">
          <a:xfrm rot="2656396">
            <a:off x="2900915" y="4371147"/>
            <a:ext cx="546100" cy="546100"/>
            <a:chOff x="354" y="2715"/>
            <a:chExt cx="344" cy="344"/>
          </a:xfrm>
        </p:grpSpPr>
        <p:sp>
          <p:nvSpPr>
            <p:cNvPr id="30" name="Oval 25">
              <a:extLst>
                <a:ext uri="{FF2B5EF4-FFF2-40B4-BE49-F238E27FC236}">
                  <a16:creationId xmlns:a16="http://schemas.microsoft.com/office/drawing/2014/main" id="{9C112058-256F-D445-8FC7-9A99414DF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715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Oval 26">
              <a:extLst>
                <a:ext uri="{FF2B5EF4-FFF2-40B4-BE49-F238E27FC236}">
                  <a16:creationId xmlns:a16="http://schemas.microsoft.com/office/drawing/2014/main" id="{90D25AC5-CC8E-B54C-82BF-7D5D98699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811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" name="Oval 27">
              <a:extLst>
                <a:ext uri="{FF2B5EF4-FFF2-40B4-BE49-F238E27FC236}">
                  <a16:creationId xmlns:a16="http://schemas.microsoft.com/office/drawing/2014/main" id="{40D693B4-9136-E641-8D14-C1E0622EC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" y="2907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" name="Oval 28">
              <a:extLst>
                <a:ext uri="{FF2B5EF4-FFF2-40B4-BE49-F238E27FC236}">
                  <a16:creationId xmlns:a16="http://schemas.microsoft.com/office/drawing/2014/main" id="{4775F00E-A158-F94A-972C-197213FC8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" y="3003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4" name="Text Box 57">
            <a:extLst>
              <a:ext uri="{FF2B5EF4-FFF2-40B4-BE49-F238E27FC236}">
                <a16:creationId xmlns:a16="http://schemas.microsoft.com/office/drawing/2014/main" id="{492AF8D2-6C5A-F547-903E-BECF47C4F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7015" y="5864985"/>
            <a:ext cx="1911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路由器输入端口</a:t>
            </a:r>
          </a:p>
        </p:txBody>
      </p:sp>
      <p:grpSp>
        <p:nvGrpSpPr>
          <p:cNvPr id="35" name="Group 37">
            <a:extLst>
              <a:ext uri="{FF2B5EF4-FFF2-40B4-BE49-F238E27FC236}">
                <a16:creationId xmlns:a16="http://schemas.microsoft.com/office/drawing/2014/main" id="{11CB7D7F-8B2C-554A-B4F6-07F28C5B5C9F}"/>
              </a:ext>
            </a:extLst>
          </p:cNvPr>
          <p:cNvGrpSpPr>
            <a:grpSpLocks/>
          </p:cNvGrpSpPr>
          <p:nvPr/>
        </p:nvGrpSpPr>
        <p:grpSpPr bwMode="auto">
          <a:xfrm>
            <a:off x="5882240" y="3485322"/>
            <a:ext cx="1957387" cy="566738"/>
            <a:chOff x="-51" y="2454"/>
            <a:chExt cx="1482" cy="35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36" name="Group 36">
              <a:extLst>
                <a:ext uri="{FF2B5EF4-FFF2-40B4-BE49-F238E27FC236}">
                  <a16:creationId xmlns:a16="http://schemas.microsoft.com/office/drawing/2014/main" id="{9302BD5C-3388-5F4D-8CCA-EAD2FD66ADB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71" y="2454"/>
              <a:ext cx="1086" cy="357"/>
              <a:chOff x="171" y="2454"/>
              <a:chExt cx="1086" cy="357"/>
            </a:xfrm>
          </p:grpSpPr>
          <p:sp>
            <p:nvSpPr>
              <p:cNvPr id="38" name="Rectangle 31">
                <a:extLst>
                  <a:ext uri="{FF2B5EF4-FFF2-40B4-BE49-F238E27FC236}">
                    <a16:creationId xmlns:a16="http://schemas.microsoft.com/office/drawing/2014/main" id="{0D459D87-1893-1743-8D5A-F323FDD34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" y="2454"/>
                <a:ext cx="1084" cy="357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Rectangle 32">
                <a:extLst>
                  <a:ext uri="{FF2B5EF4-FFF2-40B4-BE49-F238E27FC236}">
                    <a16:creationId xmlns:a16="http://schemas.microsoft.com/office/drawing/2014/main" id="{D94682C7-1EFD-0242-B3A2-8679BFDAC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2554"/>
                <a:ext cx="338" cy="16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" name="Rectangle 33">
                <a:extLst>
                  <a:ext uri="{FF2B5EF4-FFF2-40B4-BE49-F238E27FC236}">
                    <a16:creationId xmlns:a16="http://schemas.microsoft.com/office/drawing/2014/main" id="{D323E676-6A0B-9D4C-A262-5DA2B4D92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" y="2490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3C6CD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Rectangle 34">
                <a:extLst>
                  <a:ext uri="{FF2B5EF4-FFF2-40B4-BE49-F238E27FC236}">
                    <a16:creationId xmlns:a16="http://schemas.microsoft.com/office/drawing/2014/main" id="{DE45BAF9-F85F-CE49-B15E-73BB262FD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1" y="2488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" name="Line 35">
              <a:extLst>
                <a:ext uri="{FF2B5EF4-FFF2-40B4-BE49-F238E27FC236}">
                  <a16:creationId xmlns:a16="http://schemas.microsoft.com/office/drawing/2014/main" id="{63958D1A-98FE-AF43-AC11-DB72B9D9C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1" y="2634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2" name="Group 38">
            <a:extLst>
              <a:ext uri="{FF2B5EF4-FFF2-40B4-BE49-F238E27FC236}">
                <a16:creationId xmlns:a16="http://schemas.microsoft.com/office/drawing/2014/main" id="{5D8C710B-718F-D647-B17E-DF34372005AC}"/>
              </a:ext>
            </a:extLst>
          </p:cNvPr>
          <p:cNvGrpSpPr>
            <a:grpSpLocks/>
          </p:cNvGrpSpPr>
          <p:nvPr/>
        </p:nvGrpSpPr>
        <p:grpSpPr bwMode="auto">
          <a:xfrm>
            <a:off x="5901290" y="5218872"/>
            <a:ext cx="2011362" cy="566738"/>
            <a:chOff x="-51" y="2454"/>
            <a:chExt cx="1482" cy="357"/>
          </a:xfrm>
        </p:grpSpPr>
        <p:grpSp>
          <p:nvGrpSpPr>
            <p:cNvPr id="43" name="Group 39">
              <a:extLst>
                <a:ext uri="{FF2B5EF4-FFF2-40B4-BE49-F238E27FC236}">
                  <a16:creationId xmlns:a16="http://schemas.microsoft.com/office/drawing/2014/main" id="{EC854885-69FE-4244-BF93-8BB2F7786F8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71" y="2454"/>
              <a:ext cx="1086" cy="357"/>
              <a:chOff x="171" y="2454"/>
              <a:chExt cx="1086" cy="357"/>
            </a:xfrm>
          </p:grpSpPr>
          <p:sp>
            <p:nvSpPr>
              <p:cNvPr id="45" name="Rectangle 40">
                <a:extLst>
                  <a:ext uri="{FF2B5EF4-FFF2-40B4-BE49-F238E27FC236}">
                    <a16:creationId xmlns:a16="http://schemas.microsoft.com/office/drawing/2014/main" id="{31148FFC-88E2-8643-8EDC-EE4624168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" y="2454"/>
                <a:ext cx="1084" cy="357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6" name="Rectangle 41">
                <a:extLst>
                  <a:ext uri="{FF2B5EF4-FFF2-40B4-BE49-F238E27FC236}">
                    <a16:creationId xmlns:a16="http://schemas.microsoft.com/office/drawing/2014/main" id="{682A9F8F-8723-874E-BB4D-B2BB08BC7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2554"/>
                <a:ext cx="337" cy="16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" name="Rectangle 42">
                <a:extLst>
                  <a:ext uri="{FF2B5EF4-FFF2-40B4-BE49-F238E27FC236}">
                    <a16:creationId xmlns:a16="http://schemas.microsoft.com/office/drawing/2014/main" id="{E9D99F85-7DA2-B94F-9793-067BFD27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" y="2490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3C6CD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" name="Rectangle 43">
                <a:extLst>
                  <a:ext uri="{FF2B5EF4-FFF2-40B4-BE49-F238E27FC236}">
                    <a16:creationId xmlns:a16="http://schemas.microsoft.com/office/drawing/2014/main" id="{79592419-CEB4-124B-A09B-CF67F5F2A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" y="2488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" name="Line 44">
              <a:extLst>
                <a:ext uri="{FF2B5EF4-FFF2-40B4-BE49-F238E27FC236}">
                  <a16:creationId xmlns:a16="http://schemas.microsoft.com/office/drawing/2014/main" id="{CBC3FC3D-F764-0047-9677-FB9B8EAAF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1" y="2634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" name="Group 51">
            <a:extLst>
              <a:ext uri="{FF2B5EF4-FFF2-40B4-BE49-F238E27FC236}">
                <a16:creationId xmlns:a16="http://schemas.microsoft.com/office/drawing/2014/main" id="{0063545A-31FC-8D42-B9F6-52805867B567}"/>
              </a:ext>
            </a:extLst>
          </p:cNvPr>
          <p:cNvGrpSpPr>
            <a:grpSpLocks/>
          </p:cNvGrpSpPr>
          <p:nvPr/>
        </p:nvGrpSpPr>
        <p:grpSpPr bwMode="auto">
          <a:xfrm rot="2656396">
            <a:off x="6768065" y="4361622"/>
            <a:ext cx="546100" cy="546100"/>
            <a:chOff x="354" y="2715"/>
            <a:chExt cx="344" cy="344"/>
          </a:xfrm>
        </p:grpSpPr>
        <p:sp>
          <p:nvSpPr>
            <p:cNvPr id="50" name="Oval 52">
              <a:extLst>
                <a:ext uri="{FF2B5EF4-FFF2-40B4-BE49-F238E27FC236}">
                  <a16:creationId xmlns:a16="http://schemas.microsoft.com/office/drawing/2014/main" id="{83BE4773-3E63-524C-AD59-033C9E430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715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Oval 53">
              <a:extLst>
                <a:ext uri="{FF2B5EF4-FFF2-40B4-BE49-F238E27FC236}">
                  <a16:creationId xmlns:a16="http://schemas.microsoft.com/office/drawing/2014/main" id="{F45E0C4D-B738-5E42-99B7-C0253D1EC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811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" name="Oval 54">
              <a:extLst>
                <a:ext uri="{FF2B5EF4-FFF2-40B4-BE49-F238E27FC236}">
                  <a16:creationId xmlns:a16="http://schemas.microsoft.com/office/drawing/2014/main" id="{2BD06A3F-4F96-8948-8417-90216E36C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" y="2907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Oval 55">
              <a:extLst>
                <a:ext uri="{FF2B5EF4-FFF2-40B4-BE49-F238E27FC236}">
                  <a16:creationId xmlns:a16="http://schemas.microsoft.com/office/drawing/2014/main" id="{6A51F44D-8E0B-DD44-A2B0-5A5743630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" y="3003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4" name="Text Box 58">
            <a:extLst>
              <a:ext uri="{FF2B5EF4-FFF2-40B4-BE49-F238E27FC236}">
                <a16:creationId xmlns:a16="http://schemas.microsoft.com/office/drawing/2014/main" id="{8536AB41-BBDA-6A40-9786-A1757F6328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1327" y="5906260"/>
            <a:ext cx="2051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路由器输出端口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DEF025D-D161-0845-8BA8-D19B1861EED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270677" y="3275772"/>
            <a:ext cx="7802563" cy="127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BAC350F1-2A41-2C4D-A74E-E12FE3300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7765" y="3312285"/>
            <a:ext cx="2185987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转发数据平面（硬件）在纳秒时间尺度运行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E496939-D5D8-314E-A293-36FDE55B1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0377" y="2208972"/>
            <a:ext cx="287972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路由选择、管理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控制平面（软件）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在毫秒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时间尺度运行</a:t>
            </a:r>
          </a:p>
        </p:txBody>
      </p:sp>
      <p:sp>
        <p:nvSpPr>
          <p:cNvPr id="58" name="Freeform 10">
            <a:extLst>
              <a:ext uri="{FF2B5EF4-FFF2-40B4-BE49-F238E27FC236}">
                <a16:creationId xmlns:a16="http://schemas.microsoft.com/office/drawing/2014/main" id="{9563B337-045C-B84E-ADB0-A5D36720825E}"/>
              </a:ext>
            </a:extLst>
          </p:cNvPr>
          <p:cNvSpPr>
            <a:spLocks/>
          </p:cNvSpPr>
          <p:nvPr/>
        </p:nvSpPr>
        <p:spPr bwMode="auto">
          <a:xfrm>
            <a:off x="3735940" y="2799522"/>
            <a:ext cx="512762" cy="73025"/>
          </a:xfrm>
          <a:custGeom>
            <a:avLst/>
            <a:gdLst>
              <a:gd name="T0" fmla="*/ 487003 w 512919"/>
              <a:gd name="T1" fmla="*/ 70891 h 73266"/>
              <a:gd name="T2" fmla="*/ 511349 w 512919"/>
              <a:gd name="T3" fmla="*/ 0 h 73266"/>
              <a:gd name="T4" fmla="*/ 146098 w 512919"/>
              <a:gd name="T5" fmla="*/ 11815 h 73266"/>
              <a:gd name="T6" fmla="*/ 97399 w 512919"/>
              <a:gd name="T7" fmla="*/ 23630 h 73266"/>
              <a:gd name="T8" fmla="*/ 0 w 512919"/>
              <a:gd name="T9" fmla="*/ 11815 h 73266"/>
              <a:gd name="T10" fmla="*/ 0 w 512919"/>
              <a:gd name="T11" fmla="*/ 11815 h 73266"/>
              <a:gd name="T12" fmla="*/ 511349 w 512919"/>
              <a:gd name="T13" fmla="*/ 11815 h 7326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512919"/>
              <a:gd name="T22" fmla="*/ 0 h 73266"/>
              <a:gd name="T23" fmla="*/ 512919 w 512919"/>
              <a:gd name="T24" fmla="*/ 73266 h 7326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512919" h="73266">
                <a:moveTo>
                  <a:pt x="488494" y="73266"/>
                </a:moveTo>
                <a:lnTo>
                  <a:pt x="512919" y="0"/>
                </a:lnTo>
                <a:cubicBezTo>
                  <a:pt x="390795" y="4070"/>
                  <a:pt x="268529" y="5036"/>
                  <a:pt x="146548" y="12211"/>
                </a:cubicBezTo>
                <a:cubicBezTo>
                  <a:pt x="129793" y="13196"/>
                  <a:pt x="114483" y="24422"/>
                  <a:pt x="97699" y="24422"/>
                </a:cubicBezTo>
                <a:cubicBezTo>
                  <a:pt x="64879" y="24422"/>
                  <a:pt x="0" y="12211"/>
                  <a:pt x="0" y="12211"/>
                </a:cubicBezTo>
                <a:lnTo>
                  <a:pt x="512919" y="1221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9" name="Elbow Connector 58">
            <a:extLst>
              <a:ext uri="{FF2B5EF4-FFF2-40B4-BE49-F238E27FC236}">
                <a16:creationId xmlns:a16="http://schemas.microsoft.com/office/drawing/2014/main" id="{3E124150-F33F-0C46-842C-F5427C1367BD}"/>
              </a:ext>
            </a:extLst>
          </p:cNvPr>
          <p:cNvCxnSpPr>
            <a:cxnSpLocks noChangeShapeType="1"/>
            <a:endCxn id="27" idx="0"/>
          </p:cNvCxnSpPr>
          <p:nvPr/>
        </p:nvCxnSpPr>
        <p:spPr bwMode="auto">
          <a:xfrm rot="5400000">
            <a:off x="2752483" y="3862354"/>
            <a:ext cx="2473325" cy="347662"/>
          </a:xfrm>
          <a:prstGeom prst="bentConnector3">
            <a:avLst>
              <a:gd name="adj1" fmla="val -60"/>
            </a:avLst>
          </a:prstGeom>
          <a:noFill/>
          <a:ln w="1905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Slide Number Placeholder 4">
            <a:extLst>
              <a:ext uri="{FF2B5EF4-FFF2-40B4-BE49-F238E27FC236}">
                <a16:creationId xmlns:a16="http://schemas.microsoft.com/office/drawing/2014/main" id="{31F0B563-E3B7-434E-9C41-6F0D5BC32A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网络层：4-6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7766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1B8519-F020-5F41-9762-E63B0FD7EA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9881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输入端口功能</a:t>
            </a:r>
            <a:endParaRPr lang="en-US" sz="4800" dirty="0"/>
          </a:p>
        </p:txBody>
      </p:sp>
      <p:sp>
        <p:nvSpPr>
          <p:cNvPr id="91" name="Rectangle 12">
            <a:extLst>
              <a:ext uri="{FF2B5EF4-FFF2-40B4-BE49-F238E27FC236}">
                <a16:creationId xmlns:a16="http://schemas.microsoft.com/office/drawing/2014/main" id="{C1168DD7-29CD-D740-BA24-DFE4997DE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5508" y="1518548"/>
            <a:ext cx="4568825" cy="1836737"/>
          </a:xfrm>
          <a:prstGeom prst="rect">
            <a:avLst/>
          </a:prstGeom>
          <a:solidFill>
            <a:srgbClr val="FFFFFF"/>
          </a:solidFill>
          <a:ln w="19050">
            <a:solidFill>
              <a:srgbClr val="5F5F5F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16">
            <a:extLst>
              <a:ext uri="{FF2B5EF4-FFF2-40B4-BE49-F238E27FC236}">
                <a16:creationId xmlns:a16="http://schemas.microsoft.com/office/drawing/2014/main" id="{273874E2-0AAC-C144-B2A5-D7EF20CCA17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99283" y="2444060"/>
            <a:ext cx="4238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32">
            <a:extLst>
              <a:ext uri="{FF2B5EF4-FFF2-40B4-BE49-F238E27FC236}">
                <a16:creationId xmlns:a16="http://schemas.microsoft.com/office/drawing/2014/main" id="{13983755-8FAE-1741-9303-C0E4E248C6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01446" y="2421835"/>
            <a:ext cx="736600" cy="1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45">
            <a:extLst>
              <a:ext uri="{FF2B5EF4-FFF2-40B4-BE49-F238E27FC236}">
                <a16:creationId xmlns:a16="http://schemas.microsoft.com/office/drawing/2014/main" id="{C28D9927-E6BA-644D-AEC8-2218FA4AE8E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26933" y="902598"/>
            <a:ext cx="11113" cy="286543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" name="Rectangle 46">
            <a:extLst>
              <a:ext uri="{FF2B5EF4-FFF2-40B4-BE49-F238E27FC236}">
                <a16:creationId xmlns:a16="http://schemas.microsoft.com/office/drawing/2014/main" id="{60DADEEF-0CD4-B448-8A66-E2060FA8C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9008" y="2031310"/>
            <a:ext cx="1055688" cy="828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交换机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结构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7F3BF66-FCD5-DF4D-990A-B26733B57152}"/>
              </a:ext>
            </a:extLst>
          </p:cNvPr>
          <p:cNvGrpSpPr/>
          <p:nvPr/>
        </p:nvGrpSpPr>
        <p:grpSpPr>
          <a:xfrm>
            <a:off x="258938" y="2032898"/>
            <a:ext cx="3589783" cy="2064484"/>
            <a:chOff x="258938" y="2032898"/>
            <a:chExt cx="3589783" cy="2064484"/>
          </a:xfrm>
        </p:grpSpPr>
        <p:sp>
          <p:nvSpPr>
            <p:cNvPr id="92" name="Rectangle 13">
              <a:extLst>
                <a:ext uri="{FF2B5EF4-FFF2-40B4-BE49-F238E27FC236}">
                  <a16:creationId xmlns:a16="http://schemas.microsoft.com/office/drawing/2014/main" id="{FA527A42-DFE8-B84B-AE0F-B6C04FC91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083" y="2032898"/>
              <a:ext cx="1417638" cy="828675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线路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端接</a:t>
              </a:r>
            </a:p>
          </p:txBody>
        </p:sp>
        <p:sp>
          <p:nvSpPr>
            <p:cNvPr id="102" name="Text Box 5">
              <a:extLst>
                <a:ext uri="{FF2B5EF4-FFF2-40B4-BE49-F238E27FC236}">
                  <a16:creationId xmlns:a16="http://schemas.microsoft.com/office/drawing/2014/main" id="{CF874965-76FC-A440-815F-5C111BA47D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938" y="3266385"/>
              <a:ext cx="247535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物理层：</a:t>
              </a:r>
            </a:p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比特级接收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6" name="Line 58">
              <a:extLst>
                <a:ext uri="{FF2B5EF4-FFF2-40B4-BE49-F238E27FC236}">
                  <a16:creationId xmlns:a16="http://schemas.microsoft.com/office/drawing/2014/main" id="{4B5F466A-2158-BD4D-B0D3-450398480C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3821" y="2955235"/>
              <a:ext cx="446087" cy="4905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6BA40969-3F14-3A45-97E9-4D81F9F1D53C}"/>
              </a:ext>
            </a:extLst>
          </p:cNvPr>
          <p:cNvGrpSpPr/>
          <p:nvPr/>
        </p:nvGrpSpPr>
        <p:grpSpPr>
          <a:xfrm>
            <a:off x="871146" y="1664528"/>
            <a:ext cx="4336475" cy="3729630"/>
            <a:chOff x="871146" y="1664528"/>
            <a:chExt cx="4336475" cy="3729630"/>
          </a:xfrm>
        </p:grpSpPr>
        <p:sp>
          <p:nvSpPr>
            <p:cNvPr id="99" name="Rectangle 33">
              <a:extLst>
                <a:ext uri="{FF2B5EF4-FFF2-40B4-BE49-F238E27FC236}">
                  <a16:creationId xmlns:a16="http://schemas.microsoft.com/office/drawing/2014/main" id="{C0248889-95B0-8647-AC13-2A31FDECF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937" y="1947588"/>
              <a:ext cx="1055688" cy="828675"/>
            </a:xfrm>
            <a:prstGeom prst="rect">
              <a:avLst/>
            </a:prstGeom>
            <a:noFill/>
            <a:ln>
              <a:noFill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链路层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层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协议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（接收）</a:t>
              </a: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9212FDFA-0F46-D741-88DA-002B11963175}"/>
                </a:ext>
              </a:extLst>
            </p:cNvPr>
            <p:cNvGrpSpPr/>
            <p:nvPr/>
          </p:nvGrpSpPr>
          <p:grpSpPr>
            <a:xfrm>
              <a:off x="871146" y="1664528"/>
              <a:ext cx="4336475" cy="3729630"/>
              <a:chOff x="871146" y="1664528"/>
              <a:chExt cx="4336475" cy="3729630"/>
            </a:xfrm>
          </p:grpSpPr>
          <p:sp>
            <p:nvSpPr>
              <p:cNvPr id="93" name="Rectangle 14">
                <a:extLst>
                  <a:ext uri="{FF2B5EF4-FFF2-40B4-BE49-F238E27FC236}">
                    <a16:creationId xmlns:a16="http://schemas.microsoft.com/office/drawing/2014/main" id="{12FFE13A-BB9E-4943-97F3-EA1EFC2EB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096" y="1664528"/>
                <a:ext cx="1152525" cy="1409700"/>
              </a:xfrm>
              <a:prstGeom prst="rect">
                <a:avLst/>
              </a:prstGeom>
              <a:noFill/>
              <a:ln w="28575">
                <a:solidFill>
                  <a:srgbClr val="3333CC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6" name="Line 30">
                <a:extLst>
                  <a:ext uri="{FF2B5EF4-FFF2-40B4-BE49-F238E27FC236}">
                    <a16:creationId xmlns:a16="http://schemas.microsoft.com/office/drawing/2014/main" id="{B6E9D844-FAAD-2A4E-88E0-E214101BBD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7771" y="2423423"/>
                <a:ext cx="190500" cy="158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3" name="Text Box 6">
                <a:extLst>
                  <a:ext uri="{FF2B5EF4-FFF2-40B4-BE49-F238E27FC236}">
                    <a16:creationId xmlns:a16="http://schemas.microsoft.com/office/drawing/2014/main" id="{EAC11D6E-3147-1749-980D-26286A15A2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1146" y="4193829"/>
                <a:ext cx="1877437" cy="12003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链路层：</a:t>
                </a:r>
              </a:p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例如 Ethernet</a:t>
                </a:r>
              </a:p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（第 6 章）</a:t>
                </a: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7" name="Line 59">
                <a:extLst>
                  <a:ext uri="{FF2B5EF4-FFF2-40B4-BE49-F238E27FC236}">
                    <a16:creationId xmlns:a16="http://schemas.microsoft.com/office/drawing/2014/main" id="{052969D8-B347-344A-9102-4C70516822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62871" y="3152085"/>
                <a:ext cx="1193800" cy="1338263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E501147-3CF5-8941-886B-E4E508892657}"/>
              </a:ext>
            </a:extLst>
          </p:cNvPr>
          <p:cNvGrpSpPr/>
          <p:nvPr/>
        </p:nvGrpSpPr>
        <p:grpSpPr>
          <a:xfrm>
            <a:off x="3458817" y="1655073"/>
            <a:ext cx="8189844" cy="5023471"/>
            <a:chOff x="3458817" y="1655073"/>
            <a:chExt cx="8189844" cy="5023471"/>
          </a:xfrm>
        </p:grpSpPr>
        <p:sp>
          <p:nvSpPr>
            <p:cNvPr id="100" name="Text Box 35">
              <a:extLst>
                <a:ext uri="{FF2B5EF4-FFF2-40B4-BE49-F238E27FC236}">
                  <a16:creationId xmlns:a16="http://schemas.microsoft.com/office/drawing/2014/main" id="{926A7C49-4C7D-7F4F-9A0E-6A7815DA86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7808" y="1667773"/>
              <a:ext cx="1250950" cy="1465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查找，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转发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排队</a:t>
              </a:r>
            </a:p>
          </p:txBody>
        </p:sp>
        <p:grpSp>
          <p:nvGrpSpPr>
            <p:cNvPr id="106" name="Group 56">
              <a:extLst>
                <a:ext uri="{FF2B5EF4-FFF2-40B4-BE49-F238E27FC236}">
                  <a16:creationId xmlns:a16="http://schemas.microsoft.com/office/drawing/2014/main" id="{B68F5DD4-EE62-1647-8EBF-81CFFA9C7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33058" y="2274198"/>
              <a:ext cx="993775" cy="468312"/>
              <a:chOff x="310" y="3526"/>
              <a:chExt cx="1040" cy="457"/>
            </a:xfrm>
          </p:grpSpPr>
          <p:sp>
            <p:nvSpPr>
              <p:cNvPr id="107" name="Rectangle 47">
                <a:extLst>
                  <a:ext uri="{FF2B5EF4-FFF2-40B4-BE49-F238E27FC236}">
                    <a16:creationId xmlns:a16="http://schemas.microsoft.com/office/drawing/2014/main" id="{091252DD-E9F8-F043-8F13-9AD537E45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" y="3526"/>
                <a:ext cx="1040" cy="457"/>
              </a:xfrm>
              <a:prstGeom prst="rect">
                <a:avLst/>
              </a:prstGeom>
              <a:solidFill>
                <a:srgbClr val="FF0000"/>
              </a:solidFill>
              <a:ln w="3810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8" name="Line 48">
                <a:extLst>
                  <a:ext uri="{FF2B5EF4-FFF2-40B4-BE49-F238E27FC236}">
                    <a16:creationId xmlns:a16="http://schemas.microsoft.com/office/drawing/2014/main" id="{8B8D0A07-01A4-B34B-A4DB-264DA4558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" y="3535"/>
                <a:ext cx="2" cy="437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9" name="Line 49">
                <a:extLst>
                  <a:ext uri="{FF2B5EF4-FFF2-40B4-BE49-F238E27FC236}">
                    <a16:creationId xmlns:a16="http://schemas.microsoft.com/office/drawing/2014/main" id="{CCD0BAFD-2F01-BB4A-80D7-9DD3A63121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8" y="3538"/>
                <a:ext cx="2" cy="435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0" name="Line 50">
                <a:extLst>
                  <a:ext uri="{FF2B5EF4-FFF2-40B4-BE49-F238E27FC236}">
                    <a16:creationId xmlns:a16="http://schemas.microsoft.com/office/drawing/2014/main" id="{7F30AE35-07B8-C647-93E6-FBCF5A109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1" y="3534"/>
                <a:ext cx="2" cy="437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1" name="Line 51">
                <a:extLst>
                  <a:ext uri="{FF2B5EF4-FFF2-40B4-BE49-F238E27FC236}">
                    <a16:creationId xmlns:a16="http://schemas.microsoft.com/office/drawing/2014/main" id="{F3DA64D2-455B-5648-BA10-FC52CD1311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2" y="3535"/>
                <a:ext cx="2" cy="437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2" name="Line 52">
                <a:extLst>
                  <a:ext uri="{FF2B5EF4-FFF2-40B4-BE49-F238E27FC236}">
                    <a16:creationId xmlns:a16="http://schemas.microsoft.com/office/drawing/2014/main" id="{106B00DE-F07D-CE47-8C50-C1CD1CD0A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5" y="3534"/>
                <a:ext cx="2" cy="437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3" name="Line 53">
                <a:extLst>
                  <a:ext uri="{FF2B5EF4-FFF2-40B4-BE49-F238E27FC236}">
                    <a16:creationId xmlns:a16="http://schemas.microsoft.com/office/drawing/2014/main" id="{0DED29BC-7052-8643-8C69-2F8864DFA7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6" y="3534"/>
                <a:ext cx="2" cy="437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" name="Line 54">
                <a:extLst>
                  <a:ext uri="{FF2B5EF4-FFF2-40B4-BE49-F238E27FC236}">
                    <a16:creationId xmlns:a16="http://schemas.microsoft.com/office/drawing/2014/main" id="{86C73DAC-8DDF-A54A-942C-8BC351167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1" y="3535"/>
                <a:ext cx="2" cy="437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" name="Line 55">
                <a:extLst>
                  <a:ext uri="{FF2B5EF4-FFF2-40B4-BE49-F238E27FC236}">
                    <a16:creationId xmlns:a16="http://schemas.microsoft.com/office/drawing/2014/main" id="{18BE7814-C3C9-1A4C-AD5B-3274395DD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29" y="3538"/>
                <a:ext cx="2" cy="435"/>
              </a:xfrm>
              <a:prstGeom prst="line">
                <a:avLst/>
              </a:prstGeom>
              <a:noFill/>
              <a:ln w="3810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1658A4B-37AF-414E-BE01-AD93294C9259}"/>
                </a:ext>
              </a:extLst>
            </p:cNvPr>
            <p:cNvGrpSpPr/>
            <p:nvPr/>
          </p:nvGrpSpPr>
          <p:grpSpPr>
            <a:xfrm>
              <a:off x="3458817" y="1655073"/>
              <a:ext cx="8189844" cy="5023471"/>
              <a:chOff x="3458817" y="1655073"/>
              <a:chExt cx="8189844" cy="5023471"/>
            </a:xfrm>
          </p:grpSpPr>
          <p:sp>
            <p:nvSpPr>
              <p:cNvPr id="94" name="Rectangle 15">
                <a:extLst>
                  <a:ext uri="{FF2B5EF4-FFF2-40B4-BE49-F238E27FC236}">
                    <a16:creationId xmlns:a16="http://schemas.microsoft.com/office/drawing/2014/main" id="{90BCF5CF-E087-0C43-9B12-173780FEE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06058" y="1655073"/>
                <a:ext cx="1247775" cy="1504950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97" name="Line 31">
                <a:extLst>
                  <a:ext uri="{FF2B5EF4-FFF2-40B4-BE49-F238E27FC236}">
                    <a16:creationId xmlns:a16="http://schemas.microsoft.com/office/drawing/2014/main" id="{8977AE01-852B-534D-A20E-EFF02DB5A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10796" y="2380560"/>
                <a:ext cx="190500" cy="158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1" name="Rectangle 4">
                <a:extLst>
                  <a:ext uri="{FF2B5EF4-FFF2-40B4-BE49-F238E27FC236}">
                    <a16:creationId xmlns:a16="http://schemas.microsoft.com/office/drawing/2014/main" id="{E1140E62-CB4B-6047-AA5C-851F17E9C3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58817" y="4011544"/>
                <a:ext cx="8189844" cy="2667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lvl1pPr marL="342900" indent="-342900" algn="l" rtl="0" eaLnBrk="0" fontAlgn="base" hangingPunct="0">
                  <a:lnSpc>
                    <a:spcPct val="85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+mn-lt"/>
                    <a:ea typeface="ＭＳ Ｐゴシック" charset="0"/>
                    <a:cs typeface="ＭＳ Ｐゴシック" charset="0"/>
                  </a:defRPr>
                </a:lvl1pPr>
                <a:lvl2pPr marL="688975" indent="-231775" algn="l" rtl="0" eaLnBrk="0" fontAlgn="base" hangingPunct="0">
                  <a:lnSpc>
                    <a:spcPct val="85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/>
                    <a:ea typeface="ＭＳ Ｐゴシック" charset="0"/>
                    <a:cs typeface="Gill Sans MT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000">
                    <a:solidFill>
                      <a:schemeClr val="tx1"/>
                    </a:solidFill>
                    <a:latin typeface="Gill Sans MT"/>
                    <a:ea typeface="Gill Sans MT" charset="0"/>
                    <a:cs typeface="Gill Sans MT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>
                    <a:solidFill>
                      <a:schemeClr val="tx1"/>
                    </a:solidFill>
                    <a:latin typeface="Times New Roman" pitchFamily="-109" charset="0"/>
                    <a:ea typeface="Gill Sans MT" charset="0"/>
                    <a:cs typeface="Gill Sans MT" charset="0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-109" charset="0"/>
                    <a:ea typeface="Gill Sans MT" charset="0"/>
                    <a:cs typeface="Gill Sans MT" charset="0"/>
                  </a:defRPr>
                </a:lvl5pPr>
                <a:lvl6pPr marL="25146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-109" charset="0"/>
                  </a:defRPr>
                </a:lvl6pPr>
                <a:lvl7pPr marL="29718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-109" charset="0"/>
                  </a:defRPr>
                </a:lvl7pPr>
                <a:lvl8pPr marL="3429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-109" charset="0"/>
                  </a:defRPr>
                </a:lvl8pPr>
                <a:lvl9pPr marL="3886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-109" charset="0"/>
                  </a:defRPr>
                </a:lvl9pPr>
              </a:lstStyle>
              <a:p>
                <a:pPr marL="342900" marR="0" lvl="0" indent="-342900" algn="l" defTabSz="914400" rtl="0" eaLnBrk="0" fontAlgn="base" latinLnBrk="0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SzPct val="100000"/>
                  <a:buFont typeface="Wingdings" pitchFamily="2" charset="2"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>分散式交换： </a:t>
                </a:r>
                <a:r>
                  <a:rPr kumimoji="0" lang="en-US" altLang="en-US" sz="28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/>
                </a:r>
                <a:r>
                  <a: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/>
                </a:r>
              </a:p>
              <a:p>
                <a:pPr marL="342900" marR="0" lvl="0" indent="-342900" algn="l" defTabSz="914400" rtl="0" eaLnBrk="0" fontAlgn="base" latinLnBrk="0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SzPct val="100000"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>使用首部字段值，在输入端口内存的转发表中查找输出端口（“匹配加动作”）</a:t>
                </a:r>
                <a:r>
                  <a:rPr kumimoji="0" lang="en-US" altLang="en-US" sz="2400" b="0" i="1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/>
                </a:r>
              </a:p>
              <a:p>
                <a:pPr marL="342900" marR="0" lvl="0" indent="-342900" algn="l" defTabSz="914400" rtl="0" eaLnBrk="0" fontAlgn="base" latinLnBrk="0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SzPct val="100000"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>目标：以“线路速率”完成输入端口处理</a:t>
                </a:r>
                <a:r>
                  <a:rPr kumimoji="0" lang="en-US" altLang="ja-JP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/>
                </a:r>
              </a:p>
              <a:p>
                <a:pPr marL="342900" marR="0" lvl="0" indent="-342900" algn="l" defTabSz="914400" rtl="0" eaLnBrk="0" fontAlgn="base" latinLnBrk="0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SzPct val="100000"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3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>输入端口排队：如果数据报到达速率快于进入交换结构的转发速率</a:t>
                </a: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ＭＳ Ｐゴシック" panose="020B0600070205080204" pitchFamily="34" charset="-128"/>
                  </a:rPr>
                  <a:t/>
                </a:r>
              </a:p>
            </p:txBody>
          </p:sp>
          <p:sp>
            <p:nvSpPr>
              <p:cNvPr id="118" name="Line 60">
                <a:extLst>
                  <a:ext uri="{FF2B5EF4-FFF2-40B4-BE49-F238E27FC236}">
                    <a16:creationId xmlns:a16="http://schemas.microsoft.com/office/drawing/2014/main" id="{FFF5D7A3-77C9-D34E-AC43-6A097D73FE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67946" y="3282260"/>
                <a:ext cx="669925" cy="790575"/>
              </a:xfrm>
              <a:prstGeom prst="line">
                <a:avLst/>
              </a:prstGeom>
              <a:noFill/>
              <a:ln w="19050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36" name="Slide Number Placeholder 4">
            <a:extLst>
              <a:ext uri="{FF2B5EF4-FFF2-40B4-BE49-F238E27FC236}">
                <a16:creationId xmlns:a16="http://schemas.microsoft.com/office/drawing/2014/main" id="{B127B8A7-EB35-9F48-B1F3-0905B5BFF2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网络层：4-7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0375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64C663CA-A107-A34A-B6A8-E6CE4181A93F}"/>
              </a:ext>
            </a:extLst>
          </p:cNvPr>
          <p:cNvSpPr/>
          <p:nvPr/>
        </p:nvSpPr>
        <p:spPr bwMode="auto">
          <a:xfrm>
            <a:off x="3880654" y="3397977"/>
            <a:ext cx="4492006" cy="26858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 dirty="0">
              <a:latin typeface="Arial" charset="0"/>
            </a:endParaRPr>
          </a:p>
        </p:txBody>
      </p:sp>
      <p:sp>
        <p:nvSpPr>
          <p:cNvPr id="45057" name="Rectangle 2">
            <a:extLst>
              <a:ext uri="{FF2B5EF4-FFF2-40B4-BE49-F238E27FC236}">
                <a16:creationId xmlns:a16="http://schemas.microsoft.com/office/drawing/2014/main" id="{004E60F1-1A92-A34D-9DE2-0A21CD69355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1803919" y="228600"/>
            <a:ext cx="8640146" cy="1143000"/>
          </a:xfrm>
        </p:spPr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对等层之间的通信</a:t>
            </a:r>
            <a:r>
              <a:rPr lang="zh-CN" altLang="en-US" dirty="0">
                <a:ea typeface="宋体" panose="02010600030101010101" pitchFamily="2" charset="-122"/>
              </a:rPr>
              <a:t/>
            </a:r>
            <a:r>
              <a:rPr lang="en-US" altLang="zh-CN" dirty="0">
                <a:ea typeface="宋体" panose="02010600030101010101" pitchFamily="2" charset="-122"/>
              </a:rPr>
              <a:t/>
            </a:r>
            <a:endParaRPr lang="zh-CN" altLang="en-US" dirty="0">
              <a:ea typeface="宋体" panose="02010600030101010101" pitchFamily="2" charset="-122"/>
            </a:endParaRPr>
          </a:p>
        </p:txBody>
      </p:sp>
      <p:grpSp>
        <p:nvGrpSpPr>
          <p:cNvPr id="45058" name="Group 5">
            <a:extLst>
              <a:ext uri="{FF2B5EF4-FFF2-40B4-BE49-F238E27FC236}">
                <a16:creationId xmlns:a16="http://schemas.microsoft.com/office/drawing/2014/main" id="{C7E904F2-3826-894C-AEF6-C2BF303C888C}"/>
              </a:ext>
            </a:extLst>
          </p:cNvPr>
          <p:cNvGrpSpPr>
            <a:grpSpLocks/>
          </p:cNvGrpSpPr>
          <p:nvPr/>
        </p:nvGrpSpPr>
        <p:grpSpPr bwMode="auto">
          <a:xfrm>
            <a:off x="8603695" y="2122099"/>
            <a:ext cx="1898650" cy="3530600"/>
            <a:chOff x="3076" y="888"/>
            <a:chExt cx="1196" cy="2224"/>
          </a:xfrm>
        </p:grpSpPr>
        <p:sp>
          <p:nvSpPr>
            <p:cNvPr id="45073" name="Rectangle 6">
              <a:extLst>
                <a:ext uri="{FF2B5EF4-FFF2-40B4-BE49-F238E27FC236}">
                  <a16:creationId xmlns:a16="http://schemas.microsoft.com/office/drawing/2014/main" id="{6835531E-9EFC-F541-AF2B-384BA0EDF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888"/>
              <a:ext cx="1192" cy="222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45074" name="Text Box 7">
              <a:extLst>
                <a:ext uri="{FF2B5EF4-FFF2-40B4-BE49-F238E27FC236}">
                  <a16:creationId xmlns:a16="http://schemas.microsoft.com/office/drawing/2014/main" id="{8F9320A5-AE5E-0342-A1FA-52B1F14B3A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6" y="949"/>
              <a:ext cx="1080" cy="21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应用层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传输层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45075" name="Line 8">
              <a:extLst>
                <a:ext uri="{FF2B5EF4-FFF2-40B4-BE49-F238E27FC236}">
                  <a16:creationId xmlns:a16="http://schemas.microsoft.com/office/drawing/2014/main" id="{68D47D13-D0DB-0E4C-A454-3953396D85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1324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6" name="Line 9">
              <a:extLst>
                <a:ext uri="{FF2B5EF4-FFF2-40B4-BE49-F238E27FC236}">
                  <a16:creationId xmlns:a16="http://schemas.microsoft.com/office/drawing/2014/main" id="{C5839E28-E981-434F-A51C-AE4A8B058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1768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7" name="Line 10">
              <a:extLst>
                <a:ext uri="{FF2B5EF4-FFF2-40B4-BE49-F238E27FC236}">
                  <a16:creationId xmlns:a16="http://schemas.microsoft.com/office/drawing/2014/main" id="{FE876AA0-CD99-1C41-8960-3A8159B06F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2216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8" name="Line 11">
              <a:extLst>
                <a:ext uri="{FF2B5EF4-FFF2-40B4-BE49-F238E27FC236}">
                  <a16:creationId xmlns:a16="http://schemas.microsoft.com/office/drawing/2014/main" id="{F20EB65A-9CB7-6344-8FE1-CBF48D36BE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2664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059" name="Group 5">
            <a:extLst>
              <a:ext uri="{FF2B5EF4-FFF2-40B4-BE49-F238E27FC236}">
                <a16:creationId xmlns:a16="http://schemas.microsoft.com/office/drawing/2014/main" id="{15DEC126-9AC5-2244-ABC6-EEFC6E4C3289}"/>
              </a:ext>
            </a:extLst>
          </p:cNvPr>
          <p:cNvGrpSpPr>
            <a:grpSpLocks/>
          </p:cNvGrpSpPr>
          <p:nvPr/>
        </p:nvGrpSpPr>
        <p:grpSpPr bwMode="auto">
          <a:xfrm>
            <a:off x="1776512" y="2144713"/>
            <a:ext cx="1898650" cy="3530600"/>
            <a:chOff x="3076" y="888"/>
            <a:chExt cx="1196" cy="2224"/>
          </a:xfrm>
        </p:grpSpPr>
        <p:sp>
          <p:nvSpPr>
            <p:cNvPr id="45067" name="Rectangle 6">
              <a:extLst>
                <a:ext uri="{FF2B5EF4-FFF2-40B4-BE49-F238E27FC236}">
                  <a16:creationId xmlns:a16="http://schemas.microsoft.com/office/drawing/2014/main" id="{99DB8916-B489-EC4B-93D9-799A17C6B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888"/>
              <a:ext cx="1192" cy="222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45068" name="Text Box 7">
              <a:extLst>
                <a:ext uri="{FF2B5EF4-FFF2-40B4-BE49-F238E27FC236}">
                  <a16:creationId xmlns:a16="http://schemas.microsoft.com/office/drawing/2014/main" id="{92F6DC8D-6C9B-404E-B427-609431E589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6" y="949"/>
              <a:ext cx="1080" cy="21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应用层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传输层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45069" name="Line 8">
              <a:extLst>
                <a:ext uri="{FF2B5EF4-FFF2-40B4-BE49-F238E27FC236}">
                  <a16:creationId xmlns:a16="http://schemas.microsoft.com/office/drawing/2014/main" id="{484402DA-BE8D-9743-A22B-BA986EB9E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1324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0" name="Line 9">
              <a:extLst>
                <a:ext uri="{FF2B5EF4-FFF2-40B4-BE49-F238E27FC236}">
                  <a16:creationId xmlns:a16="http://schemas.microsoft.com/office/drawing/2014/main" id="{6501DB95-EF6C-FD43-9114-C5B8653244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1768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1" name="Line 10">
              <a:extLst>
                <a:ext uri="{FF2B5EF4-FFF2-40B4-BE49-F238E27FC236}">
                  <a16:creationId xmlns:a16="http://schemas.microsoft.com/office/drawing/2014/main" id="{180CF19C-07EA-214F-88DF-C470F1AD96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2216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2" name="Line 11">
              <a:extLst>
                <a:ext uri="{FF2B5EF4-FFF2-40B4-BE49-F238E27FC236}">
                  <a16:creationId xmlns:a16="http://schemas.microsoft.com/office/drawing/2014/main" id="{0DAD4A63-2F4B-F84D-9C83-0F83D1A5B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" y="2664"/>
              <a:ext cx="118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5060" name="Text Box 17">
            <a:extLst>
              <a:ext uri="{FF2B5EF4-FFF2-40B4-BE49-F238E27FC236}">
                <a16:creationId xmlns:a16="http://schemas.microsoft.com/office/drawing/2014/main" id="{4D61294B-7C09-7449-8435-D894F5551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970" y="1540243"/>
            <a:ext cx="18859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</a:rPr>
              <a:t>源节点</a:t>
            </a:r>
          </a:p>
        </p:txBody>
      </p:sp>
      <p:sp>
        <p:nvSpPr>
          <p:cNvPr id="45061" name="Text Box 18">
            <a:extLst>
              <a:ext uri="{FF2B5EF4-FFF2-40B4-BE49-F238E27FC236}">
                <a16:creationId xmlns:a16="http://schemas.microsoft.com/office/drawing/2014/main" id="{0B5659D2-FEC8-8B4C-BE25-091C48EC0D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2661" y="1565275"/>
            <a:ext cx="2335019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</a:rPr>
              <a:t>目的节点</a:t>
            </a:r>
          </a:p>
        </p:txBody>
      </p:sp>
      <p:sp>
        <p:nvSpPr>
          <p:cNvPr id="45062" name="Line 19">
            <a:extLst>
              <a:ext uri="{FF2B5EF4-FFF2-40B4-BE49-F238E27FC236}">
                <a16:creationId xmlns:a16="http://schemas.microsoft.com/office/drawing/2014/main" id="{972239C9-8375-C242-BF76-18C56FFBA9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62462" y="2498723"/>
            <a:ext cx="4891600" cy="2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3" name="Line 20">
            <a:extLst>
              <a:ext uri="{FF2B5EF4-FFF2-40B4-BE49-F238E27FC236}">
                <a16:creationId xmlns:a16="http://schemas.microsoft.com/office/drawing/2014/main" id="{8BDCA09E-9C8B-C249-A3C5-68B7E7ECD7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5326" y="3188826"/>
            <a:ext cx="4842386" cy="3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5" name="Line 22">
            <a:extLst>
              <a:ext uri="{FF2B5EF4-FFF2-40B4-BE49-F238E27FC236}">
                <a16:creationId xmlns:a16="http://schemas.microsoft.com/office/drawing/2014/main" id="{D6F96A55-8471-0949-87D7-1A9E75570F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0928" y="3931168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17B00D4-F8F9-8D42-A6D4-46468E478C0C}"/>
              </a:ext>
            </a:extLst>
          </p:cNvPr>
          <p:cNvGrpSpPr/>
          <p:nvPr/>
        </p:nvGrpSpPr>
        <p:grpSpPr>
          <a:xfrm>
            <a:off x="4066723" y="3397977"/>
            <a:ext cx="1898650" cy="2308225"/>
            <a:chOff x="2673350" y="3397976"/>
            <a:chExt cx="1898650" cy="2308225"/>
          </a:xfrm>
        </p:grpSpPr>
        <p:sp>
          <p:nvSpPr>
            <p:cNvPr id="26" name="Rectangle 6">
              <a:extLst>
                <a:ext uri="{FF2B5EF4-FFF2-40B4-BE49-F238E27FC236}">
                  <a16:creationId xmlns:a16="http://schemas.microsoft.com/office/drawing/2014/main" id="{F2EF9EBF-31A7-B244-B1AB-E854CCBF1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700" y="3540126"/>
              <a:ext cx="1892300" cy="2156549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7" name="Text Box 7">
              <a:extLst>
                <a:ext uri="{FF2B5EF4-FFF2-40B4-BE49-F238E27FC236}">
                  <a16:creationId xmlns:a16="http://schemas.microsoft.com/office/drawing/2014/main" id="{BB71E824-13E4-D448-B178-5A3F5876F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8300" y="3397976"/>
              <a:ext cx="1344613" cy="2308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30" name="Line 10">
              <a:extLst>
                <a:ext uri="{FF2B5EF4-FFF2-40B4-BE49-F238E27FC236}">
                  <a16:creationId xmlns:a16="http://schemas.microsoft.com/office/drawing/2014/main" id="{A4F9CACD-1307-2549-B143-C434BE592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3350" y="4274276"/>
              <a:ext cx="188595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Line 11">
              <a:extLst>
                <a:ext uri="{FF2B5EF4-FFF2-40B4-BE49-F238E27FC236}">
                  <a16:creationId xmlns:a16="http://schemas.microsoft.com/office/drawing/2014/main" id="{4BDAF201-8FFF-7647-825C-17CA82CFB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3350" y="4985476"/>
              <a:ext cx="188595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5BA348F3-3685-0B46-BADD-D63A60B78C8F}"/>
              </a:ext>
            </a:extLst>
          </p:cNvPr>
          <p:cNvGrpSpPr/>
          <p:nvPr/>
        </p:nvGrpSpPr>
        <p:grpSpPr>
          <a:xfrm>
            <a:off x="6338384" y="3400443"/>
            <a:ext cx="1916922" cy="2308225"/>
            <a:chOff x="2642378" y="3397976"/>
            <a:chExt cx="1916922" cy="2308225"/>
          </a:xfrm>
        </p:grpSpPr>
        <p:sp>
          <p:nvSpPr>
            <p:cNvPr id="41" name="Rectangle 6">
              <a:extLst>
                <a:ext uri="{FF2B5EF4-FFF2-40B4-BE49-F238E27FC236}">
                  <a16:creationId xmlns:a16="http://schemas.microsoft.com/office/drawing/2014/main" id="{4E7CA4E0-CDDC-6F42-93BB-4BD3E0CA5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378" y="3540126"/>
              <a:ext cx="1892300" cy="2156549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42" name="Text Box 7">
              <a:extLst>
                <a:ext uri="{FF2B5EF4-FFF2-40B4-BE49-F238E27FC236}">
                  <a16:creationId xmlns:a16="http://schemas.microsoft.com/office/drawing/2014/main" id="{6B157AA2-66EB-0D45-A6D5-EE67A66743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8300" y="3397976"/>
              <a:ext cx="1344613" cy="2308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43" name="Line 10">
              <a:extLst>
                <a:ext uri="{FF2B5EF4-FFF2-40B4-BE49-F238E27FC236}">
                  <a16:creationId xmlns:a16="http://schemas.microsoft.com/office/drawing/2014/main" id="{DD2C4190-9FCD-3B48-AE78-4AFEA385D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3350" y="4274276"/>
              <a:ext cx="188595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" name="Line 11">
              <a:extLst>
                <a:ext uri="{FF2B5EF4-FFF2-40B4-BE49-F238E27FC236}">
                  <a16:creationId xmlns:a16="http://schemas.microsoft.com/office/drawing/2014/main" id="{FCBA2D6E-36B5-B64B-8674-CE4F62FCF1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3350" y="4985476"/>
              <a:ext cx="188595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5" name="Line 22">
            <a:extLst>
              <a:ext uri="{FF2B5EF4-FFF2-40B4-BE49-F238E27FC236}">
                <a16:creationId xmlns:a16="http://schemas.microsoft.com/office/drawing/2014/main" id="{FD998416-E259-DA42-B0D8-DB13D58B86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2701" y="4624743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" name="Line 22">
            <a:extLst>
              <a:ext uri="{FF2B5EF4-FFF2-40B4-BE49-F238E27FC236}">
                <a16:creationId xmlns:a16="http://schemas.microsoft.com/office/drawing/2014/main" id="{6E6C7DAE-5548-3843-A920-4EC77D0C1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2701" y="5296547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7" name="Line 22">
            <a:extLst>
              <a:ext uri="{FF2B5EF4-FFF2-40B4-BE49-F238E27FC236}">
                <a16:creationId xmlns:a16="http://schemas.microsoft.com/office/drawing/2014/main" id="{1241C3EC-6889-E649-8D85-E220CADE96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9365" y="3971602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Line 22">
            <a:extLst>
              <a:ext uri="{FF2B5EF4-FFF2-40B4-BE49-F238E27FC236}">
                <a16:creationId xmlns:a16="http://schemas.microsoft.com/office/drawing/2014/main" id="{CC34995E-65AC-8B44-8C7D-2EEEA86C20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9371" y="4624739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" name="Line 22">
            <a:extLst>
              <a:ext uri="{FF2B5EF4-FFF2-40B4-BE49-F238E27FC236}">
                <a16:creationId xmlns:a16="http://schemas.microsoft.com/office/drawing/2014/main" id="{854A7961-8F0A-2D44-8140-C9C33FCA2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9364" y="5315208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Line 22">
            <a:extLst>
              <a:ext uri="{FF2B5EF4-FFF2-40B4-BE49-F238E27FC236}">
                <a16:creationId xmlns:a16="http://schemas.microsoft.com/office/drawing/2014/main" id="{9259483B-BB3C-2D47-A6EA-3C3751F7B858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482" y="3956053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6A63B1CE-63AB-284E-B4F8-5494D70137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2255" y="4649625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2" name="Line 22">
            <a:extLst>
              <a:ext uri="{FF2B5EF4-FFF2-40B4-BE49-F238E27FC236}">
                <a16:creationId xmlns:a16="http://schemas.microsoft.com/office/drawing/2014/main" id="{BD9D9727-07F3-F641-B9B6-AB8CD72D75A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6706" y="5287215"/>
            <a:ext cx="415906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B2506A9F-394E-3049-B06B-FA7525B4934B}"/>
              </a:ext>
            </a:extLst>
          </p:cNvPr>
          <p:cNvSpPr/>
          <p:nvPr/>
        </p:nvSpPr>
        <p:spPr bwMode="auto">
          <a:xfrm>
            <a:off x="5047197" y="6342079"/>
            <a:ext cx="2153590" cy="4519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latin typeface="Arial" charset="0"/>
              </a:rPr>
              <a:t>网络核心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074ADD62-D729-4E4B-902D-A2B899A8DD8E}"/>
              </a:ext>
            </a:extLst>
          </p:cNvPr>
          <p:cNvCxnSpPr>
            <a:cxnSpLocks/>
          </p:cNvCxnSpPr>
          <p:nvPr/>
        </p:nvCxnSpPr>
        <p:spPr bwMode="auto">
          <a:xfrm flipV="1">
            <a:off x="6086671" y="6027574"/>
            <a:ext cx="2665" cy="314505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9" name="Straight Arrow Connector 58">
            <a:extLst>
              <a:ext uri="{FF2B5EF4-FFF2-40B4-BE49-F238E27FC236}">
                <a16:creationId xmlns:a16="http://schemas.microsoft.com/office/drawing/2014/main" id="{1D1440A8-B671-5745-838E-5045C96E6227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2752089" y="5676128"/>
            <a:ext cx="11336" cy="40774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" name="Rectangle 60">
            <a:extLst>
              <a:ext uri="{FF2B5EF4-FFF2-40B4-BE49-F238E27FC236}">
                <a16:creationId xmlns:a16="http://schemas.microsoft.com/office/drawing/2014/main" id="{B15C42C8-C82E-B14A-B8B7-9EE934383D17}"/>
              </a:ext>
            </a:extLst>
          </p:cNvPr>
          <p:cNvSpPr/>
          <p:nvPr/>
        </p:nvSpPr>
        <p:spPr bwMode="auto">
          <a:xfrm>
            <a:off x="8575722" y="6049659"/>
            <a:ext cx="1988032" cy="45196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latin typeface="Arial" charset="0"/>
              </a:rPr>
              <a:t>端系统</a:t>
            </a: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936B08D8-45DC-AF4A-A537-78F16E8B35BC}"/>
              </a:ext>
            </a:extLst>
          </p:cNvPr>
          <p:cNvCxnSpPr>
            <a:cxnSpLocks/>
            <a:stCxn id="61" idx="0"/>
          </p:cNvCxnSpPr>
          <p:nvPr/>
        </p:nvCxnSpPr>
        <p:spPr bwMode="auto">
          <a:xfrm flipV="1">
            <a:off x="9569738" y="5667482"/>
            <a:ext cx="0" cy="382177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3" name="Text Box 17">
            <a:extLst>
              <a:ext uri="{FF2B5EF4-FFF2-40B4-BE49-F238E27FC236}">
                <a16:creationId xmlns:a16="http://schemas.microsoft.com/office/drawing/2014/main" id="{9B51A701-58F5-9A4A-881B-9935D320A7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2095" y="2588378"/>
            <a:ext cx="18859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宋体" panose="02010600030101010101" pitchFamily="2" charset="-122"/>
              </a:rPr>
              <a:t>端到端</a:t>
            </a:r>
          </a:p>
        </p:txBody>
      </p:sp>
      <p:pic>
        <p:nvPicPr>
          <p:cNvPr id="64" name="Picture 712" descr="underline_base">
            <a:extLst>
              <a:ext uri="{FF2B5EF4-FFF2-40B4-BE49-F238E27FC236}">
                <a16:creationId xmlns:a16="http://schemas.microsoft.com/office/drawing/2014/main" id="{8DB4089F-23FA-B548-BDAB-9397071173D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9626" y="1215166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" name="Text Box 17">
            <a:extLst>
              <a:ext uri="{FF2B5EF4-FFF2-40B4-BE49-F238E27FC236}">
                <a16:creationId xmlns:a16="http://schemas.microsoft.com/office/drawing/2014/main" id="{2DFCC731-6B6A-A14B-A867-F91AA10C7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2970" y="5704804"/>
            <a:ext cx="12539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</a:rPr>
              <a:t>路由器</a:t>
            </a:r>
          </a:p>
        </p:txBody>
      </p:sp>
      <p:sp>
        <p:nvSpPr>
          <p:cNvPr id="66" name="Text Box 17">
            <a:extLst>
              <a:ext uri="{FF2B5EF4-FFF2-40B4-BE49-F238E27FC236}">
                <a16:creationId xmlns:a16="http://schemas.microsoft.com/office/drawing/2014/main" id="{9AE46177-5381-574E-A2D0-A90771F316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746" y="5633272"/>
            <a:ext cx="12539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</a:rPr>
              <a:t>路由器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5B484EE6-9A0B-9D47-826C-F18C81BCF418}"/>
              </a:ext>
            </a:extLst>
          </p:cNvPr>
          <p:cNvSpPr/>
          <p:nvPr/>
        </p:nvSpPr>
        <p:spPr bwMode="auto">
          <a:xfrm>
            <a:off x="1748828" y="6052771"/>
            <a:ext cx="1988032" cy="45196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latin typeface="Arial" charset="0"/>
              </a:rPr>
              <a:t>端系统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30C93E63-FF1D-DA49-BF74-D460103215C1}"/>
              </a:ext>
            </a:extLst>
          </p:cNvPr>
          <p:cNvSpPr/>
          <p:nvPr/>
        </p:nvSpPr>
        <p:spPr>
          <a:xfrm>
            <a:off x="4366081" y="1796983"/>
            <a:ext cx="3330142" cy="5847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txBody>
          <a:bodyPr wrap="none">
            <a:spAutoFit/>
          </a:bodyPr>
          <a:lstStyle/>
          <a:p>
            <a:r>
              <a:rPr lang="en-US" sz="3200" dirty="0"/>
              <a:t>分布式系统</a:t>
            </a:r>
          </a:p>
        </p:txBody>
      </p:sp>
    </p:spTree>
    <p:extLst>
      <p:ext uri="{BB962C8B-B14F-4D97-AF65-F5344CB8AC3E}">
        <p14:creationId xmlns:p14="http://schemas.microsoft.com/office/powerpoint/2010/main" val="784669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链路层和局域网：本章目标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理解链路层服务背后的原理：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差错检测与纠正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共享广播信道：多路访问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链路层寻址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局域网：Ethernet、VLAN</a:t>
            </a:r>
          </a:p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数据中心网络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各种链路层技术的实例化与实现</a:t>
            </a:r>
            <a:endParaRPr lang="en-US" sz="2800" dirty="0"/>
          </a:p>
        </p:txBody>
      </p:sp>
      <p:pic>
        <p:nvPicPr>
          <p:cNvPr id="7" name="Picture 6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439BFE83-3A49-904C-8D0A-2D330947D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7543" y="3498941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defRPr/>
            </a:pPr>
            <a:r>
              <a:rPr lang="en-US" dirty="0"/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80265" y="1388119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链路层：引言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1104900" y="1257300"/>
            <a:ext cx="5622601" cy="415340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lvl="0" indent="0">
              <a:buNone/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术语：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主机和路由器：节点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沿通信路径连接相邻节点的通信信道：链路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有线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无线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局域网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第 2 层分组：帧，封装数据报</a:t>
            </a:r>
            <a:r>
              <a:rPr lang="en-US" altLang="en-US" sz="3000" i="1" dirty="0">
                <a:solidFill>
                  <a:srgbClr val="0000A8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网络层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网络层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Line 428">
            <a:extLst>
              <a:ext uri="{FF2B5EF4-FFF2-40B4-BE49-F238E27FC236}">
                <a16:creationId xmlns:a16="http://schemas.microsoft.com/office/drawing/2014/main" id="{16F1973E-A8F0-6E4E-9510-49D75998F4A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789609" y="5251739"/>
            <a:ext cx="388062" cy="756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Line 430">
            <a:extLst>
              <a:ext uri="{FF2B5EF4-FFF2-40B4-BE49-F238E27FC236}">
                <a16:creationId xmlns:a16="http://schemas.microsoft.com/office/drawing/2014/main" id="{CAB72423-2D43-1046-869C-9EDAEA5E40C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0209926" y="5405286"/>
            <a:ext cx="0" cy="1143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Line 431">
            <a:extLst>
              <a:ext uri="{FF2B5EF4-FFF2-40B4-BE49-F238E27FC236}">
                <a16:creationId xmlns:a16="http://schemas.microsoft.com/office/drawing/2014/main" id="{99BD1088-D56F-3A42-8E44-483A32BE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2959" y="4838517"/>
            <a:ext cx="524483" cy="261537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Line 432">
            <a:extLst>
              <a:ext uri="{FF2B5EF4-FFF2-40B4-BE49-F238E27FC236}">
                <a16:creationId xmlns:a16="http://schemas.microsoft.com/office/drawing/2014/main" id="{8A75CF99-7455-B74F-8BAD-3AD43E03F4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0066" y="4838517"/>
            <a:ext cx="569255" cy="24626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Line 433">
            <a:extLst>
              <a:ext uri="{FF2B5EF4-FFF2-40B4-BE49-F238E27FC236}">
                <a16:creationId xmlns:a16="http://schemas.microsoft.com/office/drawing/2014/main" id="{FC542B29-675E-3D46-80C8-75565CBAE2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744" y="5108876"/>
            <a:ext cx="1030502" cy="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Line 435">
            <a:extLst>
              <a:ext uri="{FF2B5EF4-FFF2-40B4-BE49-F238E27FC236}">
                <a16:creationId xmlns:a16="http://schemas.microsoft.com/office/drawing/2014/main" id="{2B974C3D-5280-D849-8D04-7FDDEF66CF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207" y="5117334"/>
            <a:ext cx="226800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Line 436">
            <a:extLst>
              <a:ext uri="{FF2B5EF4-FFF2-40B4-BE49-F238E27FC236}">
                <a16:creationId xmlns:a16="http://schemas.microsoft.com/office/drawing/2014/main" id="{05391238-AE6D-D14C-8C1F-CD07E40328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48367" y="5290470"/>
            <a:ext cx="412750" cy="1270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Line 439">
            <a:extLst>
              <a:ext uri="{FF2B5EF4-FFF2-40B4-BE49-F238E27FC236}">
                <a16:creationId xmlns:a16="http://schemas.microsoft.com/office/drawing/2014/main" id="{F0B33890-F38E-9948-851E-64C7E965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73817" y="5282252"/>
            <a:ext cx="68080" cy="29396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Line 440">
            <a:extLst>
              <a:ext uri="{FF2B5EF4-FFF2-40B4-BE49-F238E27FC236}">
                <a16:creationId xmlns:a16="http://schemas.microsoft.com/office/drawing/2014/main" id="{A6F6A7F9-E45C-124D-AC6C-F4101DAE4B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88731" y="5307931"/>
            <a:ext cx="280374" cy="26987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Line 441">
            <a:extLst>
              <a:ext uri="{FF2B5EF4-FFF2-40B4-BE49-F238E27FC236}">
                <a16:creationId xmlns:a16="http://schemas.microsoft.com/office/drawing/2014/main" id="{AD8346D7-6C40-1348-A196-CC99EDB76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8731" y="5258048"/>
            <a:ext cx="914184" cy="46862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Line 443">
            <a:extLst>
              <a:ext uri="{FF2B5EF4-FFF2-40B4-BE49-F238E27FC236}">
                <a16:creationId xmlns:a16="http://schemas.microsoft.com/office/drawing/2014/main" id="{E2DA8AD7-F617-354E-B5AE-47F97541A8F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7778" y="3829970"/>
            <a:ext cx="0" cy="13176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Line 449">
            <a:extLst>
              <a:ext uri="{FF2B5EF4-FFF2-40B4-BE49-F238E27FC236}">
                <a16:creationId xmlns:a16="http://schemas.microsoft.com/office/drawing/2014/main" id="{E873DD89-2DB7-304C-ADED-170F1F4E1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6666" y="4041107"/>
            <a:ext cx="168275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Line 428">
            <a:extLst>
              <a:ext uri="{FF2B5EF4-FFF2-40B4-BE49-F238E27FC236}">
                <a16:creationId xmlns:a16="http://schemas.microsoft.com/office/drawing/2014/main" id="{56AC483A-3972-5540-9E9F-AE1FE25660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885545" y="5583471"/>
            <a:ext cx="366793" cy="148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Line 440">
            <a:extLst>
              <a:ext uri="{FF2B5EF4-FFF2-40B4-BE49-F238E27FC236}">
                <a16:creationId xmlns:a16="http://schemas.microsoft.com/office/drawing/2014/main" id="{B0224379-0B0C-1343-B0E2-E62DFA482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9425" y="5036562"/>
            <a:ext cx="404236" cy="207771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1DFBDA95-16CE-D146-A4C5-C45EDEC8D34E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A282E722-916E-234E-AC0B-E2B36A0049E1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691F242-AF67-1B42-8D8E-F09C1EB27D39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EFE49F46-6C78-A640-A53B-1F2DCAE49B5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1454C82-BE7E-874F-AA28-09F795395B3E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42F00AE0-2163-514F-B52E-CFE0592CCF07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E38317B-7455-F04C-9FB3-A47169171585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18CD097C-75DA-B84B-B03E-371F3044C3BB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ine 541">
            <a:extLst>
              <a:ext uri="{FF2B5EF4-FFF2-40B4-BE49-F238E27FC236}">
                <a16:creationId xmlns:a16="http://schemas.microsoft.com/office/drawing/2014/main" id="{3EE4D6D5-1F58-604E-926E-B12AF198F9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Line 424">
            <a:extLst>
              <a:ext uri="{FF2B5EF4-FFF2-40B4-BE49-F238E27FC236}">
                <a16:creationId xmlns:a16="http://schemas.microsoft.com/office/drawing/2014/main" id="{69D11C97-9A2A-6F4A-BEC2-192440539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" name="Picture 778" descr="antenna_radiation_stylized">
            <a:extLst>
              <a:ext uri="{FF2B5EF4-FFF2-40B4-BE49-F238E27FC236}">
                <a16:creationId xmlns:a16="http://schemas.microsoft.com/office/drawing/2014/main" id="{AE641E33-5C90-9C48-B6C0-B2DA38E6B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2238" y="3813930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781" descr="antenna_radiation_stylized">
            <a:extLst>
              <a:ext uri="{FF2B5EF4-FFF2-40B4-BE49-F238E27FC236}">
                <a16:creationId xmlns:a16="http://schemas.microsoft.com/office/drawing/2014/main" id="{58D0D77F-41BF-B141-99CC-7444770200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2073" y="5480938"/>
            <a:ext cx="452014" cy="9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799" descr="cell_tower_radiation copy">
            <a:extLst>
              <a:ext uri="{FF2B5EF4-FFF2-40B4-BE49-F238E27FC236}">
                <a16:creationId xmlns:a16="http://schemas.microsoft.com/office/drawing/2014/main" id="{B93FCB1A-5588-5743-82CC-8E52ADEAD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0866" y="2158167"/>
            <a:ext cx="457200" cy="33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Oval 800">
            <a:extLst>
              <a:ext uri="{FF2B5EF4-FFF2-40B4-BE49-F238E27FC236}">
                <a16:creationId xmlns:a16="http://schemas.microsoft.com/office/drawing/2014/main" id="{029C7FDD-ABE9-EB40-A1C5-64FF9B2F9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829" y="5180504"/>
            <a:ext cx="309187" cy="167750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150622" y="4159591"/>
              <a:ext cx="426399" cy="451816"/>
              <a:chOff x="5182936" y="2693365"/>
              <a:chExt cx="532434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82936" y="2914214"/>
                <a:ext cx="153344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23" name="Group 950">
            <a:extLst>
              <a:ext uri="{FF2B5EF4-FFF2-40B4-BE49-F238E27FC236}">
                <a16:creationId xmlns:a16="http://schemas.microsoft.com/office/drawing/2014/main" id="{BF16D25A-05F2-BD48-8851-FCCC3771B7E8}"/>
              </a:ext>
            </a:extLst>
          </p:cNvPr>
          <p:cNvGrpSpPr>
            <a:grpSpLocks/>
          </p:cNvGrpSpPr>
          <p:nvPr/>
        </p:nvGrpSpPr>
        <p:grpSpPr bwMode="auto">
          <a:xfrm>
            <a:off x="10253990" y="5273951"/>
            <a:ext cx="177192" cy="330833"/>
            <a:chOff x="4140" y="429"/>
            <a:chExt cx="1425" cy="2396"/>
          </a:xfrm>
        </p:grpSpPr>
        <p:sp>
          <p:nvSpPr>
            <p:cNvPr id="324" name="Freeform 951">
              <a:extLst>
                <a:ext uri="{FF2B5EF4-FFF2-40B4-BE49-F238E27FC236}">
                  <a16:creationId xmlns:a16="http://schemas.microsoft.com/office/drawing/2014/main" id="{72C50429-8235-E440-B0F8-ADCFAC74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952">
              <a:extLst>
                <a:ext uri="{FF2B5EF4-FFF2-40B4-BE49-F238E27FC236}">
                  <a16:creationId xmlns:a16="http://schemas.microsoft.com/office/drawing/2014/main" id="{C8289D20-20EF-CE4A-B82D-CC6F98B2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6" name="Freeform 953">
              <a:extLst>
                <a:ext uri="{FF2B5EF4-FFF2-40B4-BE49-F238E27FC236}">
                  <a16:creationId xmlns:a16="http://schemas.microsoft.com/office/drawing/2014/main" id="{512EE24C-2BC1-5A45-B541-28FAD552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954">
              <a:extLst>
                <a:ext uri="{FF2B5EF4-FFF2-40B4-BE49-F238E27FC236}">
                  <a16:creationId xmlns:a16="http://schemas.microsoft.com/office/drawing/2014/main" id="{CC26DF50-FD02-994D-80F7-4CD21CC3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Rectangle 955">
              <a:extLst>
                <a:ext uri="{FF2B5EF4-FFF2-40B4-BE49-F238E27FC236}">
                  <a16:creationId xmlns:a16="http://schemas.microsoft.com/office/drawing/2014/main" id="{12D5F885-EEB6-EA49-8F16-8E65F7B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9" name="Group 956">
              <a:extLst>
                <a:ext uri="{FF2B5EF4-FFF2-40B4-BE49-F238E27FC236}">
                  <a16:creationId xmlns:a16="http://schemas.microsoft.com/office/drawing/2014/main" id="{4819CF1A-CAA2-2445-BACA-6333C6770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4" name="AutoShape 957">
                <a:extLst>
                  <a:ext uri="{FF2B5EF4-FFF2-40B4-BE49-F238E27FC236}">
                    <a16:creationId xmlns:a16="http://schemas.microsoft.com/office/drawing/2014/main" id="{F403CAA7-7575-5B45-9B26-74060E67E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5" name="AutoShape 958">
                <a:extLst>
                  <a:ext uri="{FF2B5EF4-FFF2-40B4-BE49-F238E27FC236}">
                    <a16:creationId xmlns:a16="http://schemas.microsoft.com/office/drawing/2014/main" id="{E7C03107-B3D4-E74B-8026-51FC5FB4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0" name="Rectangle 959">
              <a:extLst>
                <a:ext uri="{FF2B5EF4-FFF2-40B4-BE49-F238E27FC236}">
                  <a16:creationId xmlns:a16="http://schemas.microsoft.com/office/drawing/2014/main" id="{8C82FD14-8B3E-4C45-BA2F-1D536922B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1" name="Group 960">
              <a:extLst>
                <a:ext uri="{FF2B5EF4-FFF2-40B4-BE49-F238E27FC236}">
                  <a16:creationId xmlns:a16="http://schemas.microsoft.com/office/drawing/2014/main" id="{848EC42A-6B0F-D74E-99AF-9287D4319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2" name="AutoShape 961">
                <a:extLst>
                  <a:ext uri="{FF2B5EF4-FFF2-40B4-BE49-F238E27FC236}">
                    <a16:creationId xmlns:a16="http://schemas.microsoft.com/office/drawing/2014/main" id="{5837F05C-C8FD-5D48-B46A-FAF46F8F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3" name="AutoShape 962">
                <a:extLst>
                  <a:ext uri="{FF2B5EF4-FFF2-40B4-BE49-F238E27FC236}">
                    <a16:creationId xmlns:a16="http://schemas.microsoft.com/office/drawing/2014/main" id="{85884ACD-1556-C049-9208-BBD38D4BC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2" name="Rectangle 963">
              <a:extLst>
                <a:ext uri="{FF2B5EF4-FFF2-40B4-BE49-F238E27FC236}">
                  <a16:creationId xmlns:a16="http://schemas.microsoft.com/office/drawing/2014/main" id="{BB3BDCEC-6ABC-7E44-B9C4-70680B65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Rectangle 964">
              <a:extLst>
                <a:ext uri="{FF2B5EF4-FFF2-40B4-BE49-F238E27FC236}">
                  <a16:creationId xmlns:a16="http://schemas.microsoft.com/office/drawing/2014/main" id="{BF659529-BF75-D64D-A398-3F5F02E8D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4" name="Group 965">
              <a:extLst>
                <a:ext uri="{FF2B5EF4-FFF2-40B4-BE49-F238E27FC236}">
                  <a16:creationId xmlns:a16="http://schemas.microsoft.com/office/drawing/2014/main" id="{08EED94E-296E-6944-AB01-4E0F74CF6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0" name="AutoShape 966">
                <a:extLst>
                  <a:ext uri="{FF2B5EF4-FFF2-40B4-BE49-F238E27FC236}">
                    <a16:creationId xmlns:a16="http://schemas.microsoft.com/office/drawing/2014/main" id="{E45BC691-EDAB-5043-B974-6931BF4A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1" name="AutoShape 967">
                <a:extLst>
                  <a:ext uri="{FF2B5EF4-FFF2-40B4-BE49-F238E27FC236}">
                    <a16:creationId xmlns:a16="http://schemas.microsoft.com/office/drawing/2014/main" id="{BC4BCC73-0226-7344-A90F-A319311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5" name="Freeform 968">
              <a:extLst>
                <a:ext uri="{FF2B5EF4-FFF2-40B4-BE49-F238E27FC236}">
                  <a16:creationId xmlns:a16="http://schemas.microsoft.com/office/drawing/2014/main" id="{4D3CB3E6-04E9-DD42-A1E2-B9CFDE5F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6" name="Group 969">
              <a:extLst>
                <a:ext uri="{FF2B5EF4-FFF2-40B4-BE49-F238E27FC236}">
                  <a16:creationId xmlns:a16="http://schemas.microsoft.com/office/drawing/2014/main" id="{D3A85C8F-5C9D-004C-BED1-826FD6B7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8" name="AutoShape 970">
                <a:extLst>
                  <a:ext uri="{FF2B5EF4-FFF2-40B4-BE49-F238E27FC236}">
                    <a16:creationId xmlns:a16="http://schemas.microsoft.com/office/drawing/2014/main" id="{61DC189F-D857-CE49-9706-A99AFD07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9" name="AutoShape 971">
                <a:extLst>
                  <a:ext uri="{FF2B5EF4-FFF2-40B4-BE49-F238E27FC236}">
                    <a16:creationId xmlns:a16="http://schemas.microsoft.com/office/drawing/2014/main" id="{8FED6611-7057-CD45-9474-CA215533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7" name="Rectangle 972">
              <a:extLst>
                <a:ext uri="{FF2B5EF4-FFF2-40B4-BE49-F238E27FC236}">
                  <a16:creationId xmlns:a16="http://schemas.microsoft.com/office/drawing/2014/main" id="{043E3E2C-723D-CA49-8604-B8FA4FD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Freeform 973">
              <a:extLst>
                <a:ext uri="{FF2B5EF4-FFF2-40B4-BE49-F238E27FC236}">
                  <a16:creationId xmlns:a16="http://schemas.microsoft.com/office/drawing/2014/main" id="{A7D59DBF-B240-2743-8F05-CD665217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974">
              <a:extLst>
                <a:ext uri="{FF2B5EF4-FFF2-40B4-BE49-F238E27FC236}">
                  <a16:creationId xmlns:a16="http://schemas.microsoft.com/office/drawing/2014/main" id="{782758E0-5FA1-2541-8957-4820DA26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Oval 975">
              <a:extLst>
                <a:ext uri="{FF2B5EF4-FFF2-40B4-BE49-F238E27FC236}">
                  <a16:creationId xmlns:a16="http://schemas.microsoft.com/office/drawing/2014/main" id="{E43434A9-1771-1841-B10D-00C68B13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Freeform 976">
              <a:extLst>
                <a:ext uri="{FF2B5EF4-FFF2-40B4-BE49-F238E27FC236}">
                  <a16:creationId xmlns:a16="http://schemas.microsoft.com/office/drawing/2014/main" id="{7F3BC29B-77D4-0345-BC99-5EBDE517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AutoShape 977">
              <a:extLst>
                <a:ext uri="{FF2B5EF4-FFF2-40B4-BE49-F238E27FC236}">
                  <a16:creationId xmlns:a16="http://schemas.microsoft.com/office/drawing/2014/main" id="{AB8C4D5D-D558-0E48-B735-10A1700F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3" name="AutoShape 978">
              <a:extLst>
                <a:ext uri="{FF2B5EF4-FFF2-40B4-BE49-F238E27FC236}">
                  <a16:creationId xmlns:a16="http://schemas.microsoft.com/office/drawing/2014/main" id="{A52E34C3-2A4E-6E43-AEAD-80E9029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Oval 979">
              <a:extLst>
                <a:ext uri="{FF2B5EF4-FFF2-40B4-BE49-F238E27FC236}">
                  <a16:creationId xmlns:a16="http://schemas.microsoft.com/office/drawing/2014/main" id="{CF996EB8-B8AF-1645-81FB-5C4480FC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5" name="Oval 980">
              <a:extLst>
                <a:ext uri="{FF2B5EF4-FFF2-40B4-BE49-F238E27FC236}">
                  <a16:creationId xmlns:a16="http://schemas.microsoft.com/office/drawing/2014/main" id="{6ABBF416-3D25-A54A-B9CB-9BC7B8D8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6" name="Oval 981">
              <a:extLst>
                <a:ext uri="{FF2B5EF4-FFF2-40B4-BE49-F238E27FC236}">
                  <a16:creationId xmlns:a16="http://schemas.microsoft.com/office/drawing/2014/main" id="{BEBFB614-43B9-5A4B-8E5D-794244BE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7" name="Rectangle 982">
              <a:extLst>
                <a:ext uri="{FF2B5EF4-FFF2-40B4-BE49-F238E27FC236}">
                  <a16:creationId xmlns:a16="http://schemas.microsoft.com/office/drawing/2014/main" id="{C5CE1C8E-4047-8540-B7FB-EBAB3DBC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7" name="Group 850">
            <a:extLst>
              <a:ext uri="{FF2B5EF4-FFF2-40B4-BE49-F238E27FC236}">
                <a16:creationId xmlns:a16="http://schemas.microsoft.com/office/drawing/2014/main" id="{4F552D9E-30F7-A14F-B4D6-B51A5A66BDB8}"/>
              </a:ext>
            </a:extLst>
          </p:cNvPr>
          <p:cNvGrpSpPr>
            <a:grpSpLocks/>
          </p:cNvGrpSpPr>
          <p:nvPr/>
        </p:nvGrpSpPr>
        <p:grpSpPr bwMode="auto">
          <a:xfrm>
            <a:off x="7566349" y="3812814"/>
            <a:ext cx="496588" cy="96676"/>
            <a:chOff x="2199" y="955"/>
            <a:chExt cx="2547" cy="506"/>
          </a:xfrm>
        </p:grpSpPr>
        <p:sp>
          <p:nvSpPr>
            <p:cNvPr id="548" name="Freeform 851">
              <a:extLst>
                <a:ext uri="{FF2B5EF4-FFF2-40B4-BE49-F238E27FC236}">
                  <a16:creationId xmlns:a16="http://schemas.microsoft.com/office/drawing/2014/main" id="{47E21BF6-929B-3A47-8266-F43071D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9" name="Freeform 852">
              <a:extLst>
                <a:ext uri="{FF2B5EF4-FFF2-40B4-BE49-F238E27FC236}">
                  <a16:creationId xmlns:a16="http://schemas.microsoft.com/office/drawing/2014/main" id="{977E0CCA-A1C1-F142-8BCA-8B6415F0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0" name="Freeform 853">
              <a:extLst>
                <a:ext uri="{FF2B5EF4-FFF2-40B4-BE49-F238E27FC236}">
                  <a16:creationId xmlns:a16="http://schemas.microsoft.com/office/drawing/2014/main" id="{AFEC8E43-9448-CC47-A12E-E3D3988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1" name="Freeform 854">
              <a:extLst>
                <a:ext uri="{FF2B5EF4-FFF2-40B4-BE49-F238E27FC236}">
                  <a16:creationId xmlns:a16="http://schemas.microsoft.com/office/drawing/2014/main" id="{9974E21E-DE2A-F14B-9EEA-8E995ACB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2" name="Freeform 855">
              <a:extLst>
                <a:ext uri="{FF2B5EF4-FFF2-40B4-BE49-F238E27FC236}">
                  <a16:creationId xmlns:a16="http://schemas.microsoft.com/office/drawing/2014/main" id="{526B7E0C-0C34-C149-980C-9D4078D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3" name="Freeform 856">
              <a:extLst>
                <a:ext uri="{FF2B5EF4-FFF2-40B4-BE49-F238E27FC236}">
                  <a16:creationId xmlns:a16="http://schemas.microsoft.com/office/drawing/2014/main" id="{8F99464E-957F-4E48-BA20-3C5D8011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588" name="Group 850">
            <a:extLst>
              <a:ext uri="{FF2B5EF4-FFF2-40B4-BE49-F238E27FC236}">
                <a16:creationId xmlns:a16="http://schemas.microsoft.com/office/drawing/2014/main" id="{29210D43-18C8-0641-B681-3446080C3F9A}"/>
              </a:ext>
            </a:extLst>
          </p:cNvPr>
          <p:cNvGrpSpPr>
            <a:grpSpLocks/>
          </p:cNvGrpSpPr>
          <p:nvPr/>
        </p:nvGrpSpPr>
        <p:grpSpPr bwMode="auto">
          <a:xfrm>
            <a:off x="7801777" y="3327400"/>
            <a:ext cx="269073" cy="46492"/>
            <a:chOff x="2199" y="955"/>
            <a:chExt cx="2547" cy="506"/>
          </a:xfrm>
        </p:grpSpPr>
        <p:sp>
          <p:nvSpPr>
            <p:cNvPr id="597" name="Freeform 851">
              <a:extLst>
                <a:ext uri="{FF2B5EF4-FFF2-40B4-BE49-F238E27FC236}">
                  <a16:creationId xmlns:a16="http://schemas.microsoft.com/office/drawing/2014/main" id="{36DCC3D2-0891-2541-A191-1251BBEF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8" name="Freeform 852">
              <a:extLst>
                <a:ext uri="{FF2B5EF4-FFF2-40B4-BE49-F238E27FC236}">
                  <a16:creationId xmlns:a16="http://schemas.microsoft.com/office/drawing/2014/main" id="{D5277460-B4E3-524F-9433-384917AE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9" name="Freeform 853">
              <a:extLst>
                <a:ext uri="{FF2B5EF4-FFF2-40B4-BE49-F238E27FC236}">
                  <a16:creationId xmlns:a16="http://schemas.microsoft.com/office/drawing/2014/main" id="{B805595D-4D0C-7944-A9AD-4D3ADF5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0" name="Freeform 854">
              <a:extLst>
                <a:ext uri="{FF2B5EF4-FFF2-40B4-BE49-F238E27FC236}">
                  <a16:creationId xmlns:a16="http://schemas.microsoft.com/office/drawing/2014/main" id="{E00F00F5-C22C-9E4F-AD64-60E1AB2F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1" name="Freeform 855">
              <a:extLst>
                <a:ext uri="{FF2B5EF4-FFF2-40B4-BE49-F238E27FC236}">
                  <a16:creationId xmlns:a16="http://schemas.microsoft.com/office/drawing/2014/main" id="{91BD7366-39AE-8B41-B7C8-8425503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2" name="Freeform 856">
              <a:extLst>
                <a:ext uri="{FF2B5EF4-FFF2-40B4-BE49-F238E27FC236}">
                  <a16:creationId xmlns:a16="http://schemas.microsoft.com/office/drawing/2014/main" id="{7FC3F21F-3A7A-BD48-A40A-00C122D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03" name="Group 850">
            <a:extLst>
              <a:ext uri="{FF2B5EF4-FFF2-40B4-BE49-F238E27FC236}">
                <a16:creationId xmlns:a16="http://schemas.microsoft.com/office/drawing/2014/main" id="{BE7F245F-72C2-A043-82DE-6C0AE3E66523}"/>
              </a:ext>
            </a:extLst>
          </p:cNvPr>
          <p:cNvGrpSpPr>
            <a:grpSpLocks/>
          </p:cNvGrpSpPr>
          <p:nvPr/>
        </p:nvGrpSpPr>
        <p:grpSpPr bwMode="auto">
          <a:xfrm>
            <a:off x="7493802" y="3422650"/>
            <a:ext cx="269073" cy="46492"/>
            <a:chOff x="2199" y="955"/>
            <a:chExt cx="2547" cy="506"/>
          </a:xfrm>
        </p:grpSpPr>
        <p:sp>
          <p:nvSpPr>
            <p:cNvPr id="604" name="Freeform 851">
              <a:extLst>
                <a:ext uri="{FF2B5EF4-FFF2-40B4-BE49-F238E27FC236}">
                  <a16:creationId xmlns:a16="http://schemas.microsoft.com/office/drawing/2014/main" id="{B712963A-1E2A-3643-B5C3-4E552B19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5" name="Freeform 852">
              <a:extLst>
                <a:ext uri="{FF2B5EF4-FFF2-40B4-BE49-F238E27FC236}">
                  <a16:creationId xmlns:a16="http://schemas.microsoft.com/office/drawing/2014/main" id="{470DE5CF-9167-9246-A722-9E844227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6" name="Freeform 853">
              <a:extLst>
                <a:ext uri="{FF2B5EF4-FFF2-40B4-BE49-F238E27FC236}">
                  <a16:creationId xmlns:a16="http://schemas.microsoft.com/office/drawing/2014/main" id="{BD37A15B-27DE-5640-BDCC-45492602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7" name="Freeform 854">
              <a:extLst>
                <a:ext uri="{FF2B5EF4-FFF2-40B4-BE49-F238E27FC236}">
                  <a16:creationId xmlns:a16="http://schemas.microsoft.com/office/drawing/2014/main" id="{8F353A5D-F3B9-A24E-A816-361069C5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8" name="Freeform 855">
              <a:extLst>
                <a:ext uri="{FF2B5EF4-FFF2-40B4-BE49-F238E27FC236}">
                  <a16:creationId xmlns:a16="http://schemas.microsoft.com/office/drawing/2014/main" id="{2A37387A-9AD7-7347-9B59-5E3423DC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9" name="Freeform 856">
              <a:extLst>
                <a:ext uri="{FF2B5EF4-FFF2-40B4-BE49-F238E27FC236}">
                  <a16:creationId xmlns:a16="http://schemas.microsoft.com/office/drawing/2014/main" id="{EE58E058-DE5E-E74A-88A3-CEE247A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10" name="Group 850">
            <a:extLst>
              <a:ext uri="{FF2B5EF4-FFF2-40B4-BE49-F238E27FC236}">
                <a16:creationId xmlns:a16="http://schemas.microsoft.com/office/drawing/2014/main" id="{E3F84402-6524-194E-A94B-4A0A73FB3611}"/>
              </a:ext>
            </a:extLst>
          </p:cNvPr>
          <p:cNvGrpSpPr>
            <a:grpSpLocks/>
          </p:cNvGrpSpPr>
          <p:nvPr/>
        </p:nvGrpSpPr>
        <p:grpSpPr bwMode="auto">
          <a:xfrm>
            <a:off x="7439349" y="2355850"/>
            <a:ext cx="399726" cy="74090"/>
            <a:chOff x="2199" y="955"/>
            <a:chExt cx="2547" cy="506"/>
          </a:xfrm>
        </p:grpSpPr>
        <p:sp>
          <p:nvSpPr>
            <p:cNvPr id="611" name="Freeform 851">
              <a:extLst>
                <a:ext uri="{FF2B5EF4-FFF2-40B4-BE49-F238E27FC236}">
                  <a16:creationId xmlns:a16="http://schemas.microsoft.com/office/drawing/2014/main" id="{1E84A0F2-859D-ED43-B462-FB6DCAD4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2" name="Freeform 852">
              <a:extLst>
                <a:ext uri="{FF2B5EF4-FFF2-40B4-BE49-F238E27FC236}">
                  <a16:creationId xmlns:a16="http://schemas.microsoft.com/office/drawing/2014/main" id="{F5ACD2B7-2AE4-D246-A087-5ECDBCF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3" name="Freeform 853">
              <a:extLst>
                <a:ext uri="{FF2B5EF4-FFF2-40B4-BE49-F238E27FC236}">
                  <a16:creationId xmlns:a16="http://schemas.microsoft.com/office/drawing/2014/main" id="{759F9135-879C-BF4F-AFC5-818266E3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4" name="Freeform 854">
              <a:extLst>
                <a:ext uri="{FF2B5EF4-FFF2-40B4-BE49-F238E27FC236}">
                  <a16:creationId xmlns:a16="http://schemas.microsoft.com/office/drawing/2014/main" id="{6CCBF41C-B507-F94D-948A-DE3FCE8B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5" name="Freeform 855">
              <a:extLst>
                <a:ext uri="{FF2B5EF4-FFF2-40B4-BE49-F238E27FC236}">
                  <a16:creationId xmlns:a16="http://schemas.microsoft.com/office/drawing/2014/main" id="{F49FB24E-6FA4-654E-852C-85E4BB85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6" name="Freeform 856">
              <a:extLst>
                <a:ext uri="{FF2B5EF4-FFF2-40B4-BE49-F238E27FC236}">
                  <a16:creationId xmlns:a16="http://schemas.microsoft.com/office/drawing/2014/main" id="{BC5E9B76-5823-534D-A665-5761962C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24" name="Group 850">
            <a:extLst>
              <a:ext uri="{FF2B5EF4-FFF2-40B4-BE49-F238E27FC236}">
                <a16:creationId xmlns:a16="http://schemas.microsoft.com/office/drawing/2014/main" id="{D967DD69-1C1F-4942-88FF-DBC278423524}"/>
              </a:ext>
            </a:extLst>
          </p:cNvPr>
          <p:cNvGrpSpPr>
            <a:grpSpLocks/>
          </p:cNvGrpSpPr>
          <p:nvPr/>
        </p:nvGrpSpPr>
        <p:grpSpPr bwMode="auto">
          <a:xfrm>
            <a:off x="7756849" y="1863725"/>
            <a:ext cx="399726" cy="74090"/>
            <a:chOff x="2199" y="955"/>
            <a:chExt cx="2547" cy="506"/>
          </a:xfrm>
        </p:grpSpPr>
        <p:sp>
          <p:nvSpPr>
            <p:cNvPr id="625" name="Freeform 851">
              <a:extLst>
                <a:ext uri="{FF2B5EF4-FFF2-40B4-BE49-F238E27FC236}">
                  <a16:creationId xmlns:a16="http://schemas.microsoft.com/office/drawing/2014/main" id="{C0A1A462-018A-7347-8CBD-7006888D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6" name="Freeform 852">
              <a:extLst>
                <a:ext uri="{FF2B5EF4-FFF2-40B4-BE49-F238E27FC236}">
                  <a16:creationId xmlns:a16="http://schemas.microsoft.com/office/drawing/2014/main" id="{22F09480-8DE6-5D4E-A19F-5BA801D7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7" name="Freeform 853">
              <a:extLst>
                <a:ext uri="{FF2B5EF4-FFF2-40B4-BE49-F238E27FC236}">
                  <a16:creationId xmlns:a16="http://schemas.microsoft.com/office/drawing/2014/main" id="{53F1DF53-28BC-264A-BBA0-4D802EB0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8" name="Freeform 854">
              <a:extLst>
                <a:ext uri="{FF2B5EF4-FFF2-40B4-BE49-F238E27FC236}">
                  <a16:creationId xmlns:a16="http://schemas.microsoft.com/office/drawing/2014/main" id="{61608420-02E2-254C-ACD1-27ABB5ED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9" name="Freeform 855">
              <a:extLst>
                <a:ext uri="{FF2B5EF4-FFF2-40B4-BE49-F238E27FC236}">
                  <a16:creationId xmlns:a16="http://schemas.microsoft.com/office/drawing/2014/main" id="{0670B0D6-0581-E44E-ADBE-91BB69BB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0" name="Freeform 856">
              <a:extLst>
                <a:ext uri="{FF2B5EF4-FFF2-40B4-BE49-F238E27FC236}">
                  <a16:creationId xmlns:a16="http://schemas.microsoft.com/office/drawing/2014/main" id="{AD6F69E6-2C1F-CC46-A5B9-D1AC96F6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1" name="Group 850">
            <a:extLst>
              <a:ext uri="{FF2B5EF4-FFF2-40B4-BE49-F238E27FC236}">
                <a16:creationId xmlns:a16="http://schemas.microsoft.com/office/drawing/2014/main" id="{62F6DC99-EDA6-6948-A435-6A965BBBDC7F}"/>
              </a:ext>
            </a:extLst>
          </p:cNvPr>
          <p:cNvGrpSpPr>
            <a:grpSpLocks/>
          </p:cNvGrpSpPr>
          <p:nvPr/>
        </p:nvGrpSpPr>
        <p:grpSpPr bwMode="auto">
          <a:xfrm>
            <a:off x="8709349" y="2057400"/>
            <a:ext cx="399726" cy="74090"/>
            <a:chOff x="2199" y="955"/>
            <a:chExt cx="2547" cy="506"/>
          </a:xfrm>
        </p:grpSpPr>
        <p:sp>
          <p:nvSpPr>
            <p:cNvPr id="632" name="Freeform 851">
              <a:extLst>
                <a:ext uri="{FF2B5EF4-FFF2-40B4-BE49-F238E27FC236}">
                  <a16:creationId xmlns:a16="http://schemas.microsoft.com/office/drawing/2014/main" id="{9E06E7BD-A2EF-5A4E-A34B-606CF638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3" name="Freeform 852">
              <a:extLst>
                <a:ext uri="{FF2B5EF4-FFF2-40B4-BE49-F238E27FC236}">
                  <a16:creationId xmlns:a16="http://schemas.microsoft.com/office/drawing/2014/main" id="{A8B52BE3-CB73-904C-84C5-EB4ED347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4" name="Freeform 853">
              <a:extLst>
                <a:ext uri="{FF2B5EF4-FFF2-40B4-BE49-F238E27FC236}">
                  <a16:creationId xmlns:a16="http://schemas.microsoft.com/office/drawing/2014/main" id="{13C0497F-B26E-6347-8A3D-7B1091C0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5" name="Freeform 854">
              <a:extLst>
                <a:ext uri="{FF2B5EF4-FFF2-40B4-BE49-F238E27FC236}">
                  <a16:creationId xmlns:a16="http://schemas.microsoft.com/office/drawing/2014/main" id="{D5A7D90C-8586-EC4C-B8AE-53ADC2C0E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6" name="Freeform 855">
              <a:extLst>
                <a:ext uri="{FF2B5EF4-FFF2-40B4-BE49-F238E27FC236}">
                  <a16:creationId xmlns:a16="http://schemas.microsoft.com/office/drawing/2014/main" id="{C7871F0A-571C-A942-9C96-20D90FBD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7" name="Freeform 856">
              <a:extLst>
                <a:ext uri="{FF2B5EF4-FFF2-40B4-BE49-F238E27FC236}">
                  <a16:creationId xmlns:a16="http://schemas.microsoft.com/office/drawing/2014/main" id="{A1A01D86-638D-3644-B20B-066BDF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8" name="Group 850">
            <a:extLst>
              <a:ext uri="{FF2B5EF4-FFF2-40B4-BE49-F238E27FC236}">
                <a16:creationId xmlns:a16="http://schemas.microsoft.com/office/drawing/2014/main" id="{C59EF036-7544-CD4B-98C5-190F592891A5}"/>
              </a:ext>
            </a:extLst>
          </p:cNvPr>
          <p:cNvGrpSpPr>
            <a:grpSpLocks/>
          </p:cNvGrpSpPr>
          <p:nvPr/>
        </p:nvGrpSpPr>
        <p:grpSpPr bwMode="auto">
          <a:xfrm>
            <a:off x="8639499" y="2320925"/>
            <a:ext cx="399726" cy="74090"/>
            <a:chOff x="2199" y="955"/>
            <a:chExt cx="2547" cy="506"/>
          </a:xfrm>
        </p:grpSpPr>
        <p:sp>
          <p:nvSpPr>
            <p:cNvPr id="639" name="Freeform 851">
              <a:extLst>
                <a:ext uri="{FF2B5EF4-FFF2-40B4-BE49-F238E27FC236}">
                  <a16:creationId xmlns:a16="http://schemas.microsoft.com/office/drawing/2014/main" id="{F5A6E6AF-D117-5E41-8785-04B0EC2C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0" name="Freeform 852">
              <a:extLst>
                <a:ext uri="{FF2B5EF4-FFF2-40B4-BE49-F238E27FC236}">
                  <a16:creationId xmlns:a16="http://schemas.microsoft.com/office/drawing/2014/main" id="{8595B388-6685-8E4F-BDEB-FA923F29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1" name="Freeform 853">
              <a:extLst>
                <a:ext uri="{FF2B5EF4-FFF2-40B4-BE49-F238E27FC236}">
                  <a16:creationId xmlns:a16="http://schemas.microsoft.com/office/drawing/2014/main" id="{C4382DCB-82DC-E84A-BABC-A28B22D1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2" name="Freeform 854">
              <a:extLst>
                <a:ext uri="{FF2B5EF4-FFF2-40B4-BE49-F238E27FC236}">
                  <a16:creationId xmlns:a16="http://schemas.microsoft.com/office/drawing/2014/main" id="{8582F608-341E-2B44-81DA-A22C72A0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Freeform 855">
              <a:extLst>
                <a:ext uri="{FF2B5EF4-FFF2-40B4-BE49-F238E27FC236}">
                  <a16:creationId xmlns:a16="http://schemas.microsoft.com/office/drawing/2014/main" id="{E9219FD5-AC73-0E49-9022-03637106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4" name="Freeform 856">
              <a:extLst>
                <a:ext uri="{FF2B5EF4-FFF2-40B4-BE49-F238E27FC236}">
                  <a16:creationId xmlns:a16="http://schemas.microsoft.com/office/drawing/2014/main" id="{FF2B6185-8996-9D4A-95D8-B325E76B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45" name="Group 850">
            <a:extLst>
              <a:ext uri="{FF2B5EF4-FFF2-40B4-BE49-F238E27FC236}">
                <a16:creationId xmlns:a16="http://schemas.microsoft.com/office/drawing/2014/main" id="{C8198E09-7653-3F45-A431-F592CB853548}"/>
              </a:ext>
            </a:extLst>
          </p:cNvPr>
          <p:cNvGrpSpPr>
            <a:grpSpLocks/>
          </p:cNvGrpSpPr>
          <p:nvPr/>
        </p:nvGrpSpPr>
        <p:grpSpPr bwMode="auto">
          <a:xfrm>
            <a:off x="9245924" y="5476874"/>
            <a:ext cx="450526" cy="96315"/>
            <a:chOff x="2199" y="955"/>
            <a:chExt cx="2547" cy="506"/>
          </a:xfrm>
        </p:grpSpPr>
        <p:sp>
          <p:nvSpPr>
            <p:cNvPr id="646" name="Freeform 851">
              <a:extLst>
                <a:ext uri="{FF2B5EF4-FFF2-40B4-BE49-F238E27FC236}">
                  <a16:creationId xmlns:a16="http://schemas.microsoft.com/office/drawing/2014/main" id="{6E92E888-DA5C-8D45-96AD-D6A2E116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7" name="Freeform 852">
              <a:extLst>
                <a:ext uri="{FF2B5EF4-FFF2-40B4-BE49-F238E27FC236}">
                  <a16:creationId xmlns:a16="http://schemas.microsoft.com/office/drawing/2014/main" id="{2754A16A-D74F-2C40-93DA-A9EAC780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8" name="Freeform 853">
              <a:extLst>
                <a:ext uri="{FF2B5EF4-FFF2-40B4-BE49-F238E27FC236}">
                  <a16:creationId xmlns:a16="http://schemas.microsoft.com/office/drawing/2014/main" id="{B78947A0-D91C-E742-8A54-40B58A0E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9" name="Freeform 854">
              <a:extLst>
                <a:ext uri="{FF2B5EF4-FFF2-40B4-BE49-F238E27FC236}">
                  <a16:creationId xmlns:a16="http://schemas.microsoft.com/office/drawing/2014/main" id="{A3BC268E-C50E-F64F-A6DD-88290850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0" name="Freeform 855">
              <a:extLst>
                <a:ext uri="{FF2B5EF4-FFF2-40B4-BE49-F238E27FC236}">
                  <a16:creationId xmlns:a16="http://schemas.microsoft.com/office/drawing/2014/main" id="{C609CF41-4A74-014E-A94A-F5C707D3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1" name="Freeform 856">
              <a:extLst>
                <a:ext uri="{FF2B5EF4-FFF2-40B4-BE49-F238E27FC236}">
                  <a16:creationId xmlns:a16="http://schemas.microsoft.com/office/drawing/2014/main" id="{6E8FDB88-4766-E44A-8E83-FA0CEA82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2" name="Group 850">
            <a:extLst>
              <a:ext uri="{FF2B5EF4-FFF2-40B4-BE49-F238E27FC236}">
                <a16:creationId xmlns:a16="http://schemas.microsoft.com/office/drawing/2014/main" id="{D8195E5E-B336-324B-8B0B-ACC4CA2C6E80}"/>
              </a:ext>
            </a:extLst>
          </p:cNvPr>
          <p:cNvGrpSpPr>
            <a:grpSpLocks/>
          </p:cNvGrpSpPr>
          <p:nvPr/>
        </p:nvGrpSpPr>
        <p:grpSpPr bwMode="auto">
          <a:xfrm>
            <a:off x="9195602" y="5857875"/>
            <a:ext cx="230973" cy="45719"/>
            <a:chOff x="2199" y="955"/>
            <a:chExt cx="2547" cy="506"/>
          </a:xfrm>
        </p:grpSpPr>
        <p:sp>
          <p:nvSpPr>
            <p:cNvPr id="653" name="Freeform 851">
              <a:extLst>
                <a:ext uri="{FF2B5EF4-FFF2-40B4-BE49-F238E27FC236}">
                  <a16:creationId xmlns:a16="http://schemas.microsoft.com/office/drawing/2014/main" id="{D70C4FD5-7449-EB41-AE91-674A29E4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4" name="Freeform 852">
              <a:extLst>
                <a:ext uri="{FF2B5EF4-FFF2-40B4-BE49-F238E27FC236}">
                  <a16:creationId xmlns:a16="http://schemas.microsoft.com/office/drawing/2014/main" id="{A43D749A-E763-1A49-ABFC-3F8866DC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5" name="Freeform 853">
              <a:extLst>
                <a:ext uri="{FF2B5EF4-FFF2-40B4-BE49-F238E27FC236}">
                  <a16:creationId xmlns:a16="http://schemas.microsoft.com/office/drawing/2014/main" id="{1984E37F-68A6-AE44-9F93-DD410B4F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6" name="Freeform 854">
              <a:extLst>
                <a:ext uri="{FF2B5EF4-FFF2-40B4-BE49-F238E27FC236}">
                  <a16:creationId xmlns:a16="http://schemas.microsoft.com/office/drawing/2014/main" id="{F1E5C680-79A8-FE44-84E3-2153EA20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7" name="Freeform 855">
              <a:extLst>
                <a:ext uri="{FF2B5EF4-FFF2-40B4-BE49-F238E27FC236}">
                  <a16:creationId xmlns:a16="http://schemas.microsoft.com/office/drawing/2014/main" id="{10AB1C0F-439F-734D-9512-EB095894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8" name="Freeform 856">
              <a:extLst>
                <a:ext uri="{FF2B5EF4-FFF2-40B4-BE49-F238E27FC236}">
                  <a16:creationId xmlns:a16="http://schemas.microsoft.com/office/drawing/2014/main" id="{E674261C-9C74-1045-A006-34903B7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9" name="Group 850">
            <a:extLst>
              <a:ext uri="{FF2B5EF4-FFF2-40B4-BE49-F238E27FC236}">
                <a16:creationId xmlns:a16="http://schemas.microsoft.com/office/drawing/2014/main" id="{085C02C9-1A7F-0642-B79C-6EDB2FE9C908}"/>
              </a:ext>
            </a:extLst>
          </p:cNvPr>
          <p:cNvGrpSpPr>
            <a:grpSpLocks/>
          </p:cNvGrpSpPr>
          <p:nvPr/>
        </p:nvGrpSpPr>
        <p:grpSpPr bwMode="auto">
          <a:xfrm>
            <a:off x="9538502" y="5794375"/>
            <a:ext cx="230973" cy="45719"/>
            <a:chOff x="2199" y="955"/>
            <a:chExt cx="2547" cy="506"/>
          </a:xfrm>
        </p:grpSpPr>
        <p:sp>
          <p:nvSpPr>
            <p:cNvPr id="660" name="Freeform 851">
              <a:extLst>
                <a:ext uri="{FF2B5EF4-FFF2-40B4-BE49-F238E27FC236}">
                  <a16:creationId xmlns:a16="http://schemas.microsoft.com/office/drawing/2014/main" id="{9C005DC5-E020-664D-90A8-D62468BE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1" name="Freeform 852">
              <a:extLst>
                <a:ext uri="{FF2B5EF4-FFF2-40B4-BE49-F238E27FC236}">
                  <a16:creationId xmlns:a16="http://schemas.microsoft.com/office/drawing/2014/main" id="{51687CFF-3135-3B4D-B333-BB62A87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2" name="Freeform 853">
              <a:extLst>
                <a:ext uri="{FF2B5EF4-FFF2-40B4-BE49-F238E27FC236}">
                  <a16:creationId xmlns:a16="http://schemas.microsoft.com/office/drawing/2014/main" id="{C7F3B199-2EBF-AE46-B38B-543EED8C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3" name="Freeform 854">
              <a:extLst>
                <a:ext uri="{FF2B5EF4-FFF2-40B4-BE49-F238E27FC236}">
                  <a16:creationId xmlns:a16="http://schemas.microsoft.com/office/drawing/2014/main" id="{1A13A5D2-6717-724F-9FA9-7AE0BB5F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4" name="Freeform 855">
              <a:extLst>
                <a:ext uri="{FF2B5EF4-FFF2-40B4-BE49-F238E27FC236}">
                  <a16:creationId xmlns:a16="http://schemas.microsoft.com/office/drawing/2014/main" id="{4E9B1CE6-94BA-CB4A-BAA3-20583CDA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5" name="Freeform 856">
              <a:extLst>
                <a:ext uri="{FF2B5EF4-FFF2-40B4-BE49-F238E27FC236}">
                  <a16:creationId xmlns:a16="http://schemas.microsoft.com/office/drawing/2014/main" id="{F15D2A24-844D-7345-AF84-FEA40BD3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66" name="Group 817">
            <a:extLst>
              <a:ext uri="{FF2B5EF4-FFF2-40B4-BE49-F238E27FC236}">
                <a16:creationId xmlns:a16="http://schemas.microsoft.com/office/drawing/2014/main" id="{5B996586-264C-3643-9E41-3632345BFB87}"/>
              </a:ext>
            </a:extLst>
          </p:cNvPr>
          <p:cNvGrpSpPr>
            <a:grpSpLocks/>
          </p:cNvGrpSpPr>
          <p:nvPr/>
        </p:nvGrpSpPr>
        <p:grpSpPr bwMode="auto">
          <a:xfrm>
            <a:off x="7975063" y="2094561"/>
            <a:ext cx="466245" cy="434369"/>
            <a:chOff x="2920" y="1424"/>
            <a:chExt cx="326" cy="320"/>
          </a:xfrm>
        </p:grpSpPr>
        <p:sp>
          <p:nvSpPr>
            <p:cNvPr id="667" name="Oval 818">
              <a:extLst>
                <a:ext uri="{FF2B5EF4-FFF2-40B4-BE49-F238E27FC236}">
                  <a16:creationId xmlns:a16="http://schemas.microsoft.com/office/drawing/2014/main" id="{AA4661F1-54B8-A146-BC66-9B5A3CD27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8" name="Group 819">
              <a:extLst>
                <a:ext uri="{FF2B5EF4-FFF2-40B4-BE49-F238E27FC236}">
                  <a16:creationId xmlns:a16="http://schemas.microsoft.com/office/drawing/2014/main" id="{1686DBB0-11C0-D34B-972B-2CCF69324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670" name="Oval 820">
                <a:extLst>
                  <a:ext uri="{FF2B5EF4-FFF2-40B4-BE49-F238E27FC236}">
                    <a16:creationId xmlns:a16="http://schemas.microsoft.com/office/drawing/2014/main" id="{65562299-A7B0-E748-8DA9-F125E00B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1" name="Oval 821">
                <a:extLst>
                  <a:ext uri="{FF2B5EF4-FFF2-40B4-BE49-F238E27FC236}">
                    <a16:creationId xmlns:a16="http://schemas.microsoft.com/office/drawing/2014/main" id="{4C2D7ED2-03EA-DD40-B7CA-8CF81250D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2" name="Oval 822">
                <a:extLst>
                  <a:ext uri="{FF2B5EF4-FFF2-40B4-BE49-F238E27FC236}">
                    <a16:creationId xmlns:a16="http://schemas.microsoft.com/office/drawing/2014/main" id="{52DEB089-EF3D-7E47-9DFD-BCE7FFF4F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3" name="Oval 823">
                <a:extLst>
                  <a:ext uri="{FF2B5EF4-FFF2-40B4-BE49-F238E27FC236}">
                    <a16:creationId xmlns:a16="http://schemas.microsoft.com/office/drawing/2014/main" id="{27812B4C-C2A3-A34E-8C48-C8022BA5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4" name="Freeform 824">
                <a:extLst>
                  <a:ext uri="{FF2B5EF4-FFF2-40B4-BE49-F238E27FC236}">
                    <a16:creationId xmlns:a16="http://schemas.microsoft.com/office/drawing/2014/main" id="{A83A4BD2-C0FC-0243-9444-4BE1DEF5443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9" name="Freeform 825">
              <a:extLst>
                <a:ext uri="{FF2B5EF4-FFF2-40B4-BE49-F238E27FC236}">
                  <a16:creationId xmlns:a16="http://schemas.microsoft.com/office/drawing/2014/main" id="{88940FE6-2121-E047-B5D1-709EEEA5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AA0DAAC-D388-5E4E-8B1F-AA359B358F91}"/>
              </a:ext>
            </a:extLst>
          </p:cNvPr>
          <p:cNvGrpSpPr/>
          <p:nvPr/>
        </p:nvGrpSpPr>
        <p:grpSpPr>
          <a:xfrm>
            <a:off x="9885167" y="5352639"/>
            <a:ext cx="309187" cy="167750"/>
            <a:chOff x="3668110" y="2448910"/>
            <a:chExt cx="3794234" cy="2165130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46F75940-BD62-504A-8C73-FDDA0A3399A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B68551CE-211F-A242-AF0E-8E6622E334D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074BFC43-A3A5-964D-8135-081414E76B2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1EEBCE37-5065-464B-A991-2B6D4416248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1119C91B-532D-914D-A174-D49B02868A2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201345D5-2C2E-D144-AAB9-B54FD240A64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6040CCAF-188D-9140-80B6-CA6A424D689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3" name="Text Box 467">
            <a:extLst>
              <a:ext uri="{FF2B5EF4-FFF2-40B4-BE49-F238E27FC236}">
                <a16:creationId xmlns:a16="http://schemas.microsoft.com/office/drawing/2014/main" id="{1E3B9681-8FF1-EC4D-B168-3EC992789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030" y="5368348"/>
            <a:ext cx="4933787" cy="1036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lnSpc>
                <a:spcPct val="85000"/>
              </a:lnSpc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链路层负责 </a:t>
            </a:r>
            <a:r>
              <a:rPr lang="en-US" sz="2400" dirty="0">
                <a:latin typeface="+mn-lt"/>
                <a:cs typeface="+mn-cs"/>
              </a:rPr>
              <a:t/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把数据报从一个节点传输到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链路上的物理相邻节点</a:t>
            </a: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/>
            </a:r>
            <a:r>
              <a:rPr lang="en-US" sz="2400" dirty="0">
                <a:latin typeface="+mn-lt"/>
                <a:cs typeface="+mn-cs"/>
              </a:rPr>
              <a:t/>
            </a:r>
            <a:r>
              <a:rPr lang="en-US" sz="2400" i="0" dirty="0">
                <a:latin typeface="+mn-lt"/>
                <a:cs typeface="+mn-cs"/>
              </a:rPr>
              <a:t/>
            </a:r>
            <a:endParaRPr lang="en-US" i="0" dirty="0">
              <a:latin typeface="+mn-lt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0D408BE-7166-1A47-AA93-D02ED37AA439}"/>
              </a:ext>
            </a:extLst>
          </p:cNvPr>
          <p:cNvSpPr/>
          <p:nvPr/>
        </p:nvSpPr>
        <p:spPr>
          <a:xfrm>
            <a:off x="1104900" y="5320145"/>
            <a:ext cx="5226627" cy="1233055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Slide Number Placeholder 4">
            <a:extLst>
              <a:ext uri="{FF2B5EF4-FFF2-40B4-BE49-F238E27FC236}">
                <a16:creationId xmlns:a16="http://schemas.microsoft.com/office/drawing/2014/main" id="{B8D7466E-52C9-2747-A341-DA3B16D5D0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14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链路层：上下文</a:t>
            </a:r>
            <a:endParaRPr lang="en-US" sz="4400" dirty="0"/>
          </a:p>
        </p:txBody>
      </p:sp>
      <p:sp>
        <p:nvSpPr>
          <p:cNvPr id="554" name="Rectangle 3">
            <a:extLst>
              <a:ext uri="{FF2B5EF4-FFF2-40B4-BE49-F238E27FC236}">
                <a16:creationId xmlns:a16="http://schemas.microsoft.com/office/drawing/2014/main" id="{25FAF4B3-8F28-4941-BA8B-94D99D525D15}"/>
              </a:ext>
            </a:extLst>
          </p:cNvPr>
          <p:cNvSpPr txBox="1">
            <a:spLocks noChangeArrowheads="1"/>
          </p:cNvSpPr>
          <p:nvPr/>
        </p:nvSpPr>
        <p:spPr>
          <a:xfrm>
            <a:off x="959573" y="1533959"/>
            <a:ext cx="487319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数据报通过不同链路上的不同链路协议传输：</a:t>
            </a:r>
          </a:p>
          <a:p>
            <a:pPr lvl="1">
              <a:defRPr/>
            </a:pPr>
            <a:r>
              <a:rPr lang="en-US" dirty="0"/>
              <a:t>例如，第一段链路使用 WiFi，下一段链路使用 Ethernet</a:t>
            </a:r>
            <a:r>
              <a:rPr lang="en-US" dirty="0" err="1"/>
              <a:t/>
            </a:r>
            <a:r>
              <a:rPr lang="en-US" dirty="0"/>
              <a:t/>
            </a:r>
          </a:p>
          <a:p>
            <a:pPr>
              <a:defRPr/>
            </a:pPr>
            <a:r>
              <a:rPr lang="en-US" dirty="0"/>
              <a:t>每种链路协议提供不同服务</a:t>
            </a:r>
          </a:p>
          <a:p>
            <a:pPr lvl="1">
              <a:defRPr/>
            </a:pPr>
            <a:r>
              <a:rPr lang="en-US" dirty="0"/>
              <a:t>例如，可能提供也可能不提供链路上的可靠数据传输</a:t>
            </a:r>
          </a:p>
        </p:txBody>
      </p:sp>
      <p:sp>
        <p:nvSpPr>
          <p:cNvPr id="555" name="Rectangle 4">
            <a:extLst>
              <a:ext uri="{FF2B5EF4-FFF2-40B4-BE49-F238E27FC236}">
                <a16:creationId xmlns:a16="http://schemas.microsoft.com/office/drawing/2014/main" id="{83117513-5A75-3E45-AEE9-E64565E223AB}"/>
              </a:ext>
            </a:extLst>
          </p:cNvPr>
          <p:cNvSpPr txBox="1">
            <a:spLocks noChangeArrowheads="1"/>
          </p:cNvSpPr>
          <p:nvPr/>
        </p:nvSpPr>
        <p:spPr>
          <a:xfrm>
            <a:off x="6904038" y="1493405"/>
            <a:ext cx="4664507" cy="464820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交通运输类比：</a:t>
            </a:r>
          </a:p>
          <a:p>
            <a:pPr>
              <a:defRPr/>
            </a:pPr>
            <a:r>
              <a:rPr lang="en-US" sz="2400" dirty="0"/>
              <a:t>从 Princeton 到 Lausanne 的旅程</a:t>
            </a:r>
          </a:p>
          <a:p>
            <a:pPr lvl="1">
              <a:defRPr/>
            </a:pPr>
            <a:r>
              <a:rPr lang="en-US" sz="2000" dirty="0"/>
              <a:t>轿车：Princeton 到 JFK</a:t>
            </a:r>
          </a:p>
          <a:p>
            <a:pPr lvl="1">
              <a:defRPr/>
            </a:pPr>
            <a:r>
              <a:rPr lang="en-US" sz="2000" dirty="0"/>
              <a:t>飞机：JFK 到 Geneva</a:t>
            </a:r>
          </a:p>
          <a:p>
            <a:pPr lvl="1">
              <a:defRPr/>
            </a:pPr>
            <a:r>
              <a:rPr lang="en-US" sz="2000" dirty="0"/>
              <a:t>火车：Geneva 到 Lausanne</a:t>
            </a:r>
          </a:p>
          <a:p>
            <a:pPr>
              <a:defRPr/>
            </a:pPr>
            <a:r>
              <a:rPr lang="en-US" sz="2400" dirty="0"/>
              <a:t>游客 = 数据报</a:t>
            </a:r>
            <a:r>
              <a:rPr lang="en-US" sz="2400" dirty="0">
                <a:solidFill>
                  <a:srgbClr val="C00000"/>
                </a:solidFill>
              </a:rPr>
              <a:t/>
            </a:r>
          </a:p>
          <a:p>
            <a:pPr>
              <a:defRPr/>
            </a:pPr>
            <a:r>
              <a:rPr lang="en-US" sz="2400" dirty="0"/>
              <a:t>交通路段 = 通信链路</a:t>
            </a:r>
            <a:r>
              <a:rPr lang="en-US" sz="2400" dirty="0">
                <a:solidFill>
                  <a:srgbClr val="C00000"/>
                </a:solidFill>
              </a:rPr>
              <a:t/>
            </a:r>
          </a:p>
          <a:p>
            <a:pPr>
              <a:defRPr/>
            </a:pPr>
            <a:r>
              <a:rPr lang="en-US" sz="2400" dirty="0"/>
              <a:t>交通方式 = 链路层协议</a:t>
            </a:r>
            <a:r>
              <a:rPr lang="en-US" sz="2400" dirty="0">
                <a:solidFill>
                  <a:srgbClr val="C00000"/>
                </a:solidFill>
              </a:rPr>
              <a:t/>
            </a:r>
            <a:r>
              <a:rPr lang="en-US" sz="2400" dirty="0">
                <a:solidFill>
                  <a:srgbClr val="CC0000"/>
                </a:solidFill>
              </a:rPr>
              <a:t/>
            </a:r>
            <a:r>
              <a:rPr lang="en-US" sz="2400" dirty="0">
                <a:solidFill>
                  <a:srgbClr val="C00000"/>
                </a:solidFill>
              </a:rPr>
              <a:t/>
            </a:r>
          </a:p>
          <a:p>
            <a:pPr>
              <a:defRPr/>
            </a:pPr>
            <a:r>
              <a:rPr lang="en-US" sz="2400" dirty="0"/>
              <a:t>旅行代理 = 路由选择算法</a:t>
            </a:r>
            <a:r>
              <a:rPr lang="en-US" sz="2400" dirty="0">
                <a:solidFill>
                  <a:srgbClr val="C00000"/>
                </a:solidFill>
              </a:rPr>
              <a:t/>
            </a:r>
          </a:p>
          <a:p>
            <a:pPr lvl="1">
              <a:defRPr/>
            </a:pPr>
            <a:endParaRPr lang="en-US" sz="2000" dirty="0">
              <a:solidFill>
                <a:srgbClr val="CC0000"/>
              </a:solidFill>
              <a:latin typeface="Gill Sans MT" charset="0"/>
            </a:endParaRPr>
          </a:p>
        </p:txBody>
      </p:sp>
      <p:sp>
        <p:nvSpPr>
          <p:cNvPr id="557" name="Slide Number Placeholder 4">
            <a:extLst>
              <a:ext uri="{FF2B5EF4-FFF2-40B4-BE49-F238E27FC236}">
                <a16:creationId xmlns:a16="http://schemas.microsoft.com/office/drawing/2014/main" id="{9D0184B3-8346-1F48-87BF-B85F067FB0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889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链路层：服务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01882" y="1425142"/>
            <a:ext cx="6529676" cy="51557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成帧、链路访问： </a:t>
            </a:r>
            <a:r>
              <a:rPr lang="en-US" sz="3200" dirty="0">
                <a:solidFill>
                  <a:srgbClr val="C00000"/>
                </a:solidFill>
              </a:rPr>
              <a:t/>
            </a:r>
          </a:p>
          <a:p>
            <a:pPr lvl="1">
              <a:defRPr/>
            </a:pPr>
            <a:r>
              <a:rPr lang="en-US" dirty="0"/>
              <a:t>把数据报封装成帧，添加首部和尾部</a:t>
            </a:r>
          </a:p>
          <a:p>
            <a:pPr lvl="1">
              <a:defRPr/>
            </a:pPr>
            <a:r>
              <a:rPr lang="en-US" dirty="0"/>
              <a:t>若介质共享，则进行信道访问</a:t>
            </a:r>
          </a:p>
          <a:p>
            <a:pPr lvl="1">
              <a:defRPr/>
            </a:pPr>
            <a:r>
              <a:rPr lang="en-US" dirty="0"/>
              <a:t>帧首部中的“MAC”地址标识源和目的（不同于 IP 地址！）</a:t>
            </a:r>
            <a:r>
              <a:rPr lang="en-US" sz="2400" dirty="0"/>
              <a:t/>
            </a:r>
          </a:p>
          <a:p>
            <a:pPr indent="-284163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相邻节点之间的可靠交付</a:t>
            </a:r>
          </a:p>
          <a:p>
            <a:pPr lvl="1">
              <a:defRPr/>
            </a:pPr>
            <a:r>
              <a:rPr lang="en-US" dirty="0"/>
              <a:t>我们已经知道如何做到这一点！</a:t>
            </a:r>
          </a:p>
          <a:p>
            <a:pPr lvl="1">
              <a:defRPr/>
            </a:pPr>
            <a:r>
              <a:rPr lang="en-US" dirty="0"/>
              <a:t>在低比特差错链路上很少使用</a:t>
            </a:r>
          </a:p>
          <a:p>
            <a:pPr lvl="1">
              <a:defRPr/>
            </a:pPr>
            <a:r>
              <a:rPr lang="en-US" dirty="0"/>
              <a:t>无线链路：差错率高</a:t>
            </a:r>
          </a:p>
          <a:p>
            <a:pPr lvl="2">
              <a:defRPr/>
            </a:pPr>
            <a:r>
              <a:rPr lang="en-US" sz="2400" i="1" u="sng" dirty="0">
                <a:solidFill>
                  <a:srgbClr val="0000A8"/>
                </a:solidFill>
              </a:rPr>
              <a:t>问：为什么既需要链路级可靠性，又需要端到端可靠性？</a:t>
            </a:r>
            <a:r>
              <a:rPr lang="en-US" sz="2400" u="sng" dirty="0">
                <a:solidFill>
                  <a:srgbClr val="0000A8"/>
                </a:solidFill>
              </a:rPr>
              <a:t/>
            </a:r>
            <a:r>
              <a:rPr lang="en-US" sz="2400" dirty="0"/>
              <a:t/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510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9022376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122147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91681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046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链路层：更多服务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15015" y="1383579"/>
            <a:ext cx="6141748" cy="515576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流量控制： </a:t>
            </a:r>
          </a:p>
          <a:p>
            <a:pPr lvl="1">
              <a:defRPr/>
            </a:pPr>
            <a:r>
              <a:rPr lang="en-US" dirty="0"/>
              <a:t>在相邻发送节点与接收节点之间进行速率协调</a:t>
            </a:r>
          </a:p>
          <a:p>
            <a:pPr marL="344488" indent="-276225">
              <a:defRPr/>
            </a:pPr>
            <a:r>
              <a:rPr lang="en-US" dirty="0">
                <a:solidFill>
                  <a:srgbClr val="C00000"/>
                </a:solidFill>
              </a:rPr>
              <a:t>差错检测： </a:t>
            </a:r>
          </a:p>
          <a:p>
            <a:pPr lvl="1">
              <a:defRPr/>
            </a:pPr>
            <a:r>
              <a:rPr lang="en-US" dirty="0"/>
              <a:t>差错由信号衰减、噪声引起。 </a:t>
            </a:r>
          </a:p>
          <a:p>
            <a:pPr lvl="1">
              <a:defRPr/>
            </a:pPr>
            <a:r>
              <a:rPr lang="en-US" dirty="0"/>
              <a:t>接收方检测差错，指示重传，或丢弃帧 </a:t>
            </a:r>
            <a:r>
              <a:rPr lang="en-US" sz="2400" dirty="0"/>
              <a:t/>
            </a:r>
          </a:p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差错纠正： </a:t>
            </a:r>
          </a:p>
          <a:p>
            <a:pPr lvl="1">
              <a:defRPr/>
            </a:pPr>
            <a:r>
              <a:rPr lang="en-US" dirty="0"/>
              <a:t>接收方无需重传即可识别并纠正比特差错</a:t>
            </a:r>
            <a:r>
              <a:rPr lang="en-US" i="1" dirty="0">
                <a:solidFill>
                  <a:srgbClr val="0000A8"/>
                </a:solidFill>
              </a:rPr>
              <a:t/>
            </a:r>
            <a:r>
              <a:rPr lang="en-US" dirty="0">
                <a:solidFill>
                  <a:srgbClr val="0000A8"/>
                </a:solidFill>
              </a:rPr>
              <a:t/>
            </a:r>
            <a:r>
              <a:rPr lang="en-US" dirty="0"/>
              <a:t/>
            </a:r>
          </a:p>
          <a:p>
            <a:pPr marL="344488" indent="-331788">
              <a:defRPr/>
            </a:pPr>
            <a:r>
              <a:rPr lang="en-US" dirty="0">
                <a:solidFill>
                  <a:srgbClr val="C00000"/>
                </a:solidFill>
              </a:rPr>
              <a:t>半双工与全双工：</a:t>
            </a:r>
          </a:p>
          <a:p>
            <a:pPr lvl="1">
              <a:defRPr/>
            </a:pPr>
            <a:r>
              <a:rPr lang="en-US" dirty="0"/>
              <a:t>在半双工中，链路两端节点都能发送，但不能同时发送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3945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8980811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080582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22406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259" name="Slide Number Placeholder 4">
            <a:extLst>
              <a:ext uri="{FF2B5EF4-FFF2-40B4-BE49-F238E27FC236}">
                <a16:creationId xmlns:a16="http://schemas.microsoft.com/office/drawing/2014/main" id="{3B06334E-8708-6947-A6AF-0C8FD07184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9427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链路层在哪里实现？</a:t>
            </a:r>
            <a:endParaRPr lang="en-US" sz="4400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A48F2D8E-D82E-0A4C-8783-B2F84E2BA4F6}"/>
              </a:ext>
            </a:extLst>
          </p:cNvPr>
          <p:cNvSpPr txBox="1">
            <a:spLocks noChangeArrowheads="1"/>
          </p:cNvSpPr>
          <p:nvPr/>
        </p:nvSpPr>
        <p:spPr>
          <a:xfrm>
            <a:off x="980353" y="1561667"/>
            <a:ext cx="5808373" cy="465931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4163">
              <a:defRPr/>
            </a:pPr>
            <a:r>
              <a:rPr lang="en-US" sz="3200" dirty="0"/>
              <a:t>在每一台主机中</a:t>
            </a:r>
          </a:p>
          <a:p>
            <a:pPr indent="-284163">
              <a:defRPr/>
            </a:pPr>
            <a:r>
              <a:rPr lang="en-US" sz="3200" dirty="0"/>
              <a:t>链路层在网络接口卡（NIC）或芯片上实现</a:t>
            </a:r>
            <a:r>
              <a:rPr lang="en-US" sz="3200" i="1" dirty="0">
                <a:solidFill>
                  <a:srgbClr val="0000A8"/>
                </a:solidFill>
              </a:rPr>
              <a:t/>
            </a:r>
            <a:r>
              <a:rPr lang="en-US" sz="3200" dirty="0"/>
              <a:t/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Ethernet、WiFi 网卡或芯片</a:t>
            </a:r>
            <a:r>
              <a:rPr lang="en-US" sz="2800" dirty="0" err="1"/>
              <a:t/>
            </a:r>
            <a:r>
              <a:rPr lang="en-US" sz="2800" dirty="0"/>
              <a:t/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实现链路层和物理层</a:t>
            </a:r>
          </a:p>
          <a:p>
            <a:pPr indent="-284163">
              <a:defRPr/>
            </a:pPr>
            <a:r>
              <a:rPr lang="en-US" sz="3200" dirty="0"/>
              <a:t>连接到主机的系统总线</a:t>
            </a:r>
          </a:p>
          <a:p>
            <a:pPr indent="-284163">
              <a:defRPr/>
            </a:pPr>
            <a:r>
              <a:rPr lang="en-US" sz="3200" dirty="0"/>
              <a:t>硬件、软件和固件的组合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339" name="Freeform 92">
            <a:extLst>
              <a:ext uri="{FF2B5EF4-FFF2-40B4-BE49-F238E27FC236}">
                <a16:creationId xmlns:a16="http://schemas.microsoft.com/office/drawing/2014/main" id="{E4A9915D-6AEE-C449-9BB3-5A3FF82FE7DA}"/>
              </a:ext>
            </a:extLst>
          </p:cNvPr>
          <p:cNvSpPr>
            <a:spLocks/>
          </p:cNvSpPr>
          <p:nvPr/>
        </p:nvSpPr>
        <p:spPr bwMode="auto">
          <a:xfrm>
            <a:off x="8482590" y="5121168"/>
            <a:ext cx="2308225" cy="797490"/>
          </a:xfrm>
          <a:custGeom>
            <a:avLst/>
            <a:gdLst>
              <a:gd name="T0" fmla="*/ 0 w 1454"/>
              <a:gd name="T1" fmla="*/ 2743200 h 1908"/>
              <a:gd name="T2" fmla="*/ 31750 w 1454"/>
              <a:gd name="T3" fmla="*/ 2668588 h 1908"/>
              <a:gd name="T4" fmla="*/ 446088 w 1454"/>
              <a:gd name="T5" fmla="*/ 0 h 1908"/>
              <a:gd name="T6" fmla="*/ 1978025 w 1454"/>
              <a:gd name="T7" fmla="*/ 477838 h 1908"/>
              <a:gd name="T8" fmla="*/ 2308225 w 1454"/>
              <a:gd name="T9" fmla="*/ 2370138 h 1908"/>
              <a:gd name="T10" fmla="*/ 393700 w 1454"/>
              <a:gd name="T11" fmla="*/ 3028950 h 1908"/>
              <a:gd name="T12" fmla="*/ 0 w 1454"/>
              <a:gd name="T13" fmla="*/ 2743200 h 19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connsiteX0" fmla="*/ 0 w 10000"/>
              <a:gd name="connsiteY0" fmla="*/ 7479 h 8422"/>
              <a:gd name="connsiteX1" fmla="*/ 138 w 10000"/>
              <a:gd name="connsiteY1" fmla="*/ 7232 h 8422"/>
              <a:gd name="connsiteX2" fmla="*/ 1933 w 10000"/>
              <a:gd name="connsiteY2" fmla="*/ 6289 h 8422"/>
              <a:gd name="connsiteX3" fmla="*/ 8569 w 10000"/>
              <a:gd name="connsiteY3" fmla="*/ 0 h 8422"/>
              <a:gd name="connsiteX4" fmla="*/ 10000 w 10000"/>
              <a:gd name="connsiteY4" fmla="*/ 6247 h 8422"/>
              <a:gd name="connsiteX5" fmla="*/ 1706 w 10000"/>
              <a:gd name="connsiteY5" fmla="*/ 8422 h 8422"/>
              <a:gd name="connsiteX6" fmla="*/ 0 w 10000"/>
              <a:gd name="connsiteY6" fmla="*/ 7479 h 8422"/>
              <a:gd name="connsiteX0" fmla="*/ 0 w 10000"/>
              <a:gd name="connsiteY0" fmla="*/ 1463 h 2583"/>
              <a:gd name="connsiteX1" fmla="*/ 138 w 10000"/>
              <a:gd name="connsiteY1" fmla="*/ 1170 h 2583"/>
              <a:gd name="connsiteX2" fmla="*/ 1933 w 10000"/>
              <a:gd name="connsiteY2" fmla="*/ 50 h 2583"/>
              <a:gd name="connsiteX3" fmla="*/ 6408 w 10000"/>
              <a:gd name="connsiteY3" fmla="*/ 241 h 2583"/>
              <a:gd name="connsiteX4" fmla="*/ 10000 w 10000"/>
              <a:gd name="connsiteY4" fmla="*/ 0 h 2583"/>
              <a:gd name="connsiteX5" fmla="*/ 1706 w 10000"/>
              <a:gd name="connsiteY5" fmla="*/ 2583 h 2583"/>
              <a:gd name="connsiteX6" fmla="*/ 0 w 10000"/>
              <a:gd name="connsiteY6" fmla="*/ 1463 h 2583"/>
              <a:gd name="connsiteX0" fmla="*/ 0 w 10000"/>
              <a:gd name="connsiteY0" fmla="*/ 5664 h 14626"/>
              <a:gd name="connsiteX1" fmla="*/ 138 w 10000"/>
              <a:gd name="connsiteY1" fmla="*/ 4530 h 14626"/>
              <a:gd name="connsiteX2" fmla="*/ 1933 w 10000"/>
              <a:gd name="connsiteY2" fmla="*/ 194 h 14626"/>
              <a:gd name="connsiteX3" fmla="*/ 6408 w 10000"/>
              <a:gd name="connsiteY3" fmla="*/ 933 h 14626"/>
              <a:gd name="connsiteX4" fmla="*/ 10000 w 10000"/>
              <a:gd name="connsiteY4" fmla="*/ 0 h 14626"/>
              <a:gd name="connsiteX5" fmla="*/ 1526 w 10000"/>
              <a:gd name="connsiteY5" fmla="*/ 14626 h 14626"/>
              <a:gd name="connsiteX6" fmla="*/ 0 w 10000"/>
              <a:gd name="connsiteY6" fmla="*/ 5664 h 14626"/>
              <a:gd name="connsiteX0" fmla="*/ 0 w 10000"/>
              <a:gd name="connsiteY0" fmla="*/ 5664 h 12103"/>
              <a:gd name="connsiteX1" fmla="*/ 138 w 10000"/>
              <a:gd name="connsiteY1" fmla="*/ 4530 h 12103"/>
              <a:gd name="connsiteX2" fmla="*/ 1933 w 10000"/>
              <a:gd name="connsiteY2" fmla="*/ 194 h 12103"/>
              <a:gd name="connsiteX3" fmla="*/ 6408 w 10000"/>
              <a:gd name="connsiteY3" fmla="*/ 933 h 12103"/>
              <a:gd name="connsiteX4" fmla="*/ 10000 w 10000"/>
              <a:gd name="connsiteY4" fmla="*/ 0 h 12103"/>
              <a:gd name="connsiteX5" fmla="*/ 1286 w 10000"/>
              <a:gd name="connsiteY5" fmla="*/ 12103 h 12103"/>
              <a:gd name="connsiteX6" fmla="*/ 0 w 10000"/>
              <a:gd name="connsiteY6" fmla="*/ 5664 h 12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2103">
                <a:moveTo>
                  <a:pt x="0" y="5664"/>
                </a:moveTo>
                <a:cubicBezTo>
                  <a:pt x="103" y="4603"/>
                  <a:pt x="28" y="4917"/>
                  <a:pt x="138" y="4530"/>
                </a:cubicBezTo>
                <a:lnTo>
                  <a:pt x="1933" y="194"/>
                </a:lnTo>
                <a:lnTo>
                  <a:pt x="6408" y="933"/>
                </a:lnTo>
                <a:lnTo>
                  <a:pt x="10000" y="0"/>
                </a:lnTo>
                <a:lnTo>
                  <a:pt x="1286" y="12103"/>
                </a:lnTo>
                <a:lnTo>
                  <a:pt x="0" y="566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Rectangle 42">
            <a:extLst>
              <a:ext uri="{FF2B5EF4-FFF2-40B4-BE49-F238E27FC236}">
                <a16:creationId xmlns:a16="http://schemas.microsoft.com/office/drawing/2014/main" id="{08D16DCA-2F81-3142-8787-DCBB8257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665" y="2749550"/>
            <a:ext cx="1836737" cy="2401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Rectangle 44">
            <a:extLst>
              <a:ext uri="{FF2B5EF4-FFF2-40B4-BE49-F238E27FC236}">
                <a16:creationId xmlns:a16="http://schemas.microsoft.com/office/drawing/2014/main" id="{4292A8DC-1EBA-E346-AA85-38C6822C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687887"/>
            <a:ext cx="666750" cy="282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Rectangle 45">
            <a:extLst>
              <a:ext uri="{FF2B5EF4-FFF2-40B4-BE49-F238E27FC236}">
                <a16:creationId xmlns:a16="http://schemas.microsoft.com/office/drawing/2014/main" id="{9AD0BC31-6A50-984F-86A3-3CA27EA7C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10051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控制器</a:t>
            </a:r>
          </a:p>
        </p:txBody>
      </p:sp>
      <p:sp>
        <p:nvSpPr>
          <p:cNvPr id="344" name="Text Box 46">
            <a:extLst>
              <a:ext uri="{FF2B5EF4-FFF2-40B4-BE49-F238E27FC236}">
                <a16:creationId xmlns:a16="http://schemas.microsoft.com/office/drawing/2014/main" id="{0B7C150F-CB12-034D-8895-A7245A5D6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0720" y="4697412"/>
            <a:ext cx="7377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物理层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2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" name="Freeform 47">
            <a:extLst>
              <a:ext uri="{FF2B5EF4-FFF2-40B4-BE49-F238E27FC236}">
                <a16:creationId xmlns:a16="http://schemas.microsoft.com/office/drawing/2014/main" id="{793E17F7-22E2-FF4D-8509-E82EDBE2D5AA}"/>
              </a:ext>
            </a:extLst>
          </p:cNvPr>
          <p:cNvSpPr>
            <a:spLocks/>
          </p:cNvSpPr>
          <p:nvPr/>
        </p:nvSpPr>
        <p:spPr bwMode="auto">
          <a:xfrm>
            <a:off x="9457315" y="3619500"/>
            <a:ext cx="200025" cy="460375"/>
          </a:xfrm>
          <a:custGeom>
            <a:avLst/>
            <a:gdLst>
              <a:gd name="T0" fmla="*/ 0 w 361"/>
              <a:gd name="T1" fmla="*/ 0 h 478"/>
              <a:gd name="T2" fmla="*/ 0 w 361"/>
              <a:gd name="T3" fmla="*/ 2147483647 h 478"/>
              <a:gd name="T4" fmla="*/ 2147483647 w 361"/>
              <a:gd name="T5" fmla="*/ 2147483647 h 478"/>
              <a:gd name="T6" fmla="*/ 2147483647 w 361"/>
              <a:gd name="T7" fmla="*/ 2147483647 h 47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1" h="478">
                <a:moveTo>
                  <a:pt x="0" y="0"/>
                </a:moveTo>
                <a:lnTo>
                  <a:pt x="0" y="230"/>
                </a:lnTo>
                <a:lnTo>
                  <a:pt x="361" y="230"/>
                </a:lnTo>
                <a:lnTo>
                  <a:pt x="359" y="478"/>
                </a:lnTo>
              </a:path>
            </a:pathLst>
          </a:custGeom>
          <a:noFill/>
          <a:ln w="38100" cmpd="sng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Line 48">
            <a:extLst>
              <a:ext uri="{FF2B5EF4-FFF2-40B4-BE49-F238E27FC236}">
                <a16:creationId xmlns:a16="http://schemas.microsoft.com/office/drawing/2014/main" id="{07601B60-F87E-2F49-8A8E-1FF14E515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2377" y="3792537"/>
            <a:ext cx="1358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Line 49">
            <a:extLst>
              <a:ext uri="{FF2B5EF4-FFF2-40B4-BE49-F238E27FC236}">
                <a16:creationId xmlns:a16="http://schemas.microsoft.com/office/drawing/2014/main" id="{A28FA316-5FFA-F44A-BA99-AC0415DFF7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17665" y="3800475"/>
            <a:ext cx="0" cy="3000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8" name="Rectangle 50">
            <a:extLst>
              <a:ext uri="{FF2B5EF4-FFF2-40B4-BE49-F238E27FC236}">
                <a16:creationId xmlns:a16="http://schemas.microsoft.com/office/drawing/2014/main" id="{A634403E-4499-294B-99AD-E3A86D96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1252" y="3101975"/>
            <a:ext cx="657225" cy="519112"/>
          </a:xfrm>
          <a:prstGeom prst="rect">
            <a:avLst/>
          </a:prstGeom>
          <a:solidFill>
            <a:srgbClr val="FFFFFF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CPU</a:t>
            </a:r>
          </a:p>
        </p:txBody>
      </p:sp>
      <p:sp>
        <p:nvSpPr>
          <p:cNvPr id="349" name="Rectangle 51">
            <a:extLst>
              <a:ext uri="{FF2B5EF4-FFF2-40B4-BE49-F238E27FC236}">
                <a16:creationId xmlns:a16="http://schemas.microsoft.com/office/drawing/2014/main" id="{82C997D8-021F-0245-9B73-2C5E048B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0402" y="310356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内存</a:t>
            </a:r>
          </a:p>
        </p:txBody>
      </p:sp>
      <p:sp>
        <p:nvSpPr>
          <p:cNvPr id="350" name="Line 52">
            <a:extLst>
              <a:ext uri="{FF2B5EF4-FFF2-40B4-BE49-F238E27FC236}">
                <a16:creationId xmlns:a16="http://schemas.microsoft.com/office/drawing/2014/main" id="{D74D41F5-3112-6646-9892-D00D36377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514465" y="3622675"/>
            <a:ext cx="1587" cy="16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AA1745EF-4026-E54D-9775-040F79E5D1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87590" y="3624262"/>
            <a:ext cx="1587" cy="171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Text Box 54">
            <a:extLst>
              <a:ext uri="{FF2B5EF4-FFF2-40B4-BE49-F238E27FC236}">
                <a16:creationId xmlns:a16="http://schemas.microsoft.com/office/drawing/2014/main" id="{2B134A77-7C20-734B-9A65-D56BD3B34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5265" y="3921125"/>
            <a:ext cx="103838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主机总线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(e.g., PCI)</a:t>
            </a: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159E9A7C-2C1B-CC40-B1B4-760AFE091B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7665" y="4408487"/>
            <a:ext cx="12700" cy="339725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4" name="Line 56">
            <a:extLst>
              <a:ext uri="{FF2B5EF4-FFF2-40B4-BE49-F238E27FC236}">
                <a16:creationId xmlns:a16="http://schemas.microsoft.com/office/drawing/2014/main" id="{52214380-92AB-E048-BEDD-B0110B2E8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9463" y="4992686"/>
            <a:ext cx="0" cy="366713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5" name="Line 57">
            <a:extLst>
              <a:ext uri="{FF2B5EF4-FFF2-40B4-BE49-F238E27FC236}">
                <a16:creationId xmlns:a16="http://schemas.microsoft.com/office/drawing/2014/main" id="{DF140DC0-F2C1-704D-A310-3786A5A5C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513002" y="3797300"/>
            <a:ext cx="382588" cy="268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6" name="Text Box 58">
            <a:extLst>
              <a:ext uri="{FF2B5EF4-FFF2-40B4-BE49-F238E27FC236}">
                <a16:creationId xmlns:a16="http://schemas.microsoft.com/office/drawing/2014/main" id="{8134E125-6FFA-2245-A695-F469578E2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2477" y="5491162"/>
            <a:ext cx="135325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网络接口</a:t>
            </a:r>
          </a:p>
        </p:txBody>
      </p:sp>
      <p:sp>
        <p:nvSpPr>
          <p:cNvPr id="357" name="Line 59">
            <a:extLst>
              <a:ext uri="{FF2B5EF4-FFF2-40B4-BE49-F238E27FC236}">
                <a16:creationId xmlns:a16="http://schemas.microsoft.com/office/drawing/2014/main" id="{23B10271-25ED-6947-A1F2-08B5CDCE89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30440" y="4814887"/>
            <a:ext cx="271462" cy="7508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8" name="Rectangle 43">
            <a:extLst>
              <a:ext uri="{FF2B5EF4-FFF2-40B4-BE49-F238E27FC236}">
                <a16:creationId xmlns:a16="http://schemas.microsoft.com/office/drawing/2014/main" id="{D2E8D72A-74A0-8047-B32B-E6CC292FC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7915" y="3989387"/>
            <a:ext cx="1122362" cy="1082675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7926967" y="2941636"/>
            <a:ext cx="1470026" cy="2035175"/>
            <a:chOff x="2695" y="1742"/>
            <a:chExt cx="926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393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75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应用层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传输层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网络层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链路层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链路层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物理层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0" name="Group 89">
            <a:extLst>
              <a:ext uri="{FF2B5EF4-FFF2-40B4-BE49-F238E27FC236}">
                <a16:creationId xmlns:a16="http://schemas.microsoft.com/office/drawing/2014/main" id="{9321D1B2-41ED-6A42-B25B-B7F04C3C1339}"/>
              </a:ext>
            </a:extLst>
          </p:cNvPr>
          <p:cNvGrpSpPr>
            <a:grpSpLocks/>
          </p:cNvGrpSpPr>
          <p:nvPr/>
        </p:nvGrpSpPr>
        <p:grpSpPr bwMode="auto">
          <a:xfrm>
            <a:off x="7888865" y="5386387"/>
            <a:ext cx="1109662" cy="820449"/>
            <a:chOff x="-44" y="1473"/>
            <a:chExt cx="981" cy="1105"/>
          </a:xfrm>
        </p:grpSpPr>
        <p:pic>
          <p:nvPicPr>
            <p:cNvPr id="411" name="Picture 90" descr="desktop_computer_stylized_medium">
              <a:extLst>
                <a:ext uri="{FF2B5EF4-FFF2-40B4-BE49-F238E27FC236}">
                  <a16:creationId xmlns:a16="http://schemas.microsoft.com/office/drawing/2014/main" id="{E89A12BD-E0D6-A949-9CB5-05BA66E33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" name="Freeform 91">
              <a:extLst>
                <a:ext uri="{FF2B5EF4-FFF2-40B4-BE49-F238E27FC236}">
                  <a16:creationId xmlns:a16="http://schemas.microsoft.com/office/drawing/2014/main" id="{C0A77030-4BC2-C44C-AD1F-5FB48849AB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7907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/>
              <a:t>Ethernet 网卡</a:t>
            </a:r>
          </a:p>
        </p:txBody>
      </p: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50BA6EB-2C3A-BA2A-7E5A-D906FFB51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97926" y="1215553"/>
            <a:ext cx="2008425" cy="2257993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C9B9C9F5-11D6-5C63-B6FE-5235BC2512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66" y="3794327"/>
            <a:ext cx="3548371" cy="213390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FA67F6AB-C00E-B09D-E389-04D9258DCCB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9151" y="1523686"/>
            <a:ext cx="2008425" cy="1393959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F3671D8-A4CE-8E74-8B7C-6E1433903ED2}"/>
              </a:ext>
            </a:extLst>
          </p:cNvPr>
          <p:cNvSpPr txBox="1"/>
          <p:nvPr/>
        </p:nvSpPr>
        <p:spPr>
          <a:xfrm>
            <a:off x="1183067" y="2978481"/>
            <a:ext cx="12743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N" b="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PCI</a:t>
            </a:r>
            <a:r>
              <a:rPr lang="zh-CN" altLang="en-US" b="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 </a:t>
            </a:r>
            <a:r>
              <a:rPr lang="en-CN" b="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接口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2F88F01D-3BDD-1158-3E45-333FA887C0F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06351" y="1454579"/>
            <a:ext cx="7925417" cy="4791230"/>
          </a:xfrm>
          <a:prstGeom prst="rect">
            <a:avLst/>
          </a:prstGeom>
        </p:spPr>
      </p:pic>
      <p:sp>
        <p:nvSpPr>
          <p:cNvPr id="4" name="Oval 3">
            <a:extLst>
              <a:ext uri="{FF2B5EF4-FFF2-40B4-BE49-F238E27FC236}">
                <a16:creationId xmlns:a16="http://schemas.microsoft.com/office/drawing/2014/main" id="{C32A2025-2E01-8247-1127-FEA2F796594D}"/>
              </a:ext>
            </a:extLst>
          </p:cNvPr>
          <p:cNvSpPr/>
          <p:nvPr/>
        </p:nvSpPr>
        <p:spPr>
          <a:xfrm>
            <a:off x="9413823" y="4156348"/>
            <a:ext cx="479685" cy="224852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4F441822-2BB2-FCC5-8380-2AACCBA4A6BF}"/>
              </a:ext>
            </a:extLst>
          </p:cNvPr>
          <p:cNvSpPr/>
          <p:nvPr/>
        </p:nvSpPr>
        <p:spPr>
          <a:xfrm>
            <a:off x="11053481" y="5432621"/>
            <a:ext cx="359607" cy="29319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43044140-F50A-2D41-B630-5AE5B686184A}"/>
              </a:ext>
            </a:extLst>
          </p:cNvPr>
          <p:cNvCxnSpPr/>
          <p:nvPr/>
        </p:nvCxnSpPr>
        <p:spPr>
          <a:xfrm>
            <a:off x="8169059" y="3996267"/>
            <a:ext cx="1244764" cy="193484"/>
          </a:xfrm>
          <a:prstGeom prst="straightConnector1">
            <a:avLst/>
          </a:prstGeom>
          <a:ln w="2222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61491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0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Wi-Fi 网卡</a:t>
            </a:r>
            <a:endParaRPr lang="en-US" sz="4400" dirty="0"/>
          </a:p>
        </p:txBody>
      </p: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BCDA2D7-6D34-77C0-5C4E-C527B7CE85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06396" y="1571952"/>
            <a:ext cx="812800" cy="16891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DEF4BA90-9C75-D895-DCC4-40FE14182E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964" y="1600960"/>
            <a:ext cx="1395184" cy="1660092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DFEDF54B-F369-75AA-A43F-5E95E8CB053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812" y="3874576"/>
            <a:ext cx="2668919" cy="2178221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1DFEE578-27B1-9B80-D78A-01B3B74A866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01611" y="43950"/>
            <a:ext cx="6890389" cy="382479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A1C0027A-2EDD-EBAC-E43F-65DAA47FED5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44706" y="3700225"/>
            <a:ext cx="4285129" cy="3107988"/>
          </a:xfrm>
          <a:prstGeom prst="rect">
            <a:avLst/>
          </a:prstGeom>
        </p:spPr>
      </p:pic>
      <p:sp>
        <p:nvSpPr>
          <p:cNvPr id="5" name="Oval 4">
            <a:extLst>
              <a:ext uri="{FF2B5EF4-FFF2-40B4-BE49-F238E27FC236}">
                <a16:creationId xmlns:a16="http://schemas.microsoft.com/office/drawing/2014/main" id="{055C0439-7F2C-3978-00C9-75117995BF06}"/>
              </a:ext>
            </a:extLst>
          </p:cNvPr>
          <p:cNvSpPr/>
          <p:nvPr/>
        </p:nvSpPr>
        <p:spPr>
          <a:xfrm>
            <a:off x="8016241" y="1329017"/>
            <a:ext cx="479685" cy="6805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1FFB954-964D-CB09-48CA-FEA93CA4C4F1}"/>
              </a:ext>
            </a:extLst>
          </p:cNvPr>
          <p:cNvSpPr/>
          <p:nvPr/>
        </p:nvSpPr>
        <p:spPr>
          <a:xfrm>
            <a:off x="6707404" y="3954545"/>
            <a:ext cx="666067" cy="4841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C2966AA-8FB2-88C2-E921-449125D2418C}"/>
              </a:ext>
            </a:extLst>
          </p:cNvPr>
          <p:cNvSpPr txBox="1"/>
          <p:nvPr/>
        </p:nvSpPr>
        <p:spPr>
          <a:xfrm>
            <a:off x="910936" y="6256319"/>
            <a:ext cx="26356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N" dirty="0"/>
              <a:t>Half-height Mini-PCIe</a:t>
            </a:r>
          </a:p>
        </p:txBody>
      </p:sp>
    </p:spTree>
    <p:extLst>
      <p:ext uri="{BB962C8B-B14F-4D97-AF65-F5344CB8AC3E}">
        <p14:creationId xmlns:p14="http://schemas.microsoft.com/office/powerpoint/2010/main" val="2207760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72F9AB0-BFC2-5542-A40C-5E7B5EB25F2B}"/>
              </a:ext>
            </a:extLst>
          </p:cNvPr>
          <p:cNvGrpSpPr/>
          <p:nvPr/>
        </p:nvGrpSpPr>
        <p:grpSpPr>
          <a:xfrm>
            <a:off x="6859466" y="1579642"/>
            <a:ext cx="1654101" cy="2401887"/>
            <a:chOff x="3457903" y="1592254"/>
            <a:chExt cx="1654101" cy="2401887"/>
          </a:xfrm>
        </p:grpSpPr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AEEBA61-14FC-154D-88CA-B447B035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903" y="1592254"/>
              <a:ext cx="1654101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D0D47B06-FE3D-DA4E-A18A-5F4609A0A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843" y="3517620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Rectangle 45">
              <a:extLst>
                <a:ext uri="{FF2B5EF4-FFF2-40B4-BE49-F238E27FC236}">
                  <a16:creationId xmlns:a16="http://schemas.microsoft.com/office/drawing/2014/main" id="{2220353A-A27E-5C4B-B042-109D6410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418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控制器</a:t>
              </a:r>
            </a:p>
          </p:txBody>
        </p:sp>
        <p:sp>
          <p:nvSpPr>
            <p:cNvPr id="120" name="Text Box 46">
              <a:extLst>
                <a:ext uri="{FF2B5EF4-FFF2-40B4-BE49-F238E27FC236}">
                  <a16:creationId xmlns:a16="http://schemas.microsoft.com/office/drawing/2014/main" id="{000F374E-6915-074D-8BA8-C296E4FB3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3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物理层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5722F489-9C55-474B-AD7B-3596A67F9C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7726" y="2473508"/>
              <a:ext cx="291334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48">
              <a:extLst>
                <a:ext uri="{FF2B5EF4-FFF2-40B4-BE49-F238E27FC236}">
                  <a16:creationId xmlns:a16="http://schemas.microsoft.com/office/drawing/2014/main" id="{11921392-3DC2-E44B-9184-34A0E05D1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49">
              <a:extLst>
                <a:ext uri="{FF2B5EF4-FFF2-40B4-BE49-F238E27FC236}">
                  <a16:creationId xmlns:a16="http://schemas.microsoft.com/office/drawing/2014/main" id="{BAFE9A46-B07B-0D46-BF9D-A127CF0F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16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Rectangle 50">
              <a:extLst>
                <a:ext uri="{FF2B5EF4-FFF2-40B4-BE49-F238E27FC236}">
                  <a16:creationId xmlns:a16="http://schemas.microsoft.com/office/drawing/2014/main" id="{B42296AE-5EDB-CB41-A8A8-F256FE98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392" y="1927519"/>
              <a:ext cx="657225" cy="51911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内存</a:t>
              </a:r>
            </a:p>
          </p:txBody>
        </p:sp>
        <p:sp>
          <p:nvSpPr>
            <p:cNvPr id="125" name="Rectangle 51">
              <a:extLst>
                <a:ext uri="{FF2B5EF4-FFF2-40B4-BE49-F238E27FC236}">
                  <a16:creationId xmlns:a16="http://schemas.microsoft.com/office/drawing/2014/main" id="{A0530BD1-8578-7749-A8F2-514C1E6AF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E4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126" name="Line 52">
              <a:extLst>
                <a:ext uri="{FF2B5EF4-FFF2-40B4-BE49-F238E27FC236}">
                  <a16:creationId xmlns:a16="http://schemas.microsoft.com/office/drawing/2014/main" id="{A3C7A151-EBC5-7E44-A73B-EC7BF250A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53">
              <a:extLst>
                <a:ext uri="{FF2B5EF4-FFF2-40B4-BE49-F238E27FC236}">
                  <a16:creationId xmlns:a16="http://schemas.microsoft.com/office/drawing/2014/main" id="{C4B99840-0FB7-CE42-8D34-DEC52118C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55">
              <a:extLst>
                <a:ext uri="{FF2B5EF4-FFF2-40B4-BE49-F238E27FC236}">
                  <a16:creationId xmlns:a16="http://schemas.microsoft.com/office/drawing/2014/main" id="{68A743ED-4B58-E94D-83B1-E54D12545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08787" y="3249620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0EC4FEFF-71C3-204E-942F-DF941FB4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524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64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接口之间的通信</a:t>
            </a:r>
            <a:endParaRPr lang="en-US" sz="4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EA5E3C2-990E-9C41-AAAA-45311F46F06D}"/>
              </a:ext>
            </a:extLst>
          </p:cNvPr>
          <p:cNvGrpSpPr/>
          <p:nvPr/>
        </p:nvGrpSpPr>
        <p:grpSpPr>
          <a:xfrm>
            <a:off x="3386648" y="1585768"/>
            <a:ext cx="1709144" cy="2401887"/>
            <a:chOff x="3386648" y="1585768"/>
            <a:chExt cx="1709144" cy="2401887"/>
          </a:xfrm>
        </p:grpSpPr>
        <p:sp>
          <p:nvSpPr>
            <p:cNvPr id="340" name="Rectangle 42">
              <a:extLst>
                <a:ext uri="{FF2B5EF4-FFF2-40B4-BE49-F238E27FC236}">
                  <a16:creationId xmlns:a16="http://schemas.microsoft.com/office/drawing/2014/main" id="{08D16DCA-2F81-3142-8787-DCBB82571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648" y="1585768"/>
              <a:ext cx="1709144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Rectangle 44">
              <a:extLst>
                <a:ext uri="{FF2B5EF4-FFF2-40B4-BE49-F238E27FC236}">
                  <a16:creationId xmlns:a16="http://schemas.microsoft.com/office/drawing/2014/main" id="{4292A8DC-1EBA-E346-AA85-38C682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201" y="3524105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3" name="Rectangle 45">
              <a:extLst>
                <a:ext uri="{FF2B5EF4-FFF2-40B4-BE49-F238E27FC236}">
                  <a16:creationId xmlns:a16="http://schemas.microsoft.com/office/drawing/2014/main" id="{9AD0BC31-6A50-984F-86A3-3CA27EA7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453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控制器</a:t>
              </a:r>
            </a:p>
          </p:txBody>
        </p:sp>
        <p:sp>
          <p:nvSpPr>
            <p:cNvPr id="344" name="Text Box 46">
              <a:extLst>
                <a:ext uri="{FF2B5EF4-FFF2-40B4-BE49-F238E27FC236}">
                  <a16:creationId xmlns:a16="http://schemas.microsoft.com/office/drawing/2014/main" id="{0B7C150F-CB12-034D-8895-A7245A5D6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9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物理层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45" name="Freeform 47">
              <a:extLst>
                <a:ext uri="{FF2B5EF4-FFF2-40B4-BE49-F238E27FC236}">
                  <a16:creationId xmlns:a16="http://schemas.microsoft.com/office/drawing/2014/main" id="{793E17F7-22E2-FF4D-8509-E82EDBE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897" y="2455718"/>
              <a:ext cx="326278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6" name="Line 48">
              <a:extLst>
                <a:ext uri="{FF2B5EF4-FFF2-40B4-BE49-F238E27FC236}">
                  <a16:creationId xmlns:a16="http://schemas.microsoft.com/office/drawing/2014/main" id="{07601B60-F87E-2F49-8A8E-1FF14E515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Line 49">
              <a:extLst>
                <a:ext uri="{FF2B5EF4-FFF2-40B4-BE49-F238E27FC236}">
                  <a16:creationId xmlns:a16="http://schemas.microsoft.com/office/drawing/2014/main" id="{A28FA316-5FFA-F44A-BA99-AC0415DFF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437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Rectangle 50">
              <a:extLst>
                <a:ext uri="{FF2B5EF4-FFF2-40B4-BE49-F238E27FC236}">
                  <a16:creationId xmlns:a16="http://schemas.microsoft.com/office/drawing/2014/main" id="{A634403E-4499-294B-99AD-E3A86D96C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834" y="1938193"/>
              <a:ext cx="657225" cy="519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349" name="Rectangle 51">
              <a:extLst>
                <a:ext uri="{FF2B5EF4-FFF2-40B4-BE49-F238E27FC236}">
                  <a16:creationId xmlns:a16="http://schemas.microsoft.com/office/drawing/2014/main" id="{82C997D8-021F-0245-9B73-2C5E048B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内存</a:t>
              </a:r>
            </a:p>
          </p:txBody>
        </p:sp>
        <p:sp>
          <p:nvSpPr>
            <p:cNvPr id="350" name="Line 52">
              <a:extLst>
                <a:ext uri="{FF2B5EF4-FFF2-40B4-BE49-F238E27FC236}">
                  <a16:creationId xmlns:a16="http://schemas.microsoft.com/office/drawing/2014/main" id="{D74D41F5-3112-6646-9892-D00D36377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1" name="Line 53">
              <a:extLst>
                <a:ext uri="{FF2B5EF4-FFF2-40B4-BE49-F238E27FC236}">
                  <a16:creationId xmlns:a16="http://schemas.microsoft.com/office/drawing/2014/main" id="{AA1745EF-4026-E54D-9775-040F79E5D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3" name="Line 55">
              <a:extLst>
                <a:ext uri="{FF2B5EF4-FFF2-40B4-BE49-F238E27FC236}">
                  <a16:creationId xmlns:a16="http://schemas.microsoft.com/office/drawing/2014/main" id="{159E9A7C-2C1B-CC40-B1B4-760AFE091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2601" y="3239892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Rectangle 43">
              <a:extLst>
                <a:ext uri="{FF2B5EF4-FFF2-40B4-BE49-F238E27FC236}">
                  <a16:creationId xmlns:a16="http://schemas.microsoft.com/office/drawing/2014/main" id="{D2E8D72A-74A0-8047-B32B-E6CC292F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876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2300585" y="1777854"/>
            <a:ext cx="1508125" cy="2035175"/>
            <a:chOff x="2695" y="1742"/>
            <a:chExt cx="950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417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74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44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99000">
                  <a:srgbClr val="FFFFFF">
                    <a:alpha val="66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应用层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传输层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网络层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链路层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链路层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物理层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0940C5E-A452-394D-9303-5A0908ACF414}"/>
              </a:ext>
            </a:extLst>
          </p:cNvPr>
          <p:cNvGrpSpPr/>
          <p:nvPr/>
        </p:nvGrpSpPr>
        <p:grpSpPr>
          <a:xfrm>
            <a:off x="8154574" y="1741034"/>
            <a:ext cx="1453373" cy="2053837"/>
            <a:chOff x="9730606" y="1055376"/>
            <a:chExt cx="1453373" cy="2053837"/>
          </a:xfrm>
        </p:grpSpPr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1B01F1E-124F-BC43-A974-ABF83467E8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30606" y="2258313"/>
              <a:ext cx="623888" cy="850900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82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Rectangle 73">
              <a:extLst>
                <a:ext uri="{FF2B5EF4-FFF2-40B4-BE49-F238E27FC236}">
                  <a16:creationId xmlns:a16="http://schemas.microsoft.com/office/drawing/2014/main" id="{E45D8FA9-172B-4349-9201-C855690C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0066" y="2541276"/>
              <a:ext cx="776288" cy="4159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6688D65-8859-3543-A395-35CEEDEDD0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935685" y="1076403"/>
              <a:ext cx="436563" cy="70326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>
                    <a:alpha val="81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Rectangle 82">
              <a:extLst>
                <a:ext uri="{FF2B5EF4-FFF2-40B4-BE49-F238E27FC236}">
                  <a16:creationId xmlns:a16="http://schemas.microsoft.com/office/drawing/2014/main" id="{06D41716-A543-3F4F-9489-BC4A0008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5304" y="1090301"/>
              <a:ext cx="777876" cy="73501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65">
              <a:extLst>
                <a:ext uri="{FF2B5EF4-FFF2-40B4-BE49-F238E27FC236}">
                  <a16:creationId xmlns:a16="http://schemas.microsoft.com/office/drawing/2014/main" id="{2D82B720-E5DF-4F4F-8FBA-8D31F068A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6091" y="1055376"/>
              <a:ext cx="877888" cy="830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应用层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传输层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网络层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链路层</a:t>
              </a:r>
            </a:p>
          </p:txBody>
        </p:sp>
        <p:sp>
          <p:nvSpPr>
            <p:cNvPr id="67" name="Line 66">
              <a:extLst>
                <a:ext uri="{FF2B5EF4-FFF2-40B4-BE49-F238E27FC236}">
                  <a16:creationId xmlns:a16="http://schemas.microsoft.com/office/drawing/2014/main" id="{D80B677C-0558-AA49-9BC2-C865179CD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303026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" name="Line 67">
              <a:extLst>
                <a:ext uri="{FF2B5EF4-FFF2-40B4-BE49-F238E27FC236}">
                  <a16:creationId xmlns:a16="http://schemas.microsoft.com/office/drawing/2014/main" id="{96ECD29D-6AC3-3C4A-8B76-C6CE4E709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466539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Line 68">
              <a:extLst>
                <a:ext uri="{FF2B5EF4-FFF2-40B4-BE49-F238E27FC236}">
                  <a16:creationId xmlns:a16="http://schemas.microsoft.com/office/drawing/2014/main" id="{93393447-F152-0A41-B307-A690875EC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6891" y="1639576"/>
              <a:ext cx="77628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Rectangle 70">
              <a:extLst>
                <a:ext uri="{FF2B5EF4-FFF2-40B4-BE49-F238E27FC236}">
                  <a16:creationId xmlns:a16="http://schemas.microsoft.com/office/drawing/2014/main" id="{34836D0F-96F1-C74D-BB52-0007C90AE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3391" y="1801501"/>
              <a:ext cx="876301" cy="1825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Line 71">
              <a:extLst>
                <a:ext uri="{FF2B5EF4-FFF2-40B4-BE49-F238E27FC236}">
                  <a16:creationId xmlns:a16="http://schemas.microsoft.com/office/drawing/2014/main" id="{B826D465-956C-AC42-A034-8ACCE0186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5304" y="1820551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Line 72">
              <a:extLst>
                <a:ext uri="{FF2B5EF4-FFF2-40B4-BE49-F238E27FC236}">
                  <a16:creationId xmlns:a16="http://schemas.microsoft.com/office/drawing/2014/main" id="{18797742-2033-0E42-BF7B-CC2F3B116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4767" y="181102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6CAFE6BE-3638-874A-B141-EDEE018D6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8641" y="2501589"/>
              <a:ext cx="684213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链路层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物理层</a:t>
              </a:r>
            </a:p>
          </p:txBody>
        </p:sp>
        <p:sp>
          <p:nvSpPr>
            <p:cNvPr id="74" name="Line 78">
              <a:extLst>
                <a:ext uri="{FF2B5EF4-FFF2-40B4-BE49-F238E27FC236}">
                  <a16:creationId xmlns:a16="http://schemas.microsoft.com/office/drawing/2014/main" id="{84E322A3-E89B-AC48-B4B3-233C598CB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8479" y="2739714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id="{B2BA3CCE-9278-934F-8020-A9A3C0BDA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2439676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id="{5AB37789-637D-C443-B20A-F54499BB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6354" y="243967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40BD8E7B-C44D-C64B-8B42-1AB6A22BDEC2}"/>
              </a:ext>
            </a:extLst>
          </p:cNvPr>
          <p:cNvSpPr/>
          <p:nvPr/>
        </p:nvSpPr>
        <p:spPr>
          <a:xfrm>
            <a:off x="4153301" y="3785951"/>
            <a:ext cx="3591390" cy="522811"/>
          </a:xfrm>
          <a:custGeom>
            <a:avLst/>
            <a:gdLst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4" fmla="*/ 5874327 w 5874327"/>
              <a:gd name="connsiteY4" fmla="*/ 41564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48806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30701 h 277091"/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0" fmla="*/ 0 w 5874327"/>
              <a:gd name="connsiteY0" fmla="*/ 5510 h 282601"/>
              <a:gd name="connsiteX1" fmla="*/ 0 w 5874327"/>
              <a:gd name="connsiteY1" fmla="*/ 282601 h 282601"/>
              <a:gd name="connsiteX2" fmla="*/ 5874327 w 5874327"/>
              <a:gd name="connsiteY2" fmla="*/ 282601 h 282601"/>
              <a:gd name="connsiteX3" fmla="*/ 5864278 w 5874327"/>
              <a:gd name="connsiteY3" fmla="*/ 0 h 28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4327" h="282601">
                <a:moveTo>
                  <a:pt x="0" y="5510"/>
                </a:moveTo>
                <a:lnTo>
                  <a:pt x="0" y="282601"/>
                </a:lnTo>
                <a:lnTo>
                  <a:pt x="5874327" y="282601"/>
                </a:lnTo>
                <a:cubicBezTo>
                  <a:pt x="5874327" y="204092"/>
                  <a:pt x="5863162" y="41065"/>
                  <a:pt x="5864278" y="0"/>
                </a:cubicBezTo>
              </a:path>
            </a:pathLst>
          </a:custGeom>
          <a:noFill/>
          <a:ln w="34925">
            <a:solidFill>
              <a:srgbClr val="0000A8"/>
            </a:solidFill>
            <a:headEnd type="triangle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18B56FA4-5E06-734B-8CCA-520BDE95A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424" y="4590175"/>
            <a:ext cx="5247083" cy="193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发送端：</a:t>
            </a:r>
          </a:p>
          <a:p>
            <a:pPr marL="400050" indent="-276225">
              <a:defRPr/>
            </a:pPr>
            <a:r>
              <a:rPr lang="en-US" sz="2400" kern="0" dirty="0"/>
              <a:t>把数据报封装到帧中</a:t>
            </a:r>
          </a:p>
          <a:p>
            <a:pPr marL="400050" indent="-276225">
              <a:defRPr/>
            </a:pPr>
            <a:r>
              <a:rPr lang="en-US" sz="2400" kern="0" dirty="0"/>
              <a:t>添加差错检测比特、可靠数据传输、流量控制等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CE6ED78C-4BB6-A242-9D70-6F08129C2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664" y="4606063"/>
            <a:ext cx="4829464" cy="185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接收端：</a:t>
            </a:r>
          </a:p>
          <a:p>
            <a:pPr marL="400050" indent="-276225">
              <a:defRPr/>
            </a:pPr>
            <a:r>
              <a:rPr lang="en-US" sz="2400" kern="0" dirty="0"/>
              <a:t>检查差错，执行可靠数据传输、流量控制等</a:t>
            </a:r>
          </a:p>
          <a:p>
            <a:pPr marL="400050" indent="-276225">
              <a:defRPr/>
            </a:pPr>
            <a:r>
              <a:rPr lang="en-US" sz="2400" kern="0" dirty="0"/>
              <a:t>提取数据报，并交给接收端上层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7C4F57-1245-0842-89E6-D0D42B4637B1}"/>
              </a:ext>
            </a:extLst>
          </p:cNvPr>
          <p:cNvGrpSpPr/>
          <p:nvPr/>
        </p:nvGrpSpPr>
        <p:grpSpPr>
          <a:xfrm>
            <a:off x="957300" y="3054812"/>
            <a:ext cx="1569900" cy="338554"/>
            <a:chOff x="946500" y="2082812"/>
            <a:chExt cx="1569900" cy="338554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EDCCCEE-3CB2-1846-BBAC-01DB77CF94E9}"/>
                </a:ext>
              </a:extLst>
            </p:cNvPr>
            <p:cNvSpPr/>
            <p:nvPr/>
          </p:nvSpPr>
          <p:spPr>
            <a:xfrm>
              <a:off x="977194" y="2096985"/>
              <a:ext cx="1539206" cy="31141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6EC950-6D21-8943-AD9A-1A9BA731F563}"/>
                </a:ext>
              </a:extLst>
            </p:cNvPr>
            <p:cNvSpPr txBox="1"/>
            <p:nvPr/>
          </p:nvSpPr>
          <p:spPr>
            <a:xfrm>
              <a:off x="946500" y="2082812"/>
              <a:ext cx="6159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link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974AB8B-EB99-0441-9682-66840F3A7F92}"/>
              </a:ext>
            </a:extLst>
          </p:cNvPr>
          <p:cNvGrpSpPr/>
          <p:nvPr/>
        </p:nvGrpSpPr>
        <p:grpSpPr>
          <a:xfrm>
            <a:off x="955870" y="3055124"/>
            <a:ext cx="1642179" cy="339427"/>
            <a:chOff x="8795014" y="27710"/>
            <a:chExt cx="1642179" cy="339427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3F4BB85F-69FB-5247-9776-577109762BF8}"/>
                </a:ext>
              </a:extLst>
            </p:cNvPr>
            <p:cNvGrpSpPr/>
            <p:nvPr/>
          </p:nvGrpSpPr>
          <p:grpSpPr>
            <a:xfrm>
              <a:off x="8795014" y="28583"/>
              <a:ext cx="1569900" cy="338554"/>
              <a:chOff x="946500" y="2082812"/>
              <a:chExt cx="1569900" cy="338554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BC16E38-D878-DA40-BBB8-6FB0CDBAC30B}"/>
                  </a:ext>
                </a:extLst>
              </p:cNvPr>
              <p:cNvSpPr/>
              <p:nvPr/>
            </p:nvSpPr>
            <p:spPr>
              <a:xfrm>
                <a:off x="977194" y="2096985"/>
                <a:ext cx="1539206" cy="31141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A787236-15FA-7C49-9EC5-8D58F317FD53}"/>
                  </a:ext>
                </a:extLst>
              </p:cNvPr>
              <p:cNvSpPr txBox="1"/>
              <p:nvPr/>
            </p:nvSpPr>
            <p:spPr>
              <a:xfrm>
                <a:off x="946500" y="2082812"/>
                <a:ext cx="6159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link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005BFB6-442F-8B4F-A9BE-E9EA4B39C815}"/>
                </a:ext>
              </a:extLst>
            </p:cNvPr>
            <p:cNvGrpSpPr/>
            <p:nvPr/>
          </p:nvGrpSpPr>
          <p:grpSpPr>
            <a:xfrm>
              <a:off x="9386857" y="27710"/>
              <a:ext cx="1050336" cy="338554"/>
              <a:chOff x="1551732" y="2084406"/>
              <a:chExt cx="1050336" cy="338554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71FB187-96E4-244B-AF15-E9CD3D0042E1}"/>
                  </a:ext>
                </a:extLst>
              </p:cNvPr>
              <p:cNvSpPr/>
              <p:nvPr/>
            </p:nvSpPr>
            <p:spPr>
              <a:xfrm>
                <a:off x="1568121" y="2133017"/>
                <a:ext cx="925841" cy="246705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0070C0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B0772B65-2D38-BD48-890B-AE81492D2152}"/>
                  </a:ext>
                </a:extLst>
              </p:cNvPr>
              <p:cNvSpPr txBox="1"/>
              <p:nvPr/>
            </p:nvSpPr>
            <p:spPr>
              <a:xfrm>
                <a:off x="1551732" y="2084406"/>
                <a:ext cx="1050336" cy="338554"/>
              </a:xfrm>
              <a:prstGeom prst="rect">
                <a:avLst/>
              </a:prstGeom>
              <a:noFill/>
              <a:effectLst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数据报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6E2B94-DB9A-7246-AFC8-1AF4BF171909}"/>
              </a:ext>
            </a:extLst>
          </p:cNvPr>
          <p:cNvGrpSpPr/>
          <p:nvPr/>
        </p:nvGrpSpPr>
        <p:grpSpPr>
          <a:xfrm>
            <a:off x="1551732" y="2080806"/>
            <a:ext cx="1050336" cy="338554"/>
            <a:chOff x="1551732" y="2084406"/>
            <a:chExt cx="1050336" cy="3385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FE69BAF-1146-6E49-A666-E323A3E57C63}"/>
                </a:ext>
              </a:extLst>
            </p:cNvPr>
            <p:cNvSpPr/>
            <p:nvPr/>
          </p:nvSpPr>
          <p:spPr>
            <a:xfrm>
              <a:off x="1568121" y="2133017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6546C0F-2F99-5D49-9B71-D806E1F4AC4B}"/>
                </a:ext>
              </a:extLst>
            </p:cNvPr>
            <p:cNvSpPr txBox="1"/>
            <p:nvPr/>
          </p:nvSpPr>
          <p:spPr>
            <a:xfrm>
              <a:off x="1551732" y="2084406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数据报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E4DCBCE-E716-334C-BD5E-3775F82A2DA5}"/>
              </a:ext>
            </a:extLst>
          </p:cNvPr>
          <p:cNvGrpSpPr/>
          <p:nvPr/>
        </p:nvGrpSpPr>
        <p:grpSpPr>
          <a:xfrm>
            <a:off x="9888337" y="3037360"/>
            <a:ext cx="1050336" cy="338554"/>
            <a:chOff x="309834" y="1124253"/>
            <a:chExt cx="1050336" cy="338554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80854FB-94FB-5641-A2CE-545956B45415}"/>
                </a:ext>
              </a:extLst>
            </p:cNvPr>
            <p:cNvSpPr/>
            <p:nvPr/>
          </p:nvSpPr>
          <p:spPr>
            <a:xfrm>
              <a:off x="326223" y="1172864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9C16815-500B-C54D-BE20-C80213A27D36}"/>
                </a:ext>
              </a:extLst>
            </p:cNvPr>
            <p:cNvSpPr txBox="1"/>
            <p:nvPr/>
          </p:nvSpPr>
          <p:spPr>
            <a:xfrm>
              <a:off x="309834" y="1124253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数据报</a:t>
              </a:r>
            </a:p>
          </p:txBody>
        </p:sp>
      </p:grpSp>
      <p:sp>
        <p:nvSpPr>
          <p:cNvPr id="135" name="Slide Number Placeholder 4">
            <a:extLst>
              <a:ext uri="{FF2B5EF4-FFF2-40B4-BE49-F238E27FC236}">
                <a16:creationId xmlns:a16="http://schemas.microsoft.com/office/drawing/2014/main" id="{B42137AA-2705-A54C-8A5A-83DF24E92D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7.40741E-7 L -2.5E-6 0.1423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023 C 0.00078 0.05555 0.0017 0.11111 0.00261 0.1669 L 0.68633 0.17477 L 0.68633 -0.00301 " pathEditMode="relative" rAng="0" ptsTypes="AAAA">
                                      <p:cBhvr>
                                        <p:cTn id="2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10" y="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023 L -0.00039 -0.1384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6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1B8519-F020-5F41-9762-E63B0FD7EA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98812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路由器体系结构概览</a:t>
            </a:r>
            <a:endParaRPr lang="en-US" sz="4800" dirty="0"/>
          </a:p>
        </p:txBody>
      </p:sp>
      <p:sp>
        <p:nvSpPr>
          <p:cNvPr id="62" name="Rectangle 13">
            <a:extLst>
              <a:ext uri="{FF2B5EF4-FFF2-40B4-BE49-F238E27FC236}">
                <a16:creationId xmlns:a16="http://schemas.microsoft.com/office/drawing/2014/main" id="{1FBC4707-F7A4-A94F-8160-5F9B11761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4641" y="1443590"/>
            <a:ext cx="1078727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通用路由器体系结构的高层视图：</a:t>
            </a:r>
          </a:p>
        </p:txBody>
      </p:sp>
      <p:grpSp>
        <p:nvGrpSpPr>
          <p:cNvPr id="11" name="Group 60">
            <a:extLst>
              <a:ext uri="{FF2B5EF4-FFF2-40B4-BE49-F238E27FC236}">
                <a16:creationId xmlns:a16="http://schemas.microsoft.com/office/drawing/2014/main" id="{BFA21CC6-3BDD-0546-BF9B-53F12E412143}"/>
              </a:ext>
            </a:extLst>
          </p:cNvPr>
          <p:cNvGrpSpPr>
            <a:grpSpLocks/>
          </p:cNvGrpSpPr>
          <p:nvPr/>
        </p:nvGrpSpPr>
        <p:grpSpPr bwMode="auto">
          <a:xfrm>
            <a:off x="4324902" y="3466272"/>
            <a:ext cx="1609725" cy="2343150"/>
            <a:chOff x="2418" y="1882"/>
            <a:chExt cx="1014" cy="1476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2" name="Rectangle 45">
              <a:extLst>
                <a:ext uri="{FF2B5EF4-FFF2-40B4-BE49-F238E27FC236}">
                  <a16:creationId xmlns:a16="http://schemas.microsoft.com/office/drawing/2014/main" id="{97E8C5CE-2986-D342-8AF6-D8B4A72B6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1882"/>
              <a:ext cx="1014" cy="147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Text Box 48">
              <a:extLst>
                <a:ext uri="{FF2B5EF4-FFF2-40B4-BE49-F238E27FC236}">
                  <a16:creationId xmlns:a16="http://schemas.microsoft.com/office/drawing/2014/main" id="{62B04B43-D6DE-1643-8C5F-DAEC3D27B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5" y="2418"/>
              <a:ext cx="876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高速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交换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结构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EF9895C-337A-3B44-9EA1-F8EEA976D228}"/>
              </a:ext>
            </a:extLst>
          </p:cNvPr>
          <p:cNvGrpSpPr/>
          <p:nvPr/>
        </p:nvGrpSpPr>
        <p:grpSpPr>
          <a:xfrm>
            <a:off x="4342365" y="2504247"/>
            <a:ext cx="1590675" cy="1090613"/>
            <a:chOff x="4342365" y="2504247"/>
            <a:chExt cx="1590675" cy="1090613"/>
          </a:xfrm>
        </p:grpSpPr>
        <p:sp>
          <p:nvSpPr>
            <p:cNvPr id="14" name="Rectangle 46">
              <a:extLst>
                <a:ext uri="{FF2B5EF4-FFF2-40B4-BE49-F238E27FC236}">
                  <a16:creationId xmlns:a16="http://schemas.microsoft.com/office/drawing/2014/main" id="{7302BDAC-B9C0-8949-A593-83EC0EF2D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365" y="2504247"/>
              <a:ext cx="1590675" cy="64770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" name="Text Box 47">
              <a:extLst>
                <a:ext uri="{FF2B5EF4-FFF2-40B4-BE49-F238E27FC236}">
                  <a16:creationId xmlns:a16="http://schemas.microsoft.com/office/drawing/2014/main" id="{4F3F6146-1D55-0B4C-BB98-623E05AE05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0165" y="2545522"/>
              <a:ext cx="1187450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路由选择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处理器</a:t>
              </a:r>
            </a:p>
          </p:txBody>
        </p:sp>
        <p:sp>
          <p:nvSpPr>
            <p:cNvPr id="16" name="Line 50">
              <a:extLst>
                <a:ext uri="{FF2B5EF4-FFF2-40B4-BE49-F238E27FC236}">
                  <a16:creationId xmlns:a16="http://schemas.microsoft.com/office/drawing/2014/main" id="{73F730FD-50D6-6D47-8351-91FF553BF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1027" y="3023360"/>
              <a:ext cx="19050" cy="5715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" name="Group 17">
            <a:extLst>
              <a:ext uri="{FF2B5EF4-FFF2-40B4-BE49-F238E27FC236}">
                <a16:creationId xmlns:a16="http://schemas.microsoft.com/office/drawing/2014/main" id="{ACA66ED2-9041-9540-A174-B6BE809E0111}"/>
              </a:ext>
            </a:extLst>
          </p:cNvPr>
          <p:cNvGrpSpPr>
            <a:grpSpLocks/>
          </p:cNvGrpSpPr>
          <p:nvPr/>
        </p:nvGrpSpPr>
        <p:grpSpPr bwMode="auto">
          <a:xfrm>
            <a:off x="2281790" y="3480560"/>
            <a:ext cx="2033587" cy="566737"/>
            <a:chOff x="930" y="1989"/>
            <a:chExt cx="1482" cy="357"/>
          </a:xfrm>
        </p:grpSpPr>
        <p:sp>
          <p:nvSpPr>
            <p:cNvPr id="18" name="Rectangle 9">
              <a:extLst>
                <a:ext uri="{FF2B5EF4-FFF2-40B4-BE49-F238E27FC236}">
                  <a16:creationId xmlns:a16="http://schemas.microsoft.com/office/drawing/2014/main" id="{62683D12-8EE3-D54F-9142-B80DE97A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989"/>
              <a:ext cx="1086" cy="3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7C8073E8-202F-E24A-8766-ABE3BC4DC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2089"/>
              <a:ext cx="337" cy="16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80E00E55-88BB-DC43-A2D7-ED792D65F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2" y="2025"/>
              <a:ext cx="273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3C6CD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1" name="Rectangle 8">
              <a:extLst>
                <a:ext uri="{FF2B5EF4-FFF2-40B4-BE49-F238E27FC236}">
                  <a16:creationId xmlns:a16="http://schemas.microsoft.com/office/drawing/2014/main" id="{697D85E7-E59C-2948-B89C-5F82FF5C7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23"/>
              <a:ext cx="274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" name="Line 16">
              <a:extLst>
                <a:ext uri="{FF2B5EF4-FFF2-40B4-BE49-F238E27FC236}">
                  <a16:creationId xmlns:a16="http://schemas.microsoft.com/office/drawing/2014/main" id="{5BF71348-3208-AB4B-82A9-83B395A2F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" y="2169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" name="Group 18">
            <a:extLst>
              <a:ext uri="{FF2B5EF4-FFF2-40B4-BE49-F238E27FC236}">
                <a16:creationId xmlns:a16="http://schemas.microsoft.com/office/drawing/2014/main" id="{A6176FD2-28E4-634E-B138-CE64958CCB93}"/>
              </a:ext>
            </a:extLst>
          </p:cNvPr>
          <p:cNvGrpSpPr>
            <a:grpSpLocks/>
          </p:cNvGrpSpPr>
          <p:nvPr/>
        </p:nvGrpSpPr>
        <p:grpSpPr bwMode="auto">
          <a:xfrm>
            <a:off x="2270677" y="5218872"/>
            <a:ext cx="2058988" cy="566738"/>
            <a:chOff x="930" y="1989"/>
            <a:chExt cx="1482" cy="357"/>
          </a:xfrm>
        </p:grpSpPr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B02421A2-89F9-7B4F-AD0F-B54C1097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989"/>
              <a:ext cx="1088" cy="3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F8E24AD8-D1B3-694B-BCB6-D84CE449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7" y="2089"/>
              <a:ext cx="337" cy="16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EAAFBCAC-65CD-014D-AEFE-7FBAFCE9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2" y="2025"/>
              <a:ext cx="273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3C6CD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" name="Rectangle 22">
              <a:extLst>
                <a:ext uri="{FF2B5EF4-FFF2-40B4-BE49-F238E27FC236}">
                  <a16:creationId xmlns:a16="http://schemas.microsoft.com/office/drawing/2014/main" id="{0C8D09F6-0F58-0440-9B1A-15F2687E5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23"/>
              <a:ext cx="274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Line 23">
              <a:extLst>
                <a:ext uri="{FF2B5EF4-FFF2-40B4-BE49-F238E27FC236}">
                  <a16:creationId xmlns:a16="http://schemas.microsoft.com/office/drawing/2014/main" id="{F601D68E-5FC2-E24B-9E6A-DBF25E086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" y="2169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9" name="Group 29">
            <a:extLst>
              <a:ext uri="{FF2B5EF4-FFF2-40B4-BE49-F238E27FC236}">
                <a16:creationId xmlns:a16="http://schemas.microsoft.com/office/drawing/2014/main" id="{DBEF67F1-37BF-D74B-BCE9-505A050D61CD}"/>
              </a:ext>
            </a:extLst>
          </p:cNvPr>
          <p:cNvGrpSpPr>
            <a:grpSpLocks/>
          </p:cNvGrpSpPr>
          <p:nvPr/>
        </p:nvGrpSpPr>
        <p:grpSpPr bwMode="auto">
          <a:xfrm rot="2656396">
            <a:off x="2900915" y="4371147"/>
            <a:ext cx="546100" cy="546100"/>
            <a:chOff x="354" y="2715"/>
            <a:chExt cx="344" cy="344"/>
          </a:xfrm>
        </p:grpSpPr>
        <p:sp>
          <p:nvSpPr>
            <p:cNvPr id="30" name="Oval 25">
              <a:extLst>
                <a:ext uri="{FF2B5EF4-FFF2-40B4-BE49-F238E27FC236}">
                  <a16:creationId xmlns:a16="http://schemas.microsoft.com/office/drawing/2014/main" id="{9C112058-256F-D445-8FC7-9A99414DF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715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" name="Oval 26">
              <a:extLst>
                <a:ext uri="{FF2B5EF4-FFF2-40B4-BE49-F238E27FC236}">
                  <a16:creationId xmlns:a16="http://schemas.microsoft.com/office/drawing/2014/main" id="{90D25AC5-CC8E-B54C-82BF-7D5D98699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811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" name="Oval 27">
              <a:extLst>
                <a:ext uri="{FF2B5EF4-FFF2-40B4-BE49-F238E27FC236}">
                  <a16:creationId xmlns:a16="http://schemas.microsoft.com/office/drawing/2014/main" id="{40D693B4-9136-E641-8D14-C1E0622EC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" y="2907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" name="Oval 28">
              <a:extLst>
                <a:ext uri="{FF2B5EF4-FFF2-40B4-BE49-F238E27FC236}">
                  <a16:creationId xmlns:a16="http://schemas.microsoft.com/office/drawing/2014/main" id="{4775F00E-A158-F94A-972C-197213FC8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" y="3003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4" name="Text Box 57">
            <a:extLst>
              <a:ext uri="{FF2B5EF4-FFF2-40B4-BE49-F238E27FC236}">
                <a16:creationId xmlns:a16="http://schemas.microsoft.com/office/drawing/2014/main" id="{492AF8D2-6C5A-F547-903E-BECF47C4F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7015" y="5864985"/>
            <a:ext cx="1911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路由器输入端口</a:t>
            </a:r>
          </a:p>
        </p:txBody>
      </p:sp>
      <p:grpSp>
        <p:nvGrpSpPr>
          <p:cNvPr id="35" name="Group 37">
            <a:extLst>
              <a:ext uri="{FF2B5EF4-FFF2-40B4-BE49-F238E27FC236}">
                <a16:creationId xmlns:a16="http://schemas.microsoft.com/office/drawing/2014/main" id="{11CB7D7F-8B2C-554A-B4F6-07F28C5B5C9F}"/>
              </a:ext>
            </a:extLst>
          </p:cNvPr>
          <p:cNvGrpSpPr>
            <a:grpSpLocks/>
          </p:cNvGrpSpPr>
          <p:nvPr/>
        </p:nvGrpSpPr>
        <p:grpSpPr bwMode="auto">
          <a:xfrm>
            <a:off x="5882240" y="3485322"/>
            <a:ext cx="1957387" cy="566738"/>
            <a:chOff x="-51" y="2454"/>
            <a:chExt cx="1482" cy="35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36" name="Group 36">
              <a:extLst>
                <a:ext uri="{FF2B5EF4-FFF2-40B4-BE49-F238E27FC236}">
                  <a16:creationId xmlns:a16="http://schemas.microsoft.com/office/drawing/2014/main" id="{9302BD5C-3388-5F4D-8CCA-EAD2FD66ADB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71" y="2454"/>
              <a:ext cx="1086" cy="357"/>
              <a:chOff x="171" y="2454"/>
              <a:chExt cx="1086" cy="357"/>
            </a:xfrm>
          </p:grpSpPr>
          <p:sp>
            <p:nvSpPr>
              <p:cNvPr id="38" name="Rectangle 31">
                <a:extLst>
                  <a:ext uri="{FF2B5EF4-FFF2-40B4-BE49-F238E27FC236}">
                    <a16:creationId xmlns:a16="http://schemas.microsoft.com/office/drawing/2014/main" id="{0D459D87-1893-1743-8D5A-F323FDD34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" y="2454"/>
                <a:ext cx="1084" cy="357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9" name="Rectangle 32">
                <a:extLst>
                  <a:ext uri="{FF2B5EF4-FFF2-40B4-BE49-F238E27FC236}">
                    <a16:creationId xmlns:a16="http://schemas.microsoft.com/office/drawing/2014/main" id="{D94682C7-1EFD-0242-B3A2-8679BFDAC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2554"/>
                <a:ext cx="338" cy="16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" name="Rectangle 33">
                <a:extLst>
                  <a:ext uri="{FF2B5EF4-FFF2-40B4-BE49-F238E27FC236}">
                    <a16:creationId xmlns:a16="http://schemas.microsoft.com/office/drawing/2014/main" id="{D323E676-6A0B-9D4C-A262-5DA2B4D92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" y="2490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3C6CD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Rectangle 34">
                <a:extLst>
                  <a:ext uri="{FF2B5EF4-FFF2-40B4-BE49-F238E27FC236}">
                    <a16:creationId xmlns:a16="http://schemas.microsoft.com/office/drawing/2014/main" id="{DE45BAF9-F85F-CE49-B15E-73BB262FD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1" y="2488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7" name="Line 35">
              <a:extLst>
                <a:ext uri="{FF2B5EF4-FFF2-40B4-BE49-F238E27FC236}">
                  <a16:creationId xmlns:a16="http://schemas.microsoft.com/office/drawing/2014/main" id="{63958D1A-98FE-AF43-AC11-DB72B9D9C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1" y="2634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2" name="Group 38">
            <a:extLst>
              <a:ext uri="{FF2B5EF4-FFF2-40B4-BE49-F238E27FC236}">
                <a16:creationId xmlns:a16="http://schemas.microsoft.com/office/drawing/2014/main" id="{5D8C710B-718F-D647-B17E-DF34372005AC}"/>
              </a:ext>
            </a:extLst>
          </p:cNvPr>
          <p:cNvGrpSpPr>
            <a:grpSpLocks/>
          </p:cNvGrpSpPr>
          <p:nvPr/>
        </p:nvGrpSpPr>
        <p:grpSpPr bwMode="auto">
          <a:xfrm>
            <a:off x="5901290" y="5218872"/>
            <a:ext cx="2011362" cy="566738"/>
            <a:chOff x="-51" y="2454"/>
            <a:chExt cx="1482" cy="357"/>
          </a:xfrm>
        </p:grpSpPr>
        <p:grpSp>
          <p:nvGrpSpPr>
            <p:cNvPr id="43" name="Group 39">
              <a:extLst>
                <a:ext uri="{FF2B5EF4-FFF2-40B4-BE49-F238E27FC236}">
                  <a16:creationId xmlns:a16="http://schemas.microsoft.com/office/drawing/2014/main" id="{EC854885-69FE-4244-BF93-8BB2F7786F8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71" y="2454"/>
              <a:ext cx="1086" cy="357"/>
              <a:chOff x="171" y="2454"/>
              <a:chExt cx="1086" cy="357"/>
            </a:xfrm>
          </p:grpSpPr>
          <p:sp>
            <p:nvSpPr>
              <p:cNvPr id="45" name="Rectangle 40">
                <a:extLst>
                  <a:ext uri="{FF2B5EF4-FFF2-40B4-BE49-F238E27FC236}">
                    <a16:creationId xmlns:a16="http://schemas.microsoft.com/office/drawing/2014/main" id="{31148FFC-88E2-8643-8EDC-EE4624168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" y="2454"/>
                <a:ext cx="1084" cy="357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6" name="Rectangle 41">
                <a:extLst>
                  <a:ext uri="{FF2B5EF4-FFF2-40B4-BE49-F238E27FC236}">
                    <a16:creationId xmlns:a16="http://schemas.microsoft.com/office/drawing/2014/main" id="{682A9F8F-8723-874E-BB4D-B2BB08BC7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2554"/>
                <a:ext cx="337" cy="16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" name="Rectangle 42">
                <a:extLst>
                  <a:ext uri="{FF2B5EF4-FFF2-40B4-BE49-F238E27FC236}">
                    <a16:creationId xmlns:a16="http://schemas.microsoft.com/office/drawing/2014/main" id="{E9D99F85-7DA2-B94F-9793-067BFD27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2" y="2490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3C6CD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8" name="Rectangle 43">
                <a:extLst>
                  <a:ext uri="{FF2B5EF4-FFF2-40B4-BE49-F238E27FC236}">
                    <a16:creationId xmlns:a16="http://schemas.microsoft.com/office/drawing/2014/main" id="{79592419-CEB4-124B-A09B-CF67F5F2A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" y="2488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4" name="Line 44">
              <a:extLst>
                <a:ext uri="{FF2B5EF4-FFF2-40B4-BE49-F238E27FC236}">
                  <a16:creationId xmlns:a16="http://schemas.microsoft.com/office/drawing/2014/main" id="{CBC3FC3D-F764-0047-9677-FB9B8EAAF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1" y="2634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" name="Group 51">
            <a:extLst>
              <a:ext uri="{FF2B5EF4-FFF2-40B4-BE49-F238E27FC236}">
                <a16:creationId xmlns:a16="http://schemas.microsoft.com/office/drawing/2014/main" id="{0063545A-31FC-8D42-B9F6-52805867B567}"/>
              </a:ext>
            </a:extLst>
          </p:cNvPr>
          <p:cNvGrpSpPr>
            <a:grpSpLocks/>
          </p:cNvGrpSpPr>
          <p:nvPr/>
        </p:nvGrpSpPr>
        <p:grpSpPr bwMode="auto">
          <a:xfrm rot="2656396">
            <a:off x="6768065" y="4361622"/>
            <a:ext cx="546100" cy="546100"/>
            <a:chOff x="354" y="2715"/>
            <a:chExt cx="344" cy="344"/>
          </a:xfrm>
        </p:grpSpPr>
        <p:sp>
          <p:nvSpPr>
            <p:cNvPr id="50" name="Oval 52">
              <a:extLst>
                <a:ext uri="{FF2B5EF4-FFF2-40B4-BE49-F238E27FC236}">
                  <a16:creationId xmlns:a16="http://schemas.microsoft.com/office/drawing/2014/main" id="{83BE4773-3E63-524C-AD59-033C9E430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715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Oval 53">
              <a:extLst>
                <a:ext uri="{FF2B5EF4-FFF2-40B4-BE49-F238E27FC236}">
                  <a16:creationId xmlns:a16="http://schemas.microsoft.com/office/drawing/2014/main" id="{F45E0C4D-B738-5E42-99B7-C0253D1EC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811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" name="Oval 54">
              <a:extLst>
                <a:ext uri="{FF2B5EF4-FFF2-40B4-BE49-F238E27FC236}">
                  <a16:creationId xmlns:a16="http://schemas.microsoft.com/office/drawing/2014/main" id="{2BD06A3F-4F96-8948-8417-90216E36C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" y="2907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3" name="Oval 55">
              <a:extLst>
                <a:ext uri="{FF2B5EF4-FFF2-40B4-BE49-F238E27FC236}">
                  <a16:creationId xmlns:a16="http://schemas.microsoft.com/office/drawing/2014/main" id="{6A51F44D-8E0B-DD44-A2B0-5A5743630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" y="3003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4" name="Text Box 58">
            <a:extLst>
              <a:ext uri="{FF2B5EF4-FFF2-40B4-BE49-F238E27FC236}">
                <a16:creationId xmlns:a16="http://schemas.microsoft.com/office/drawing/2014/main" id="{8536AB41-BBDA-6A40-9786-A1757F6328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1327" y="5906260"/>
            <a:ext cx="2051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路由器输出端口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DEF025D-D161-0845-8BA8-D19B1861EED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270677" y="3275772"/>
            <a:ext cx="7802563" cy="127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BAC350F1-2A41-2C4D-A74E-E12FE3300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7765" y="3312285"/>
            <a:ext cx="2185987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转发数据平面（硬件）在纳秒时间尺度运行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E496939-D5D8-314E-A293-36FDE55B1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0377" y="2208972"/>
            <a:ext cx="287972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路由选择、管理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控制平面（软件）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在毫秒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时间尺度运行</a:t>
            </a:r>
          </a:p>
        </p:txBody>
      </p:sp>
      <p:sp>
        <p:nvSpPr>
          <p:cNvPr id="58" name="Freeform 10">
            <a:extLst>
              <a:ext uri="{FF2B5EF4-FFF2-40B4-BE49-F238E27FC236}">
                <a16:creationId xmlns:a16="http://schemas.microsoft.com/office/drawing/2014/main" id="{9563B337-045C-B84E-ADB0-A5D36720825E}"/>
              </a:ext>
            </a:extLst>
          </p:cNvPr>
          <p:cNvSpPr>
            <a:spLocks/>
          </p:cNvSpPr>
          <p:nvPr/>
        </p:nvSpPr>
        <p:spPr bwMode="auto">
          <a:xfrm>
            <a:off x="3735940" y="2799522"/>
            <a:ext cx="512762" cy="73025"/>
          </a:xfrm>
          <a:custGeom>
            <a:avLst/>
            <a:gdLst>
              <a:gd name="T0" fmla="*/ 487003 w 512919"/>
              <a:gd name="T1" fmla="*/ 70891 h 73266"/>
              <a:gd name="T2" fmla="*/ 511349 w 512919"/>
              <a:gd name="T3" fmla="*/ 0 h 73266"/>
              <a:gd name="T4" fmla="*/ 146098 w 512919"/>
              <a:gd name="T5" fmla="*/ 11815 h 73266"/>
              <a:gd name="T6" fmla="*/ 97399 w 512919"/>
              <a:gd name="T7" fmla="*/ 23630 h 73266"/>
              <a:gd name="T8" fmla="*/ 0 w 512919"/>
              <a:gd name="T9" fmla="*/ 11815 h 73266"/>
              <a:gd name="T10" fmla="*/ 0 w 512919"/>
              <a:gd name="T11" fmla="*/ 11815 h 73266"/>
              <a:gd name="T12" fmla="*/ 511349 w 512919"/>
              <a:gd name="T13" fmla="*/ 11815 h 7326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512919"/>
              <a:gd name="T22" fmla="*/ 0 h 73266"/>
              <a:gd name="T23" fmla="*/ 512919 w 512919"/>
              <a:gd name="T24" fmla="*/ 73266 h 7326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512919" h="73266">
                <a:moveTo>
                  <a:pt x="488494" y="73266"/>
                </a:moveTo>
                <a:lnTo>
                  <a:pt x="512919" y="0"/>
                </a:lnTo>
                <a:cubicBezTo>
                  <a:pt x="390795" y="4070"/>
                  <a:pt x="268529" y="5036"/>
                  <a:pt x="146548" y="12211"/>
                </a:cubicBezTo>
                <a:cubicBezTo>
                  <a:pt x="129793" y="13196"/>
                  <a:pt x="114483" y="24422"/>
                  <a:pt x="97699" y="24422"/>
                </a:cubicBezTo>
                <a:cubicBezTo>
                  <a:pt x="64879" y="24422"/>
                  <a:pt x="0" y="12211"/>
                  <a:pt x="0" y="12211"/>
                </a:cubicBezTo>
                <a:lnTo>
                  <a:pt x="512919" y="1221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9" name="Elbow Connector 58">
            <a:extLst>
              <a:ext uri="{FF2B5EF4-FFF2-40B4-BE49-F238E27FC236}">
                <a16:creationId xmlns:a16="http://schemas.microsoft.com/office/drawing/2014/main" id="{3E124150-F33F-0C46-842C-F5427C1367BD}"/>
              </a:ext>
            </a:extLst>
          </p:cNvPr>
          <p:cNvCxnSpPr>
            <a:cxnSpLocks noChangeShapeType="1"/>
            <a:endCxn id="27" idx="0"/>
          </p:cNvCxnSpPr>
          <p:nvPr/>
        </p:nvCxnSpPr>
        <p:spPr bwMode="auto">
          <a:xfrm rot="5400000">
            <a:off x="2752483" y="3862354"/>
            <a:ext cx="2473325" cy="347662"/>
          </a:xfrm>
          <a:prstGeom prst="bentConnector3">
            <a:avLst>
              <a:gd name="adj1" fmla="val -60"/>
            </a:avLst>
          </a:prstGeom>
          <a:noFill/>
          <a:ln w="1905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0" name="Slide Number Placeholder 4">
            <a:extLst>
              <a:ext uri="{FF2B5EF4-FFF2-40B4-BE49-F238E27FC236}">
                <a16:creationId xmlns:a16="http://schemas.microsoft.com/office/drawing/2014/main" id="{31F0B563-E3B7-434E-9C41-6F0D5BC32A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网络层：4-19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4983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Rectangle 2">
            <a:extLst>
              <a:ext uri="{FF2B5EF4-FFF2-40B4-BE49-F238E27FC236}">
                <a16:creationId xmlns:a16="http://schemas.microsoft.com/office/drawing/2014/main" id="{AE11EA8C-818B-FE47-B3A7-B815BA82A7A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协议栈：实现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D244D0E-3746-D34E-99DC-350C061270AB}"/>
              </a:ext>
            </a:extLst>
          </p:cNvPr>
          <p:cNvGrpSpPr/>
          <p:nvPr/>
        </p:nvGrpSpPr>
        <p:grpSpPr>
          <a:xfrm>
            <a:off x="1521866" y="2342630"/>
            <a:ext cx="9052473" cy="3967163"/>
            <a:chOff x="-2135" y="1708150"/>
            <a:chExt cx="9052473" cy="3967163"/>
          </a:xfrm>
        </p:grpSpPr>
        <p:sp>
          <p:nvSpPr>
            <p:cNvPr id="44034" name="Text Box 7">
              <a:extLst>
                <a:ext uri="{FF2B5EF4-FFF2-40B4-BE49-F238E27FC236}">
                  <a16:creationId xmlns:a16="http://schemas.microsoft.com/office/drawing/2014/main" id="{FAEC679B-3FBF-4E45-A787-55442ECA3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3741" y="2228850"/>
              <a:ext cx="1713931" cy="341632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应用层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传输层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44035" name="Line 8">
              <a:extLst>
                <a:ext uri="{FF2B5EF4-FFF2-40B4-BE49-F238E27FC236}">
                  <a16:creationId xmlns:a16="http://schemas.microsoft.com/office/drawing/2014/main" id="{7810748C-078D-A744-B68D-357E215E09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1075" y="2801938"/>
              <a:ext cx="1765300" cy="2698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6" name="Line 9">
              <a:extLst>
                <a:ext uri="{FF2B5EF4-FFF2-40B4-BE49-F238E27FC236}">
                  <a16:creationId xmlns:a16="http://schemas.microsoft.com/office/drawing/2014/main" id="{75305965-CE27-B049-83EA-C0503E148E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35734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7" name="Line 10">
              <a:extLst>
                <a:ext uri="{FF2B5EF4-FFF2-40B4-BE49-F238E27FC236}">
                  <a16:creationId xmlns:a16="http://schemas.microsoft.com/office/drawing/2014/main" id="{6BDE2EF7-A2EA-4241-A5A9-1EFDED5D42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42592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8" name="Line 11">
              <a:extLst>
                <a:ext uri="{FF2B5EF4-FFF2-40B4-BE49-F238E27FC236}">
                  <a16:creationId xmlns:a16="http://schemas.microsoft.com/office/drawing/2014/main" id="{C9E1FD83-DA45-F64F-85DA-2936DA378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3925" y="5003800"/>
              <a:ext cx="1816100" cy="2857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9" name="Rectangle 1">
              <a:extLst>
                <a:ext uri="{FF2B5EF4-FFF2-40B4-BE49-F238E27FC236}">
                  <a16:creationId xmlns:a16="http://schemas.microsoft.com/office/drawing/2014/main" id="{2AB3BE85-1E01-CA42-972D-C1CD2D1133E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632618" y="2386806"/>
              <a:ext cx="1817688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端到端</a:t>
              </a:r>
            </a:p>
          </p:txBody>
        </p:sp>
        <p:sp>
          <p:nvSpPr>
            <p:cNvPr id="44040" name="Line 19">
              <a:extLst>
                <a:ext uri="{FF2B5EF4-FFF2-40B4-BE49-F238E27FC236}">
                  <a16:creationId xmlns:a16="http://schemas.microsoft.com/office/drawing/2014/main" id="{07205E3E-A27B-6144-A022-69B8B6D3F6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3541713"/>
              <a:ext cx="3387725" cy="31750"/>
            </a:xfrm>
            <a:prstGeom prst="line">
              <a:avLst/>
            </a:prstGeom>
            <a:noFill/>
            <a:ln w="44450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Rectangle 3">
              <a:extLst>
                <a:ext uri="{FF2B5EF4-FFF2-40B4-BE49-F238E27FC236}">
                  <a16:creationId xmlns:a16="http://schemas.microsoft.com/office/drawing/2014/main" id="{A46BBEBF-1C35-724A-A4DF-B55EDC23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2509" y="3295650"/>
              <a:ext cx="1652587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操作系统内核</a:t>
              </a:r>
            </a:p>
          </p:txBody>
        </p:sp>
        <p:sp>
          <p:nvSpPr>
            <p:cNvPr id="44042" name="Left Brace 27">
              <a:extLst>
                <a:ext uri="{FF2B5EF4-FFF2-40B4-BE49-F238E27FC236}">
                  <a16:creationId xmlns:a16="http://schemas.microsoft.com/office/drawing/2014/main" id="{88B04AC3-B86A-7F42-B8D1-0E3F781828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372100" y="4486275"/>
              <a:ext cx="465138" cy="914400"/>
            </a:xfrm>
            <a:prstGeom prst="leftBrace">
              <a:avLst>
                <a:gd name="adj1" fmla="val 8337"/>
                <a:gd name="adj2" fmla="val 5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44043" name="Left Brace 28">
              <a:extLst>
                <a:ext uri="{FF2B5EF4-FFF2-40B4-BE49-F238E27FC236}">
                  <a16:creationId xmlns:a16="http://schemas.microsoft.com/office/drawing/2014/main" id="{B3021A39-9148-4742-AB3D-3956E55F0C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381625" y="3095625"/>
              <a:ext cx="465138" cy="914400"/>
            </a:xfrm>
            <a:prstGeom prst="leftBrace">
              <a:avLst>
                <a:gd name="adj1" fmla="val 8337"/>
                <a:gd name="adj2" fmla="val 5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44044" name="Rectangle 29">
              <a:extLst>
                <a:ext uri="{FF2B5EF4-FFF2-40B4-BE49-F238E27FC236}">
                  <a16:creationId xmlns:a16="http://schemas.microsoft.com/office/drawing/2014/main" id="{50BB783D-D9A9-ED4D-B498-E30400758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4541838"/>
              <a:ext cx="3011488" cy="830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NIC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2400">
                  <a:ea typeface="宋体" panose="02010600030101010101" pitchFamily="2" charset="-122"/>
                </a:rPr>
                <a:t>（外设）</a:t>
              </a:r>
              <a:r>
                <a:rPr lang="en-US" altLang="en-US" sz="2400">
                  <a:latin typeface="Times New Roman" panose="02020603050405020304" pitchFamily="18" charset="0"/>
                  <a:ea typeface="宋体" panose="02010600030101010101" pitchFamily="2" charset="-122"/>
                </a:rPr>
                <a:t/>
              </a:r>
              <a:r>
                <a:rPr lang="zh-CN" altLang="en-US" sz="2400">
                  <a:ea typeface="宋体" panose="02010600030101010101" pitchFamily="2" charset="-122"/>
                </a:rPr>
                <a:t/>
              </a: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4045" name="Rectangle 30">
              <a:extLst>
                <a:ext uri="{FF2B5EF4-FFF2-40B4-BE49-F238E27FC236}">
                  <a16:creationId xmlns:a16="http://schemas.microsoft.com/office/drawing/2014/main" id="{146F068E-41ED-484A-B25E-5778B7DE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946" y="2327275"/>
              <a:ext cx="1765300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用户空间</a:t>
              </a:r>
            </a:p>
          </p:txBody>
        </p:sp>
        <p:sp>
          <p:nvSpPr>
            <p:cNvPr id="44046" name="Rectangle 4">
              <a:extLst>
                <a:ext uri="{FF2B5EF4-FFF2-40B4-BE49-F238E27FC236}">
                  <a16:creationId xmlns:a16="http://schemas.microsoft.com/office/drawing/2014/main" id="{331D7BCC-52DC-E545-A8DD-9039E6015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47" y="222885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HTTP, FTP,DNS</a:t>
              </a:r>
              <a:r>
                <a:rPr lang="mr-IN" altLang="zh-CN" sz="2400" dirty="0">
                  <a:ea typeface="宋体" panose="02010600030101010101" pitchFamily="2" charset="-122"/>
                </a:rPr>
                <a:t>……</a:t>
              </a:r>
              <a:endParaRPr lang="en-US" altLang="zh-CN" sz="2400" dirty="0">
                <a:ea typeface="宋体" panose="02010600030101010101" pitchFamily="2" charset="-122"/>
              </a:endParaRPr>
            </a:p>
          </p:txBody>
        </p:sp>
        <p:sp>
          <p:nvSpPr>
            <p:cNvPr id="44047" name="Rectangle 32">
              <a:extLst>
                <a:ext uri="{FF2B5EF4-FFF2-40B4-BE49-F238E27FC236}">
                  <a16:creationId xmlns:a16="http://schemas.microsoft.com/office/drawing/2014/main" id="{EAF23DD7-FE1A-6A4C-A8F9-9A6A6AD14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13" y="289560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TCP,UDP</a:t>
              </a:r>
            </a:p>
          </p:txBody>
        </p:sp>
        <p:sp>
          <p:nvSpPr>
            <p:cNvPr id="44048" name="Rectangle 33">
              <a:extLst>
                <a:ext uri="{FF2B5EF4-FFF2-40B4-BE49-F238E27FC236}">
                  <a16:creationId xmlns:a16="http://schemas.microsoft.com/office/drawing/2014/main" id="{030EF7AD-1237-D443-A7AB-385A67A93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000" y="3762375"/>
              <a:ext cx="2955925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IP</a:t>
              </a:r>
            </a:p>
          </p:txBody>
        </p:sp>
        <p:sp>
          <p:nvSpPr>
            <p:cNvPr id="44049" name="Rectangle 34">
              <a:extLst>
                <a:ext uri="{FF2B5EF4-FFF2-40B4-BE49-F238E27FC236}">
                  <a16:creationId xmlns:a16="http://schemas.microsoft.com/office/drawing/2014/main" id="{28E0B5A6-C672-554C-BAE8-6F7ADD34A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35" y="4424362"/>
              <a:ext cx="295592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ea typeface="宋体" panose="02010600030101010101" pitchFamily="2" charset="-122"/>
                </a:rPr>
                <a:t>CSMA,CDMA,TDMA</a:t>
              </a:r>
              <a:r>
                <a:rPr lang="mr-IN" altLang="zh-CN" sz="2000" dirty="0">
                  <a:ea typeface="宋体" panose="02010600030101010101" pitchFamily="2" charset="-122"/>
                </a:rPr>
                <a:t>…</a:t>
              </a:r>
              <a:endParaRPr lang="en-US" altLang="zh-CN" sz="2000" dirty="0">
                <a:ea typeface="宋体" panose="02010600030101010101" pitchFamily="2" charset="-122"/>
              </a:endParaRPr>
            </a:p>
          </p:txBody>
        </p:sp>
        <p:grpSp>
          <p:nvGrpSpPr>
            <p:cNvPr id="44050" name="Group 6">
              <a:extLst>
                <a:ext uri="{FF2B5EF4-FFF2-40B4-BE49-F238E27FC236}">
                  <a16:creationId xmlns:a16="http://schemas.microsoft.com/office/drawing/2014/main" id="{40CE23A8-7056-884F-B041-71E4C2E1A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700" y="2135188"/>
              <a:ext cx="1641475" cy="3540125"/>
              <a:chOff x="2044454" y="2135189"/>
              <a:chExt cx="1641721" cy="3540125"/>
            </a:xfrm>
          </p:grpSpPr>
          <p:sp>
            <p:nvSpPr>
              <p:cNvPr id="6" name="Arc 5">
                <a:extLst>
                  <a:ext uri="{FF2B5EF4-FFF2-40B4-BE49-F238E27FC236}">
                    <a16:creationId xmlns:a16="http://schemas.microsoft.com/office/drawing/2014/main" id="{9971C973-26A7-6F43-BE18-CD2B8595D408}"/>
                  </a:ext>
                </a:extLst>
              </p:cNvPr>
              <p:cNvSpPr/>
              <p:nvPr/>
            </p:nvSpPr>
            <p:spPr bwMode="auto">
              <a:xfrm>
                <a:off x="2171473" y="2144714"/>
                <a:ext cx="1514702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AA3C7FAE-B564-8D45-AA35-52B1B812FD52}"/>
                  </a:ext>
                </a:extLst>
              </p:cNvPr>
              <p:cNvSpPr/>
              <p:nvPr/>
            </p:nvSpPr>
            <p:spPr bwMode="auto">
              <a:xfrm rot="10800000" flipH="1">
                <a:off x="2044454" y="2135189"/>
                <a:ext cx="1632195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</p:grpSp>
        <p:sp>
          <p:nvSpPr>
            <p:cNvPr id="42" name="Arc 41">
              <a:extLst>
                <a:ext uri="{FF2B5EF4-FFF2-40B4-BE49-F238E27FC236}">
                  <a16:creationId xmlns:a16="http://schemas.microsoft.com/office/drawing/2014/main" id="{9987496F-D6DE-5F43-BD1C-CC158275A9F5}"/>
                </a:ext>
              </a:extLst>
            </p:cNvPr>
            <p:cNvSpPr/>
            <p:nvPr/>
          </p:nvSpPr>
          <p:spPr bwMode="auto">
            <a:xfrm flipH="1">
              <a:off x="5124450" y="2125663"/>
              <a:ext cx="1439863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3" name="Arc 42">
              <a:extLst>
                <a:ext uri="{FF2B5EF4-FFF2-40B4-BE49-F238E27FC236}">
                  <a16:creationId xmlns:a16="http://schemas.microsoft.com/office/drawing/2014/main" id="{F9425E1F-F561-BF43-9BDB-C97F175B2032}"/>
                </a:ext>
              </a:extLst>
            </p:cNvPr>
            <p:cNvSpPr/>
            <p:nvPr/>
          </p:nvSpPr>
          <p:spPr bwMode="auto">
            <a:xfrm rot="10800000">
              <a:off x="5105400" y="2116138"/>
              <a:ext cx="1550988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4053" name="Line 11">
              <a:extLst>
                <a:ext uri="{FF2B5EF4-FFF2-40B4-BE49-F238E27FC236}">
                  <a16:creationId xmlns:a16="http://schemas.microsoft.com/office/drawing/2014/main" id="{B2C2495C-7E8E-694F-840A-EA25180E4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0675" y="5637213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4" name="Line 11">
              <a:extLst>
                <a:ext uri="{FF2B5EF4-FFF2-40B4-BE49-F238E27FC236}">
                  <a16:creationId xmlns:a16="http://schemas.microsoft.com/office/drawing/2014/main" id="{2BACD0FC-22D6-A54D-9CB2-192F4371A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8775" y="2103438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5" name="Line 11">
              <a:extLst>
                <a:ext uri="{FF2B5EF4-FFF2-40B4-BE49-F238E27FC236}">
                  <a16:creationId xmlns:a16="http://schemas.microsoft.com/office/drawing/2014/main" id="{4943537C-1E74-6844-972F-C864D497A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2900" y="2538413"/>
              <a:ext cx="3746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8" name="Rectangle 4">
            <a:extLst>
              <a:ext uri="{FF2B5EF4-FFF2-40B4-BE49-F238E27FC236}">
                <a16:creationId xmlns:a16="http://schemas.microsoft.com/office/drawing/2014/main" id="{7D638607-41F9-1F41-96C4-83315C722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8381" y="1734203"/>
            <a:ext cx="253578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在哪里实现</a:t>
            </a:r>
          </a:p>
        </p:txBody>
      </p:sp>
      <p:sp>
        <p:nvSpPr>
          <p:cNvPr id="29" name="Rectangle 4">
            <a:extLst>
              <a:ext uri="{FF2B5EF4-FFF2-40B4-BE49-F238E27FC236}">
                <a16:creationId xmlns:a16="http://schemas.microsoft.com/office/drawing/2014/main" id="{402D8F38-DF71-C246-80D0-46282C0A9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8834" y="1918768"/>
            <a:ext cx="213107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</a:t>
            </a:r>
          </a:p>
        </p:txBody>
      </p:sp>
      <p:sp>
        <p:nvSpPr>
          <p:cNvPr id="30" name="Rectangle 4">
            <a:extLst>
              <a:ext uri="{FF2B5EF4-FFF2-40B4-BE49-F238E27FC236}">
                <a16:creationId xmlns:a16="http://schemas.microsoft.com/office/drawing/2014/main" id="{3DDBF17A-A7AA-B14E-B843-8A9D06DA19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303" y="1940215"/>
            <a:ext cx="25357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协议栈</a:t>
            </a:r>
          </a:p>
        </p:txBody>
      </p:sp>
      <p:pic>
        <p:nvPicPr>
          <p:cNvPr id="31" name="Picture 712" descr="underline_base">
            <a:extLst>
              <a:ext uri="{FF2B5EF4-FFF2-40B4-BE49-F238E27FC236}">
                <a16:creationId xmlns:a16="http://schemas.microsoft.com/office/drawing/2014/main" id="{51BB6D04-FD5A-AE47-A01C-F2AD64B4966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232491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AFA980B5-13AE-DB45-8AD7-80A1575C833B}"/>
              </a:ext>
            </a:extLst>
          </p:cNvPr>
          <p:cNvCxnSpPr/>
          <p:nvPr/>
        </p:nvCxnSpPr>
        <p:spPr bwMode="auto">
          <a:xfrm>
            <a:off x="4321159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3083BC1C-C93E-7C4C-B990-8C0E2C6981C0}"/>
              </a:ext>
            </a:extLst>
          </p:cNvPr>
          <p:cNvCxnSpPr/>
          <p:nvPr/>
        </p:nvCxnSpPr>
        <p:spPr bwMode="auto">
          <a:xfrm>
            <a:off x="7562850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629148C-CBBD-3742-A486-2F76C0815D16}"/>
              </a:ext>
            </a:extLst>
          </p:cNvPr>
          <p:cNvCxnSpPr>
            <a:cxnSpLocks/>
          </p:cNvCxnSpPr>
          <p:nvPr/>
        </p:nvCxnSpPr>
        <p:spPr bwMode="auto">
          <a:xfrm flipV="1">
            <a:off x="2030415" y="3489907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48782FB4-ACAB-1547-AAA1-C83A6500745C}"/>
              </a:ext>
            </a:extLst>
          </p:cNvPr>
          <p:cNvCxnSpPr>
            <a:cxnSpLocks/>
          </p:cNvCxnSpPr>
          <p:nvPr/>
        </p:nvCxnSpPr>
        <p:spPr bwMode="auto">
          <a:xfrm flipV="1">
            <a:off x="2182815" y="4873940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D816E838-D443-CE4F-B690-9C21295D2B3E}"/>
              </a:ext>
            </a:extLst>
          </p:cNvPr>
          <p:cNvCxnSpPr>
            <a:cxnSpLocks/>
          </p:cNvCxnSpPr>
          <p:nvPr/>
        </p:nvCxnSpPr>
        <p:spPr bwMode="auto">
          <a:xfrm flipV="1">
            <a:off x="2182815" y="2578620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4173532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链路层：6-21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1786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Freeform 111">
            <a:extLst>
              <a:ext uri="{FF2B5EF4-FFF2-40B4-BE49-F238E27FC236}">
                <a16:creationId xmlns:a16="http://schemas.microsoft.com/office/drawing/2014/main" id="{7F51B7E6-A68F-BE4A-979C-15563FEEBA73}"/>
              </a:ext>
            </a:extLst>
          </p:cNvPr>
          <p:cNvSpPr/>
          <p:nvPr/>
        </p:nvSpPr>
        <p:spPr>
          <a:xfrm>
            <a:off x="2093843" y="2862471"/>
            <a:ext cx="596348" cy="2902226"/>
          </a:xfrm>
          <a:custGeom>
            <a:avLst/>
            <a:gdLst>
              <a:gd name="connsiteX0" fmla="*/ 0 w 596348"/>
              <a:gd name="connsiteY0" fmla="*/ 0 h 2796209"/>
              <a:gd name="connsiteX1" fmla="*/ 0 w 596348"/>
              <a:gd name="connsiteY1" fmla="*/ 2796209 h 2796209"/>
              <a:gd name="connsiteX2" fmla="*/ 596348 w 596348"/>
              <a:gd name="connsiteY2" fmla="*/ 2796209 h 279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348" h="2796209">
                <a:moveTo>
                  <a:pt x="0" y="0"/>
                </a:moveTo>
                <a:lnTo>
                  <a:pt x="0" y="2796209"/>
                </a:lnTo>
                <a:lnTo>
                  <a:pt x="596348" y="2796209"/>
                </a:lnTo>
              </a:path>
            </a:pathLst>
          </a:custGeom>
          <a:noFill/>
          <a:ln w="317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差错检测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链路层：6-22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317981B-FC40-9845-ACEA-8C6C14F5C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0" y="1538149"/>
            <a:ext cx="9869558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EDC：差错检测和纠正比特（例如冗余）</a:t>
            </a:r>
          </a:p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D：受差错检测保护的数据，可能包含首部字段 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81B18EEE-2CFF-5B46-9EEA-5C1698303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513" y="3028121"/>
            <a:ext cx="3448878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latin typeface="+mn-lt"/>
                <a:cs typeface="+mn-cs"/>
              </a:rPr>
              <a:t>差错检测并非 100% 可靠！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协议可能漏检某些差错，但很少发生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更大的 EDC 字段可带来更好的检测和纠正能力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47F3614-B8B3-7B47-811B-B113DE71CD9C}"/>
              </a:ext>
            </a:extLst>
          </p:cNvPr>
          <p:cNvGrpSpPr/>
          <p:nvPr/>
        </p:nvGrpSpPr>
        <p:grpSpPr>
          <a:xfrm>
            <a:off x="1550505" y="3048001"/>
            <a:ext cx="1656522" cy="400110"/>
            <a:chOff x="437322" y="2637183"/>
            <a:chExt cx="1656522" cy="40011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25B757-9F36-8547-AD5E-F5695EE4E0A3}"/>
                </a:ext>
              </a:extLst>
            </p:cNvPr>
            <p:cNvSpPr/>
            <p:nvPr/>
          </p:nvSpPr>
          <p:spPr>
            <a:xfrm>
              <a:off x="437322" y="2690191"/>
              <a:ext cx="1656522" cy="2915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F86D0A8-FCC7-6B4C-9159-12132B3971BD}"/>
                </a:ext>
              </a:extLst>
            </p:cNvPr>
            <p:cNvSpPr txBox="1"/>
            <p:nvPr/>
          </p:nvSpPr>
          <p:spPr>
            <a:xfrm>
              <a:off x="675860" y="2637183"/>
              <a:ext cx="118058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数据报</a:t>
              </a:r>
              <a:endParaRPr lang="en-US" dirty="0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2561F8A-1D0B-DE40-8B84-1CA6B5491E56}"/>
              </a:ext>
            </a:extLst>
          </p:cNvPr>
          <p:cNvGrpSpPr/>
          <p:nvPr/>
        </p:nvGrpSpPr>
        <p:grpSpPr>
          <a:xfrm>
            <a:off x="1567043" y="4446000"/>
            <a:ext cx="2325599" cy="862266"/>
            <a:chOff x="1567043" y="4446000"/>
            <a:chExt cx="2325599" cy="86226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1423F0-A1BA-FF4F-A8D3-75659E8A0BA4}"/>
                </a:ext>
              </a:extLst>
            </p:cNvPr>
            <p:cNvGrpSpPr/>
            <p:nvPr/>
          </p:nvGrpSpPr>
          <p:grpSpPr>
            <a:xfrm>
              <a:off x="1567043" y="4905756"/>
              <a:ext cx="2325599" cy="402510"/>
              <a:chOff x="1904400" y="5169547"/>
              <a:chExt cx="2325599" cy="402510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04CD8F-DCEE-174F-9DDC-16378D58D91B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402CF49-30A4-064E-AFB1-FC182192C60C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34176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71317C-4216-4C43-B388-15C367B65BB8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0305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</a:t>
                </a:r>
                <a:endParaRPr lang="en-US" dirty="0"/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ABCC57A-846B-9445-8EC5-198834858081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73B4EB-E4C9-6D47-8A33-AAF8C5FB5BC5}"/>
                </a:ext>
              </a:extLst>
            </p:cNvPr>
            <p:cNvGrpSpPr/>
            <p:nvPr/>
          </p:nvGrpSpPr>
          <p:grpSpPr>
            <a:xfrm>
              <a:off x="1571947" y="4446000"/>
              <a:ext cx="1645200" cy="400110"/>
              <a:chOff x="1897200" y="4446000"/>
              <a:chExt cx="1645200" cy="400110"/>
            </a:xfrm>
          </p:grpSpPr>
          <p:cxnSp>
            <p:nvCxnSpPr>
              <p:cNvPr id="26" name="Straight Arrow Connector 25">
                <a:extLst>
                  <a:ext uri="{FF2B5EF4-FFF2-40B4-BE49-F238E27FC236}">
                    <a16:creationId xmlns:a16="http://schemas.microsoft.com/office/drawing/2014/main" id="{30EFBDBE-EA98-A040-A650-F657EBD89B49}"/>
                  </a:ext>
                </a:extLst>
              </p:cNvPr>
              <p:cNvCxnSpPr/>
              <p:nvPr/>
            </p:nvCxnSpPr>
            <p:spPr>
              <a:xfrm>
                <a:off x="1897200" y="4665600"/>
                <a:ext cx="1638000" cy="0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65EEAD09-901F-734E-87E5-21A3AC7FEB6F}"/>
                  </a:ext>
                </a:extLst>
              </p:cNvPr>
              <p:cNvSpPr/>
              <p:nvPr/>
            </p:nvSpPr>
            <p:spPr>
              <a:xfrm>
                <a:off x="2098800" y="4636800"/>
                <a:ext cx="1245600" cy="4571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D39C20D-EAD3-2B47-9B8D-073C1688C2E3}"/>
                  </a:ext>
                </a:extLst>
              </p:cNvPr>
              <p:cNvSpPr txBox="1"/>
              <p:nvPr/>
            </p:nvSpPr>
            <p:spPr>
              <a:xfrm>
                <a:off x="2088000" y="4446000"/>
                <a:ext cx="1278812" cy="40011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 data 比特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DA25F4C-C4F2-1145-882F-8365320D7B57}"/>
                  </a:ext>
                </a:extLst>
              </p:cNvPr>
              <p:cNvCxnSpPr/>
              <p:nvPr/>
            </p:nvCxnSpPr>
            <p:spPr>
              <a:xfrm>
                <a:off x="3542400" y="45720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53742D6-A287-9242-A316-ACB86B5DE59A}"/>
                  </a:ext>
                </a:extLst>
              </p:cNvPr>
              <p:cNvCxnSpPr/>
              <p:nvPr/>
            </p:nvCxnSpPr>
            <p:spPr>
              <a:xfrm>
                <a:off x="1902000" y="45696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EAA84A3-6E3A-7849-BCAA-4977D967CF20}"/>
              </a:ext>
            </a:extLst>
          </p:cNvPr>
          <p:cNvGrpSpPr/>
          <p:nvPr/>
        </p:nvGrpSpPr>
        <p:grpSpPr>
          <a:xfrm>
            <a:off x="2714378" y="5528580"/>
            <a:ext cx="2679258" cy="434898"/>
            <a:chOff x="3244465" y="6071919"/>
            <a:chExt cx="2679258" cy="434898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D9E3893F-ACB5-AD40-A8E9-EAFB99935222}"/>
                </a:ext>
              </a:extLst>
            </p:cNvPr>
            <p:cNvGrpSpPr/>
            <p:nvPr/>
          </p:nvGrpSpPr>
          <p:grpSpPr>
            <a:xfrm>
              <a:off x="3244465" y="6071919"/>
              <a:ext cx="2679258" cy="434898"/>
              <a:chOff x="3244464" y="6071919"/>
              <a:chExt cx="2864787" cy="434898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EC3E2-ECED-4F4A-AA94-8EC7D14E1C96}"/>
                  </a:ext>
                </a:extLst>
              </p:cNvPr>
              <p:cNvSpPr/>
              <p:nvPr/>
            </p:nvSpPr>
            <p:spPr>
              <a:xfrm>
                <a:off x="3320909" y="6071919"/>
                <a:ext cx="2711898" cy="434898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D0958D5-2A1C-BB4F-9037-EF68A07E340F}"/>
                  </a:ext>
                </a:extLst>
              </p:cNvPr>
              <p:cNvSpPr/>
              <p:nvPr/>
            </p:nvSpPr>
            <p:spPr>
              <a:xfrm>
                <a:off x="3244464" y="6071919"/>
                <a:ext cx="152890" cy="434896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48D02393-68D8-2B41-B21C-E454A7B124E0}"/>
                  </a:ext>
                </a:extLst>
              </p:cNvPr>
              <p:cNvSpPr/>
              <p:nvPr/>
            </p:nvSpPr>
            <p:spPr>
              <a:xfrm>
                <a:off x="5956361" y="6071919"/>
                <a:ext cx="152890" cy="4348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7898BB2-AD26-6D40-9691-3F368167B652}"/>
                  </a:ext>
                </a:extLst>
              </p:cNvPr>
              <p:cNvSpPr/>
              <p:nvPr/>
            </p:nvSpPr>
            <p:spPr>
              <a:xfrm>
                <a:off x="5752507" y="6071919"/>
                <a:ext cx="280299" cy="434896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03C8C1-772E-0A43-A380-E4B70DBD5FAE}"/>
                </a:ext>
              </a:extLst>
            </p:cNvPr>
            <p:cNvSpPr txBox="1"/>
            <p:nvPr/>
          </p:nvSpPr>
          <p:spPr>
            <a:xfrm>
              <a:off x="3568996" y="6078283"/>
              <a:ext cx="21372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i="1" dirty="0">
                  <a:latin typeface="Calibri" panose="020F0502020204030204"/>
                </a:rPr>
                <a:t>易发生比特差错的链路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/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6C5B5BB-AE5C-774A-A52D-9FA9A80A5C3B}"/>
              </a:ext>
            </a:extLst>
          </p:cNvPr>
          <p:cNvGrpSpPr/>
          <p:nvPr/>
        </p:nvGrpSpPr>
        <p:grpSpPr>
          <a:xfrm>
            <a:off x="4661425" y="4717774"/>
            <a:ext cx="2325599" cy="1033670"/>
            <a:chOff x="4661425" y="4717774"/>
            <a:chExt cx="2325599" cy="1033670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835B0D2-C006-D94E-8669-286F102B1A07}"/>
                </a:ext>
              </a:extLst>
            </p:cNvPr>
            <p:cNvSpPr/>
            <p:nvPr/>
          </p:nvSpPr>
          <p:spPr>
            <a:xfrm>
              <a:off x="5486400" y="4717774"/>
              <a:ext cx="238539" cy="1033670"/>
            </a:xfrm>
            <a:custGeom>
              <a:avLst/>
              <a:gdLst>
                <a:gd name="connsiteX0" fmla="*/ 0 w 238539"/>
                <a:gd name="connsiteY0" fmla="*/ 1033670 h 1033670"/>
                <a:gd name="connsiteX1" fmla="*/ 238539 w 238539"/>
                <a:gd name="connsiteY1" fmla="*/ 1033670 h 1033670"/>
                <a:gd name="connsiteX2" fmla="*/ 238539 w 238539"/>
                <a:gd name="connsiteY2" fmla="*/ 0 h 103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39" h="1033670">
                  <a:moveTo>
                    <a:pt x="0" y="1033670"/>
                  </a:moveTo>
                  <a:lnTo>
                    <a:pt x="238539" y="1033670"/>
                  </a:lnTo>
                  <a:lnTo>
                    <a:pt x="238539" y="0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D6E86C6F-6BC6-244B-8ECE-6E6E56AD43C2}"/>
                </a:ext>
              </a:extLst>
            </p:cNvPr>
            <p:cNvGrpSpPr/>
            <p:nvPr/>
          </p:nvGrpSpPr>
          <p:grpSpPr>
            <a:xfrm>
              <a:off x="4661425" y="4890052"/>
              <a:ext cx="2325599" cy="402510"/>
              <a:chOff x="1904400" y="5169547"/>
              <a:chExt cx="2325599" cy="402510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E4A7AA7B-0175-DB46-B3C6-ACC0A348568C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B3B62150-9929-094D-8252-E74930AA6ADF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40626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D’</a:t>
                </a:r>
                <a:endParaRPr lang="en-US" dirty="0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B04AB006-6F9E-2C4F-8C02-58009DF0B39D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7832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EDC’</a:t>
                </a:r>
                <a:endParaRPr lang="en-US" dirty="0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9B0DF45A-EDEF-A04A-AC62-14DB9CE04992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7477719-8F6B-0B49-9CE6-E154E3E98AC3}"/>
              </a:ext>
            </a:extLst>
          </p:cNvPr>
          <p:cNvGrpSpPr/>
          <p:nvPr/>
        </p:nvGrpSpPr>
        <p:grpSpPr>
          <a:xfrm>
            <a:off x="4996068" y="3670851"/>
            <a:ext cx="2457775" cy="1037317"/>
            <a:chOff x="4996068" y="3670851"/>
            <a:chExt cx="2457775" cy="1037317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ECD2F859-5B67-AD47-A017-0D9D677086AC}"/>
                </a:ext>
              </a:extLst>
            </p:cNvPr>
            <p:cNvGrpSpPr/>
            <p:nvPr/>
          </p:nvGrpSpPr>
          <p:grpSpPr>
            <a:xfrm>
              <a:off x="4996068" y="3670851"/>
              <a:ext cx="1431235" cy="1037317"/>
              <a:chOff x="6718851" y="5632173"/>
              <a:chExt cx="1431235" cy="1037317"/>
            </a:xfrm>
          </p:grpSpPr>
          <p:sp>
            <p:nvSpPr>
              <p:cNvPr id="122" name="Diamond 121">
                <a:extLst>
                  <a:ext uri="{FF2B5EF4-FFF2-40B4-BE49-F238E27FC236}">
                    <a16:creationId xmlns:a16="http://schemas.microsoft.com/office/drawing/2014/main" id="{77C3078E-D70D-1947-AB61-5F3F5BA57ECC}"/>
                  </a:ext>
                </a:extLst>
              </p:cNvPr>
              <p:cNvSpPr/>
              <p:nvPr/>
            </p:nvSpPr>
            <p:spPr>
              <a:xfrm>
                <a:off x="6718851" y="5632173"/>
                <a:ext cx="1431235" cy="993913"/>
              </a:xfrm>
              <a:prstGeom prst="diamond">
                <a:avLst/>
              </a:prstGeom>
              <a:solidFill>
                <a:schemeClr val="bg1"/>
              </a:solidFill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9534033-F306-E14B-A719-79E2267ED6B6}"/>
                  </a:ext>
                </a:extLst>
              </p:cNvPr>
              <p:cNvSpPr txBox="1"/>
              <p:nvPr/>
            </p:nvSpPr>
            <p:spPr>
              <a:xfrm>
                <a:off x="6932490" y="5737183"/>
                <a:ext cx="1007327" cy="9323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75000"/>
                  </a:lnSpc>
                </a:pPr>
                <a:r>
                  <a:rPr lang="en-US" dirty="0"/>
                  <a:t>所有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D’ 中的比特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OK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?</a:t>
                </a:r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021AD68-3E2D-D64B-A328-B57D61FCD5C4}"/>
                </a:ext>
              </a:extLst>
            </p:cNvPr>
            <p:cNvSpPr txBox="1"/>
            <p:nvPr/>
          </p:nvSpPr>
          <p:spPr>
            <a:xfrm>
              <a:off x="6440556" y="3843131"/>
              <a:ext cx="3497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N</a:t>
              </a:r>
              <a:endParaRPr lang="en-US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6B0E09AF-3DA9-004F-B45F-5B25A613D13D}"/>
                </a:ext>
              </a:extLst>
            </p:cNvPr>
            <p:cNvSpPr txBox="1"/>
            <p:nvPr/>
          </p:nvSpPr>
          <p:spPr>
            <a:xfrm>
              <a:off x="6380921" y="4207566"/>
              <a:ext cx="1072922" cy="4925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dirty="0"/>
                <a:t>检测到 </a:t>
              </a:r>
            </a:p>
            <a:p>
              <a:pPr>
                <a:lnSpc>
                  <a:spcPct val="70000"/>
                </a:lnSpc>
              </a:pPr>
              <a:r>
                <a:rPr lang="en-US" dirty="0"/>
                <a:t>差错</a:t>
              </a:r>
              <a:endParaRPr lang="en-US" sz="1600" dirty="0"/>
            </a:p>
          </p:txBody>
        </p: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F01D339A-38B5-234B-AAEE-DB7358965F0D}"/>
                </a:ext>
              </a:extLst>
            </p:cNvPr>
            <p:cNvCxnSpPr/>
            <p:nvPr/>
          </p:nvCxnSpPr>
          <p:spPr>
            <a:xfrm>
              <a:off x="6440557" y="4161183"/>
              <a:ext cx="715618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7A71D88-0E4D-8640-B2F7-F9EA635D4AEB}"/>
              </a:ext>
            </a:extLst>
          </p:cNvPr>
          <p:cNvGrpSpPr/>
          <p:nvPr/>
        </p:nvGrpSpPr>
        <p:grpSpPr>
          <a:xfrm>
            <a:off x="4684642" y="2888974"/>
            <a:ext cx="1656522" cy="845626"/>
            <a:chOff x="4658138" y="2928730"/>
            <a:chExt cx="1656522" cy="845626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464D525-07D1-0C4E-9322-3E346C68F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808" y="3492294"/>
              <a:ext cx="176213" cy="193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AE07FFAD-256D-DD4C-A8F2-98E5BA8111F5}"/>
                </a:ext>
              </a:extLst>
            </p:cNvPr>
            <p:cNvCxnSpPr/>
            <p:nvPr/>
          </p:nvCxnSpPr>
          <p:spPr>
            <a:xfrm flipV="1">
              <a:off x="5685182" y="2928730"/>
              <a:ext cx="0" cy="72887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7ACBF32-D0BC-034B-96C6-CAF273BAE74C}"/>
                </a:ext>
              </a:extLst>
            </p:cNvPr>
            <p:cNvSpPr txBox="1"/>
            <p:nvPr/>
          </p:nvSpPr>
          <p:spPr>
            <a:xfrm>
              <a:off x="4696239" y="3498575"/>
              <a:ext cx="1022524" cy="275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sz="1600" dirty="0"/>
                <a:t>否则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8FC1D4C-50F1-EC40-9F28-B36E987206D4}"/>
                </a:ext>
              </a:extLst>
            </p:cNvPr>
            <p:cNvGrpSpPr/>
            <p:nvPr/>
          </p:nvGrpSpPr>
          <p:grpSpPr>
            <a:xfrm>
              <a:off x="4658138" y="3028123"/>
              <a:ext cx="1656522" cy="400110"/>
              <a:chOff x="437322" y="2637183"/>
              <a:chExt cx="1656522" cy="40011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FD95C2-2A13-AB48-A445-E8C6B69B2D0C}"/>
                  </a:ext>
                </a:extLst>
              </p:cNvPr>
              <p:cNvSpPr/>
              <p:nvPr/>
            </p:nvSpPr>
            <p:spPr>
              <a:xfrm>
                <a:off x="437322" y="2690191"/>
                <a:ext cx="1656522" cy="291548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D69FDB-BEE6-4247-8A0A-7662AB11262C}"/>
                  </a:ext>
                </a:extLst>
              </p:cNvPr>
              <p:cNvSpPr txBox="1"/>
              <p:nvPr/>
            </p:nvSpPr>
            <p:spPr>
              <a:xfrm>
                <a:off x="675860" y="2637183"/>
                <a:ext cx="11805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数据报</a:t>
                </a:r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429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奇偶校验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链路层：6-23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id="{9E977DCF-A5D5-D941-A85F-41D595E74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030" y="1654589"/>
            <a:ext cx="3366673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3363" indent="-233363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单比特奇偶校验： </a:t>
            </a: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/>
            </a:r>
            <a:r>
              <a:rPr lang="en-US" sz="2800" b="1" i="0" dirty="0">
                <a:solidFill>
                  <a:srgbClr val="CC0000"/>
                </a:solidFill>
                <a:latin typeface="+mn-lt"/>
                <a:cs typeface="+mn-cs"/>
              </a:rPr>
              <a:t/>
            </a:r>
          </a:p>
          <a:p>
            <a:pPr marL="342900" indent="-22542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检测单比特差错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4A8807-E53F-544F-951E-4EEC55AED5AF}"/>
              </a:ext>
            </a:extLst>
          </p:cNvPr>
          <p:cNvSpPr/>
          <p:nvPr/>
        </p:nvSpPr>
        <p:spPr>
          <a:xfrm>
            <a:off x="1022592" y="2663833"/>
            <a:ext cx="2407444" cy="3821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43EB88-53EC-9343-A0EB-51B17E90A4BE}"/>
              </a:ext>
            </a:extLst>
          </p:cNvPr>
          <p:cNvSpPr txBox="1"/>
          <p:nvPr/>
        </p:nvSpPr>
        <p:spPr>
          <a:xfrm>
            <a:off x="1061882" y="2670977"/>
            <a:ext cx="205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0111000110101011</a:t>
            </a:r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D6C8C67-D55F-4949-8CB8-AA48957614DA}"/>
              </a:ext>
            </a:extLst>
          </p:cNvPr>
          <p:cNvCxnSpPr>
            <a:cxnSpLocks/>
          </p:cNvCxnSpPr>
          <p:nvPr/>
        </p:nvCxnSpPr>
        <p:spPr>
          <a:xfrm>
            <a:off x="1002103" y="3282809"/>
            <a:ext cx="2077615" cy="0"/>
          </a:xfrm>
          <a:prstGeom prst="straightConnector1">
            <a:avLst/>
          </a:prstGeom>
          <a:ln w="222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1496D49-E042-0042-963F-F4D7F6508310}"/>
              </a:ext>
            </a:extLst>
          </p:cNvPr>
          <p:cNvCxnSpPr/>
          <p:nvPr/>
        </p:nvCxnSpPr>
        <p:spPr>
          <a:xfrm>
            <a:off x="3089495" y="31892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24B9B26C-C48D-D541-B0C4-CE8674EAC315}"/>
              </a:ext>
            </a:extLst>
          </p:cNvPr>
          <p:cNvCxnSpPr/>
          <p:nvPr/>
        </p:nvCxnSpPr>
        <p:spPr>
          <a:xfrm>
            <a:off x="1008149" y="31868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6E17DF6-8FA0-3248-ACFA-3B0441E6E0F7}"/>
              </a:ext>
            </a:extLst>
          </p:cNvPr>
          <p:cNvGrpSpPr/>
          <p:nvPr/>
        </p:nvGrpSpPr>
        <p:grpSpPr>
          <a:xfrm>
            <a:off x="2978479" y="2669786"/>
            <a:ext cx="1354981" cy="1448181"/>
            <a:chOff x="2978479" y="2669786"/>
            <a:chExt cx="1354981" cy="14481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7D1C61-D575-204F-B00C-8AF81CED2FA8}"/>
                </a:ext>
              </a:extLst>
            </p:cNvPr>
            <p:cNvSpPr txBox="1"/>
            <p:nvPr/>
          </p:nvSpPr>
          <p:spPr>
            <a:xfrm>
              <a:off x="3093089" y="266978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63440E5-B865-5441-BB06-030B90DDD147}"/>
                </a:ext>
              </a:extLst>
            </p:cNvPr>
            <p:cNvSpPr txBox="1"/>
            <p:nvPr/>
          </p:nvSpPr>
          <p:spPr>
            <a:xfrm>
              <a:off x="2978479" y="3527036"/>
              <a:ext cx="1354981" cy="59093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奇偶校验</a:t>
              </a:r>
            </a:p>
            <a:p>
              <a:pPr>
                <a:lnSpc>
                  <a:spcPct val="80000"/>
                </a:lnSpc>
              </a:pPr>
              <a:r>
                <a:rPr lang="en-US" sz="2000" dirty="0"/>
                <a:t>比特</a:t>
              </a: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88AC37A-7C69-2A4B-A29F-A98AFD09B784}"/>
                </a:ext>
              </a:extLst>
            </p:cNvPr>
            <p:cNvCxnSpPr/>
            <p:nvPr/>
          </p:nvCxnSpPr>
          <p:spPr>
            <a:xfrm>
              <a:off x="3244610" y="3167702"/>
              <a:ext cx="0" cy="42472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0971D3D2-CCCB-5845-A95B-3738A1C04862}"/>
              </a:ext>
            </a:extLst>
          </p:cNvPr>
          <p:cNvCxnSpPr>
            <a:cxnSpLocks/>
          </p:cNvCxnSpPr>
          <p:nvPr/>
        </p:nvCxnSpPr>
        <p:spPr>
          <a:xfrm>
            <a:off x="3092210" y="2665531"/>
            <a:ext cx="0" cy="3872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842BAE3-D3AC-CD49-9147-12EDA7BFAFE5}"/>
              </a:ext>
            </a:extLst>
          </p:cNvPr>
          <p:cNvSpPr txBox="1"/>
          <p:nvPr/>
        </p:nvSpPr>
        <p:spPr>
          <a:xfrm>
            <a:off x="1434601" y="3122845"/>
            <a:ext cx="1354981" cy="3447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000" dirty="0"/>
              <a:t>d data 比特</a:t>
            </a:r>
          </a:p>
        </p:txBody>
      </p:sp>
      <p:sp>
        <p:nvSpPr>
          <p:cNvPr id="77" name="Text Box 6">
            <a:extLst>
              <a:ext uri="{FF2B5EF4-FFF2-40B4-BE49-F238E27FC236}">
                <a16:creationId xmlns:a16="http://schemas.microsoft.com/office/drawing/2014/main" id="{51CC5DA7-C934-BA4D-AD2C-59DF1BDF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4123" y="1651081"/>
            <a:ext cx="4906151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二维比特奇偶校验：</a:t>
            </a:r>
          </a:p>
          <a:p>
            <a:pPr marL="287338" indent="-16986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 检测并纠正单比特差错</a:t>
            </a:r>
            <a:r>
              <a:rPr lang="en-US" sz="2400" dirty="0">
                <a:solidFill>
                  <a:srgbClr val="0000A8"/>
                </a:solidFill>
                <a:latin typeface="+mn-lt"/>
                <a:cs typeface="+mn-cs"/>
              </a:rPr>
              <a:t/>
            </a:r>
            <a:r>
              <a:rPr lang="en-US" sz="2400" i="0" dirty="0">
                <a:latin typeface="+mn-lt"/>
                <a:cs typeface="+mn-cs"/>
              </a:rPr>
              <a:t/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8C37ED-BA12-F647-B652-095F6C8D89DE}"/>
              </a:ext>
            </a:extLst>
          </p:cNvPr>
          <p:cNvGrpSpPr/>
          <p:nvPr/>
        </p:nvGrpSpPr>
        <p:grpSpPr>
          <a:xfrm>
            <a:off x="5486401" y="2521227"/>
            <a:ext cx="3683372" cy="2054406"/>
            <a:chOff x="7427845" y="2584175"/>
            <a:chExt cx="3683372" cy="205440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DE48D5F-A407-C04B-A9C2-E5D98B0C44D3}"/>
                </a:ext>
              </a:extLst>
            </p:cNvPr>
            <p:cNvGrpSpPr/>
            <p:nvPr/>
          </p:nvGrpSpPr>
          <p:grpSpPr>
            <a:xfrm>
              <a:off x="8263305" y="2908577"/>
              <a:ext cx="697811" cy="1261499"/>
              <a:chOff x="6586330" y="2915478"/>
              <a:chExt cx="697811" cy="1261499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944698D-E6CC-C449-A789-8924D0498FBB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5357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1,1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2D039C23-D73F-5448-A103-2F2CF92B8164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2,1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A2BF1DC-83F3-C249-9145-C7CA5434E98C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i,1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D22450-166D-9C48-8C6B-D1175FAF940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CBE1618-E8B9-6748-BC30-FB0ED8C27B44}"/>
                </a:ext>
              </a:extLst>
            </p:cNvPr>
            <p:cNvGrpSpPr/>
            <p:nvPr/>
          </p:nvGrpSpPr>
          <p:grpSpPr>
            <a:xfrm>
              <a:off x="10324987" y="2929914"/>
              <a:ext cx="697811" cy="1261499"/>
              <a:chOff x="6586330" y="2915478"/>
              <a:chExt cx="697811" cy="1261499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40664BB-FF10-8E40-9786-2DB15D82D03E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66236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1,j+1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757CDDD-B6F5-CB41-9A45-7536B85F31BC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2,j+1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8A09D6BC-B9C0-F343-90A3-B758C9CDE995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i,j+1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B439B942-1521-4148-92A1-4DF98667A5C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237B252-F326-3D41-A273-920CA835FE83}"/>
                </a:ext>
              </a:extLst>
            </p:cNvPr>
            <p:cNvSpPr txBox="1"/>
            <p:nvPr/>
          </p:nvSpPr>
          <p:spPr>
            <a:xfrm>
              <a:off x="9118145" y="4177312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871CB392-B504-9D4B-B190-2D8CE6EC381B}"/>
                </a:ext>
              </a:extLst>
            </p:cNvPr>
            <p:cNvGrpSpPr/>
            <p:nvPr/>
          </p:nvGrpSpPr>
          <p:grpSpPr>
            <a:xfrm>
              <a:off x="9722377" y="2910339"/>
              <a:ext cx="697811" cy="1261499"/>
              <a:chOff x="6586330" y="2915478"/>
              <a:chExt cx="697811" cy="1261499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13C2A54-86CC-EE45-930A-2F1B5F76F1C6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4908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2D2317C2-620E-B441-B816-82ABFCA865CE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83E4A7B0-DEC7-9840-9098-E16CFD3E48DB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 err="1"/>
                  <a:t>d</a:t>
                </a:r>
                <a:r>
                  <a:rPr lang="en-US" sz="2000" baseline="-25000" dirty="0" err="1"/>
                  <a:t>i,j</a:t>
                </a:r>
                <a:endParaRPr lang="en-US" sz="2000" baseline="-25000" dirty="0"/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6AD0FFBC-3E5D-B747-A2D9-8C7CCF8AF033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A8299630-3B5D-FA41-BE50-0635687D6C07}"/>
                </a:ext>
              </a:extLst>
            </p:cNvPr>
            <p:cNvGrpSpPr/>
            <p:nvPr/>
          </p:nvGrpSpPr>
          <p:grpSpPr>
            <a:xfrm>
              <a:off x="8262620" y="4202830"/>
              <a:ext cx="2848597" cy="435751"/>
              <a:chOff x="8262620" y="4431427"/>
              <a:chExt cx="2848597" cy="435751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9FC4B06-FE86-0241-A54D-2E39511522A6}"/>
                  </a:ext>
                </a:extLst>
              </p:cNvPr>
              <p:cNvSpPr txBox="1"/>
              <p:nvPr/>
            </p:nvSpPr>
            <p:spPr>
              <a:xfrm>
                <a:off x="8262620" y="4431427"/>
                <a:ext cx="6815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i+1,1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81BBA99-E820-A847-ADAB-D0C1352EF8AF}"/>
                  </a:ext>
                </a:extLst>
              </p:cNvPr>
              <p:cNvSpPr txBox="1"/>
              <p:nvPr/>
            </p:nvSpPr>
            <p:spPr>
              <a:xfrm>
                <a:off x="10329998" y="4467068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i+1,j+1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3A70BE1-4344-514A-9FD8-EEDB3D90BE1F}"/>
                  </a:ext>
                </a:extLst>
              </p:cNvPr>
              <p:cNvSpPr txBox="1"/>
              <p:nvPr/>
            </p:nvSpPr>
            <p:spPr>
              <a:xfrm>
                <a:off x="9727388" y="4447493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</a:t>
                </a:r>
              </a:p>
            </p:txBody>
          </p:sp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A192B66-3D53-C344-8E15-4A113F550BCC}"/>
                </a:ext>
              </a:extLst>
            </p:cNvPr>
            <p:cNvCxnSpPr>
              <a:cxnSpLocks/>
            </p:cNvCxnSpPr>
            <p:nvPr/>
          </p:nvCxnSpPr>
          <p:spPr>
            <a:xfrm>
              <a:off x="8343900" y="4214192"/>
              <a:ext cx="208721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D3EDC64F-75DF-3544-940A-FF23612E68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5100" y="3064566"/>
              <a:ext cx="0" cy="128877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4B65393-F205-D44E-859B-6DDFD00A54AB}"/>
                </a:ext>
              </a:extLst>
            </p:cNvPr>
            <p:cNvSpPr txBox="1"/>
            <p:nvPr/>
          </p:nvSpPr>
          <p:spPr>
            <a:xfrm>
              <a:off x="9111519" y="3792998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246479-82B6-CC42-AA75-38590A7183FB}"/>
                </a:ext>
              </a:extLst>
            </p:cNvPr>
            <p:cNvSpPr txBox="1"/>
            <p:nvPr/>
          </p:nvSpPr>
          <p:spPr>
            <a:xfrm>
              <a:off x="9104893" y="3478259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88E25CB-A5E5-7746-A6CE-70F20EABDD13}"/>
                </a:ext>
              </a:extLst>
            </p:cNvPr>
            <p:cNvSpPr txBox="1"/>
            <p:nvPr/>
          </p:nvSpPr>
          <p:spPr>
            <a:xfrm>
              <a:off x="9108206" y="3183395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1623188-ECD3-CD45-9B38-1810F9AC34B4}"/>
                </a:ext>
              </a:extLst>
            </p:cNvPr>
            <p:cNvSpPr txBox="1"/>
            <p:nvPr/>
          </p:nvSpPr>
          <p:spPr>
            <a:xfrm>
              <a:off x="9111519" y="2878596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5C454A-9055-274C-8AE9-BC10FD110ACF}"/>
                </a:ext>
              </a:extLst>
            </p:cNvPr>
            <p:cNvSpPr txBox="1"/>
            <p:nvPr/>
          </p:nvSpPr>
          <p:spPr>
            <a:xfrm>
              <a:off x="9670775" y="2584175"/>
              <a:ext cx="10413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行奇偶校验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6F66526-ADFA-E742-BBA6-59931424B985}"/>
                </a:ext>
              </a:extLst>
            </p:cNvPr>
            <p:cNvSpPr txBox="1"/>
            <p:nvPr/>
          </p:nvSpPr>
          <p:spPr>
            <a:xfrm>
              <a:off x="7427845" y="3998845"/>
              <a:ext cx="803297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600" dirty="0"/>
                <a:t>列</a:t>
              </a:r>
            </a:p>
            <a:p>
              <a:pPr algn="r">
                <a:lnSpc>
                  <a:spcPct val="80000"/>
                </a:lnSpc>
              </a:pPr>
              <a:r>
                <a:rPr lang="en-US" sz="1600" dirty="0"/>
                <a:t> 奇偶校验</a:t>
              </a:r>
            </a:p>
          </p:txBody>
        </p: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11C8D069-C2ED-A44C-9956-17294561F5BD}"/>
                </a:ext>
              </a:extLst>
            </p:cNvPr>
            <p:cNvCxnSpPr/>
            <p:nvPr/>
          </p:nvCxnSpPr>
          <p:spPr>
            <a:xfrm>
              <a:off x="9760226" y="2922104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40D686DE-0503-804F-B89F-FF5DF77D52F2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7795591" y="4137991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F0D65EA-2DEF-EC4A-A451-345D32D5A3CC}"/>
              </a:ext>
            </a:extLst>
          </p:cNvPr>
          <p:cNvGrpSpPr/>
          <p:nvPr/>
        </p:nvGrpSpPr>
        <p:grpSpPr>
          <a:xfrm>
            <a:off x="4150979" y="4938063"/>
            <a:ext cx="2320933" cy="1220735"/>
            <a:chOff x="3800015" y="4868761"/>
            <a:chExt cx="2320933" cy="1220735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DDE17ED-6E8D-F04B-9604-B0A5821E38CF}"/>
                </a:ext>
              </a:extLst>
            </p:cNvPr>
            <p:cNvSpPr txBox="1"/>
            <p:nvPr/>
          </p:nvSpPr>
          <p:spPr>
            <a:xfrm>
              <a:off x="4903522" y="5428507"/>
              <a:ext cx="12041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0 1 1 1 0  1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CF0E5F5-1A73-CD45-BE51-8A71F0B1AF92}"/>
                </a:ext>
              </a:extLst>
            </p:cNvPr>
            <p:cNvGrpSpPr/>
            <p:nvPr/>
          </p:nvGrpSpPr>
          <p:grpSpPr>
            <a:xfrm>
              <a:off x="4910146" y="4875335"/>
              <a:ext cx="1210802" cy="1214161"/>
              <a:chOff x="6394173" y="4840358"/>
              <a:chExt cx="1210802" cy="121416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E00D9F1-D52C-844A-BE08-19ADE51A3710}"/>
                  </a:ext>
                </a:extLst>
              </p:cNvPr>
              <p:cNvSpPr txBox="1"/>
              <p:nvPr/>
            </p:nvSpPr>
            <p:spPr>
              <a:xfrm>
                <a:off x="6400799" y="484035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1 0 1 0 1  1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4D5B75B-274E-994B-B768-CAAFF3CC0506}"/>
                  </a:ext>
                </a:extLst>
              </p:cNvPr>
              <p:cNvSpPr txBox="1"/>
              <p:nvPr/>
            </p:nvSpPr>
            <p:spPr>
              <a:xfrm>
                <a:off x="6394173" y="512196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1 1 1 1 0  0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4EC65261-0C24-C74C-8E9A-2A56766B1C75}"/>
                  </a:ext>
                </a:extLst>
              </p:cNvPr>
              <p:cNvSpPr txBox="1"/>
              <p:nvPr/>
            </p:nvSpPr>
            <p:spPr>
              <a:xfrm>
                <a:off x="6395912" y="5685187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1 0 1 0 1  0</a:t>
                </a:r>
              </a:p>
            </p:txBody>
          </p: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F153A1B6-BE52-3A4D-8CDE-7C98D4727C7E}"/>
                  </a:ext>
                </a:extLst>
              </p:cNvPr>
              <p:cNvCxnSpPr/>
              <p:nvPr/>
            </p:nvCxnSpPr>
            <p:spPr>
              <a:xfrm>
                <a:off x="6480748" y="5751227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F6AD3BF-7B3D-5B44-8D09-3017B18E80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828021" y="5453922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4EFFD78-C794-F24E-BE55-B812FA8E6373}"/>
                </a:ext>
              </a:extLst>
            </p:cNvPr>
            <p:cNvSpPr txBox="1"/>
            <p:nvPr/>
          </p:nvSpPr>
          <p:spPr>
            <a:xfrm>
              <a:off x="3800015" y="4868761"/>
              <a:ext cx="110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无差错：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5F11DFB-A088-D946-95D1-3C03DAB781A8}"/>
              </a:ext>
            </a:extLst>
          </p:cNvPr>
          <p:cNvGrpSpPr/>
          <p:nvPr/>
        </p:nvGrpSpPr>
        <p:grpSpPr>
          <a:xfrm>
            <a:off x="7222435" y="4943606"/>
            <a:ext cx="3312300" cy="1621566"/>
            <a:chOff x="7222435" y="4943606"/>
            <a:chExt cx="3312300" cy="1621566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CD17221-4739-6841-AA86-FAC94BED7B08}"/>
                </a:ext>
              </a:extLst>
            </p:cNvPr>
            <p:cNvGrpSpPr/>
            <p:nvPr/>
          </p:nvGrpSpPr>
          <p:grpSpPr>
            <a:xfrm>
              <a:off x="8752840" y="4943606"/>
              <a:ext cx="1781895" cy="1621566"/>
              <a:chOff x="5890374" y="4811085"/>
              <a:chExt cx="1781895" cy="1621566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BD5F2AFD-4DA1-594C-BF85-194456577EE9}"/>
                  </a:ext>
                </a:extLst>
              </p:cNvPr>
              <p:cNvGrpSpPr/>
              <p:nvPr/>
            </p:nvGrpSpPr>
            <p:grpSpPr>
              <a:xfrm>
                <a:off x="5890374" y="4812876"/>
                <a:ext cx="1781895" cy="1619775"/>
                <a:chOff x="4903522" y="4875335"/>
                <a:chExt cx="1781895" cy="1619775"/>
              </a:xfrm>
            </p:grpSpPr>
            <p:sp>
              <p:nvSpPr>
                <p:cNvPr id="141" name="TextBox 140">
                  <a:extLst>
                    <a:ext uri="{FF2B5EF4-FFF2-40B4-BE49-F238E27FC236}">
                      <a16:creationId xmlns:a16="http://schemas.microsoft.com/office/drawing/2014/main" id="{B89F2045-70A1-F94B-8859-95531C4604F9}"/>
                    </a:ext>
                  </a:extLst>
                </p:cNvPr>
                <p:cNvSpPr txBox="1"/>
                <p:nvPr/>
              </p:nvSpPr>
              <p:spPr>
                <a:xfrm>
                  <a:off x="4903522" y="5428507"/>
                  <a:ext cx="12041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0 1 1 1 0  1</a:t>
                  </a:r>
                </a:p>
              </p:txBody>
            </p: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AC319AFE-17A7-2B4C-8668-7FE48598E0BE}"/>
                    </a:ext>
                  </a:extLst>
                </p:cNvPr>
                <p:cNvGrpSpPr/>
                <p:nvPr/>
              </p:nvGrpSpPr>
              <p:grpSpPr>
                <a:xfrm>
                  <a:off x="4910146" y="4875335"/>
                  <a:ext cx="1210802" cy="1214161"/>
                  <a:chOff x="6394173" y="4840358"/>
                  <a:chExt cx="1210802" cy="1214161"/>
                </a:xfrm>
              </p:grpSpPr>
              <p:sp>
                <p:nvSpPr>
                  <p:cNvPr id="144" name="TextBox 143">
                    <a:extLst>
                      <a:ext uri="{FF2B5EF4-FFF2-40B4-BE49-F238E27FC236}">
                        <a16:creationId xmlns:a16="http://schemas.microsoft.com/office/drawing/2014/main" id="{B0E8F038-35AD-0946-9AF8-3B82D62EFA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0799" y="484035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1 0 1 0 1  1</a:t>
                    </a:r>
                  </a:p>
                </p:txBody>
              </p:sp>
              <p:sp>
                <p:nvSpPr>
                  <p:cNvPr id="145" name="TextBox 144">
                    <a:extLst>
                      <a:ext uri="{FF2B5EF4-FFF2-40B4-BE49-F238E27FC236}">
                        <a16:creationId xmlns:a16="http://schemas.microsoft.com/office/drawing/2014/main" id="{1B46CC5B-41FC-3046-A483-F2909BFB7D31}"/>
                      </a:ext>
                    </a:extLst>
                  </p:cNvPr>
                  <p:cNvSpPr txBox="1"/>
                  <p:nvPr/>
                </p:nvSpPr>
                <p:spPr>
                  <a:xfrm>
                    <a:off x="6394173" y="512196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</a:t>
                    </a:r>
                    <a:r>
                      <a:rPr lang="en-US" dirty="0">
                        <a:solidFill>
                          <a:srgbClr val="FF0000"/>
                        </a:solidFill>
                      </a:rPr>
                      <a:t>0</a:t>
                    </a:r>
                    <a:r>
                      <a:rPr lang="en-US" dirty="0"/>
                      <a:t> 1 1 0  0</a:t>
                    </a:r>
                  </a:p>
                </p:txBody>
              </p:sp>
              <p:sp>
                <p:nvSpPr>
                  <p:cNvPr id="146" name="TextBox 145">
                    <a:extLst>
                      <a:ext uri="{FF2B5EF4-FFF2-40B4-BE49-F238E27FC236}">
                        <a16:creationId xmlns:a16="http://schemas.microsoft.com/office/drawing/2014/main" id="{46418A9F-75BF-B047-85AA-68BAE639890F}"/>
                      </a:ext>
                    </a:extLst>
                  </p:cNvPr>
                  <p:cNvSpPr txBox="1"/>
                  <p:nvPr/>
                </p:nvSpPr>
                <p:spPr>
                  <a:xfrm>
                    <a:off x="6395912" y="5685187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1 0 1 0 1  0</a:t>
                    </a:r>
                  </a:p>
                </p:txBody>
              </p: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A7665A79-628F-EF47-A9DA-75CCD8B6F9D1}"/>
                      </a:ext>
                    </a:extLst>
                  </p:cNvPr>
                  <p:cNvCxnSpPr/>
                  <p:nvPr/>
                </p:nvCxnSpPr>
                <p:spPr>
                  <a:xfrm>
                    <a:off x="6480748" y="5751227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6629B4-5BDA-B443-9A30-1237824981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6828021" y="5453922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3" name="TextBox 142">
                  <a:extLst>
                    <a:ext uri="{FF2B5EF4-FFF2-40B4-BE49-F238E27FC236}">
                      <a16:creationId xmlns:a16="http://schemas.microsoft.com/office/drawing/2014/main" id="{234B127E-41D4-8C49-8FF0-07C5874E8EF9}"/>
                    </a:ext>
                  </a:extLst>
                </p:cNvPr>
                <p:cNvSpPr txBox="1"/>
                <p:nvPr/>
              </p:nvSpPr>
              <p:spPr>
                <a:xfrm>
                  <a:off x="4956746" y="6135973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奇偶校验</a:t>
                  </a:r>
                </a:p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差错</a:t>
                  </a: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173E8487-5115-ED45-91CD-12473E6CE35C}"/>
                    </a:ext>
                  </a:extLst>
                </p:cNvPr>
                <p:cNvSpPr txBox="1"/>
                <p:nvPr/>
              </p:nvSpPr>
              <p:spPr>
                <a:xfrm>
                  <a:off x="6138472" y="5164111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奇偶校验</a:t>
                  </a:r>
                </a:p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差错</a:t>
                  </a:r>
                </a:p>
              </p:txBody>
            </p:sp>
          </p:grp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D1057B9-5603-6B48-B071-08FE0B7172F9}"/>
                  </a:ext>
                </a:extLst>
              </p:cNvPr>
              <p:cNvCxnSpPr>
                <a:stCxn id="145" idx="1"/>
              </p:cNvCxnSpPr>
              <p:nvPr/>
            </p:nvCxnSpPr>
            <p:spPr>
              <a:xfrm flipV="1">
                <a:off x="5896998" y="5271541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CCC6F7F0-B384-914D-A818-618271BAAA4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5564716" y="5458918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248BD76-7CB1-F24E-9D14-EBFA827837AC}"/>
                </a:ext>
              </a:extLst>
            </p:cNvPr>
            <p:cNvSpPr txBox="1"/>
            <p:nvPr/>
          </p:nvSpPr>
          <p:spPr>
            <a:xfrm>
              <a:off x="7222435" y="4982817"/>
              <a:ext cx="1411353" cy="1205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检测到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并且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可纠正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单比特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差错：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901A173-DAE6-384F-9E84-A6924D058027}"/>
              </a:ext>
            </a:extLst>
          </p:cNvPr>
          <p:cNvSpPr txBox="1"/>
          <p:nvPr/>
        </p:nvSpPr>
        <p:spPr>
          <a:xfrm>
            <a:off x="967409" y="4258270"/>
            <a:ext cx="27299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000" dirty="0">
                <a:solidFill>
                  <a:srgbClr val="0000A8"/>
                </a:solidFill>
              </a:rPr>
              <a:t>偶校验：设置校验位，使 1 的个数为偶数</a:t>
            </a:r>
            <a:r>
              <a:rPr lang="en-US" sz="2000" dirty="0"/>
              <a:t/>
            </a:r>
          </a:p>
        </p:txBody>
      </p:sp>
      <p:sp>
        <p:nvSpPr>
          <p:cNvPr id="151" name="TextBox 1">
            <a:extLst>
              <a:ext uri="{FF2B5EF4-FFF2-40B4-BE49-F238E27FC236}">
                <a16:creationId xmlns:a16="http://schemas.microsoft.com/office/drawing/2014/main" id="{676B03FA-F97E-8D4F-A163-CA316F4C5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更多示例请查看在线交互练习：http://gaia.cs.umass.edu/kurose_ross/interactive/</a:t>
            </a:r>
            <a:r>
              <a:rPr lang="en-US" sz="1200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4014359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9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互联网校验和（回顾）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发送方：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把 UDP 报文段内容（包括 UDP 首部字段和 IP 地址）视为 16 位整数序列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校验和：报文段内容的加法（反码和）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校验和值放入 UDP 校验和字段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接收方：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计算接收报文段的校验和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检查计算出的校验和是否等于校验和字段值：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不相等——检测到差错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相等——未检测到差错。但是否仍可能有差错？稍后再讲……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目标：检测传输报文段中的差错（即比特翻转）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传输层：3-24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855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循环冗余校验（CRC）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830820" y="1239611"/>
            <a:ext cx="10632309" cy="15300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更强大的差错检测编码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D：数据比特（给定，可视为一个二进制数）</a:t>
            </a:r>
            <a:r>
              <a:rPr lang="en-US" dirty="0"/>
              <a:t/>
            </a:r>
            <a:r>
              <a:rPr lang="en-US" sz="2400" dirty="0"/>
              <a:t/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G：r+1 比特的比特模式（生成多项式，给定）</a:t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r>
              <a:rPr lang="en-US" sz="2400" dirty="0"/>
              <a:t/>
            </a:r>
          </a:p>
          <a:p>
            <a:pPr lvl="2">
              <a:defRPr/>
            </a:pPr>
            <a:endParaRPr lang="en-US" sz="28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链路层：6-25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E85D3352-49EB-A34F-8ADF-7171A325499F}"/>
              </a:ext>
            </a:extLst>
          </p:cNvPr>
          <p:cNvSpPr txBox="1">
            <a:spLocks noChangeArrowheads="1"/>
          </p:cNvSpPr>
          <p:nvPr/>
        </p:nvSpPr>
        <p:spPr>
          <a:xfrm>
            <a:off x="850698" y="4665031"/>
            <a:ext cx="10850971" cy="186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i="1" u="sng" dirty="0">
                <a:solidFill>
                  <a:srgbClr val="0000A8"/>
                </a:solidFill>
              </a:rPr>
              <a:t>目标：选择 r 个 CRC 比特 R，使得 &lt;D,R&gt; 能被 G 整除（模 2） </a:t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dirty="0"/>
              <a:t>接收方知道 G，用 G 去除 &lt;D,R&gt;。若余数非零：检测到差错！</a:t>
            </a:r>
          </a:p>
          <a:p>
            <a:pPr lvl="1">
              <a:defRPr/>
            </a:pPr>
            <a:r>
              <a:rPr lang="en-US" dirty="0"/>
              <a:t>可检测所有长度小于 r+1 比特的突发差错</a:t>
            </a:r>
          </a:p>
          <a:p>
            <a:pPr lvl="1">
              <a:defRPr/>
            </a:pPr>
            <a:r>
              <a:rPr lang="en-US" dirty="0"/>
              <a:t>实践中广泛使用（Ethernet、802.11 WiFi）</a:t>
            </a:r>
            <a:r>
              <a:rPr lang="en-US" dirty="0" err="1"/>
              <a:t/>
            </a:r>
            <a:r>
              <a:rPr lang="en-US" dirty="0"/>
              <a:t/>
            </a:r>
          </a:p>
          <a:p>
            <a:pPr lvl="2">
              <a:defRPr/>
            </a:pPr>
            <a:endParaRPr lang="en-US" sz="280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01D1EF1-B83E-3146-8980-CE18A11B4B5A}"/>
              </a:ext>
            </a:extLst>
          </p:cNvPr>
          <p:cNvGrpSpPr/>
          <p:nvPr/>
        </p:nvGrpSpPr>
        <p:grpSpPr>
          <a:xfrm>
            <a:off x="3954671" y="2770984"/>
            <a:ext cx="7036657" cy="1611402"/>
            <a:chOff x="3954671" y="2770984"/>
            <a:chExt cx="7036657" cy="161140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9E989F3-EA4C-7E47-801E-2273E78A0D67}"/>
                </a:ext>
              </a:extLst>
            </p:cNvPr>
            <p:cNvGrpSpPr/>
            <p:nvPr/>
          </p:nvGrpSpPr>
          <p:grpSpPr>
            <a:xfrm>
              <a:off x="4243982" y="2770984"/>
              <a:ext cx="2691529" cy="1072438"/>
              <a:chOff x="2335669" y="2731227"/>
              <a:chExt cx="2691529" cy="1072438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9C4AA4F-9EB8-1848-8793-F6CDF1CD0D68}"/>
                  </a:ext>
                </a:extLst>
              </p:cNvPr>
              <p:cNvGrpSpPr/>
              <p:nvPr/>
            </p:nvGrpSpPr>
            <p:grpSpPr>
              <a:xfrm>
                <a:off x="3847708" y="2731227"/>
                <a:ext cx="1179490" cy="644795"/>
                <a:chOff x="2714347" y="4114405"/>
                <a:chExt cx="1179490" cy="644795"/>
              </a:xfrm>
            </p:grpSpPr>
            <p:cxnSp>
              <p:nvCxnSpPr>
                <p:cNvPr id="264" name="Straight Arrow Connector 263">
                  <a:extLst>
                    <a:ext uri="{FF2B5EF4-FFF2-40B4-BE49-F238E27FC236}">
                      <a16:creationId xmlns:a16="http://schemas.microsoft.com/office/drawing/2014/main" id="{E3F5CF1B-09D1-CC47-B116-724072637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93162" y="4665600"/>
                  <a:ext cx="542038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extBox 265">
                  <a:extLst>
                    <a:ext uri="{FF2B5EF4-FFF2-40B4-BE49-F238E27FC236}">
                      <a16:creationId xmlns:a16="http://schemas.microsoft.com/office/drawing/2014/main" id="{3059E882-1BA5-064B-9CE1-43F225240291}"/>
                    </a:ext>
                  </a:extLst>
                </p:cNvPr>
                <p:cNvSpPr txBox="1"/>
                <p:nvPr/>
              </p:nvSpPr>
              <p:spPr>
                <a:xfrm>
                  <a:off x="2714347" y="4114405"/>
                  <a:ext cx="1179490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i="1" dirty="0"/>
                    <a:t>r 个 CRC 比特</a:t>
                  </a:r>
                  <a:r>
                    <a:rPr lang="en-US" sz="2000" dirty="0"/>
                    <a:t/>
                  </a: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176F67FC-CEC0-E145-8840-3B220D064D41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133DDAB8-AED0-B44C-B8AA-A792E69DA7CC}"/>
                  </a:ext>
                </a:extLst>
              </p:cNvPr>
              <p:cNvGrpSpPr/>
              <p:nvPr/>
            </p:nvGrpSpPr>
            <p:grpSpPr>
              <a:xfrm>
                <a:off x="2491075" y="3061148"/>
                <a:ext cx="1630353" cy="400110"/>
                <a:chOff x="1912047" y="4446000"/>
                <a:chExt cx="1630353" cy="400110"/>
              </a:xfrm>
            </p:grpSpPr>
            <p:cxnSp>
              <p:nvCxnSpPr>
                <p:cNvPr id="290" name="Straight Arrow Connector 289">
                  <a:extLst>
                    <a:ext uri="{FF2B5EF4-FFF2-40B4-BE49-F238E27FC236}">
                      <a16:creationId xmlns:a16="http://schemas.microsoft.com/office/drawing/2014/main" id="{B73F57ED-8511-DE46-AFFF-EB1F2B4DD0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4638" y="4665600"/>
                  <a:ext cx="1620562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Rectangle 290">
                  <a:extLst>
                    <a:ext uri="{FF2B5EF4-FFF2-40B4-BE49-F238E27FC236}">
                      <a16:creationId xmlns:a16="http://schemas.microsoft.com/office/drawing/2014/main" id="{9CC71E42-351B-7D48-A76A-31DFD4155837}"/>
                    </a:ext>
                  </a:extLst>
                </p:cNvPr>
                <p:cNvSpPr/>
                <p:nvPr/>
              </p:nvSpPr>
              <p:spPr>
                <a:xfrm>
                  <a:off x="2098800" y="4636800"/>
                  <a:ext cx="1245600" cy="4571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2" name="TextBox 291">
                  <a:extLst>
                    <a:ext uri="{FF2B5EF4-FFF2-40B4-BE49-F238E27FC236}">
                      <a16:creationId xmlns:a16="http://schemas.microsoft.com/office/drawing/2014/main" id="{9CB76609-999D-2D49-9C0A-E32FE50AF48D}"/>
                    </a:ext>
                  </a:extLst>
                </p:cNvPr>
                <p:cNvSpPr txBox="1"/>
                <p:nvPr/>
              </p:nvSpPr>
              <p:spPr>
                <a:xfrm>
                  <a:off x="2088000" y="4446000"/>
                  <a:ext cx="1278812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 data 比特</a:t>
                  </a:r>
                </a:p>
              </p:txBody>
            </p: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E22D3181-9FAA-B541-A443-8DF2B83F5119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241989A3-AA8F-EB4B-B54B-64685377702A}"/>
                    </a:ext>
                  </a:extLst>
                </p:cNvPr>
                <p:cNvCxnSpPr/>
                <p:nvPr/>
              </p:nvCxnSpPr>
              <p:spPr>
                <a:xfrm>
                  <a:off x="1912047" y="45696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E8DCF7DE-A8C5-3A48-A607-43071E3845EB}"/>
                  </a:ext>
                </a:extLst>
              </p:cNvPr>
              <p:cNvGrpSpPr/>
              <p:nvPr/>
            </p:nvGrpSpPr>
            <p:grpSpPr>
              <a:xfrm>
                <a:off x="2335669" y="3342000"/>
                <a:ext cx="2325599" cy="461665"/>
                <a:chOff x="1904400" y="5143043"/>
                <a:chExt cx="2325599" cy="461665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F9356EE8-B88E-354C-B22C-C3AE0C4CCEC0}"/>
                    </a:ext>
                  </a:extLst>
                </p:cNvPr>
                <p:cNvSpPr/>
                <p:nvPr/>
              </p:nvSpPr>
              <p:spPr>
                <a:xfrm>
                  <a:off x="1904400" y="5221355"/>
                  <a:ext cx="2325599" cy="29154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8C616664-1678-F94A-9D03-7836F153E4E8}"/>
                    </a:ext>
                  </a:extLst>
                </p:cNvPr>
                <p:cNvSpPr txBox="1"/>
                <p:nvPr/>
              </p:nvSpPr>
              <p:spPr>
                <a:xfrm>
                  <a:off x="2617147" y="5171947"/>
                  <a:ext cx="34176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</a:t>
                  </a:r>
                  <a:endParaRPr lang="en-US" dirty="0"/>
                </a:p>
              </p:txBody>
            </p:sp>
            <p:sp>
              <p:nvSpPr>
                <p:cNvPr id="271" name="TextBox 270">
                  <a:extLst>
                    <a:ext uri="{FF2B5EF4-FFF2-40B4-BE49-F238E27FC236}">
                      <a16:creationId xmlns:a16="http://schemas.microsoft.com/office/drawing/2014/main" id="{8C3ABF98-D5C1-734D-9F57-D1EEEEBAFD1C}"/>
                    </a:ext>
                  </a:extLst>
                </p:cNvPr>
                <p:cNvSpPr txBox="1"/>
                <p:nvPr/>
              </p:nvSpPr>
              <p:spPr>
                <a:xfrm>
                  <a:off x="3708874" y="5143043"/>
                  <a:ext cx="35137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>
                      <a:solidFill>
                        <a:srgbClr val="C00000"/>
                      </a:solidFill>
                    </a:rPr>
                    <a:t>R</a:t>
                  </a:r>
                  <a:endParaRPr lang="en-US" sz="2000" dirty="0">
                    <a:solidFill>
                      <a:srgbClr val="C00000"/>
                    </a:solidFill>
                  </a:endParaRPr>
                </a:p>
              </p:txBody>
            </p: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693A86FD-0E91-F84C-AD1B-5E7BF4B8B76C}"/>
                    </a:ext>
                  </a:extLst>
                </p:cNvPr>
                <p:cNvCxnSpPr/>
                <p:nvPr/>
              </p:nvCxnSpPr>
              <p:spPr>
                <a:xfrm>
                  <a:off x="3531600" y="5223600"/>
                  <a:ext cx="0" cy="28800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D5FE7C0-449C-C24C-94F1-976D8F7F07BD}"/>
                </a:ext>
              </a:extLst>
            </p:cNvPr>
            <p:cNvGrpSpPr/>
            <p:nvPr/>
          </p:nvGrpSpPr>
          <p:grpSpPr>
            <a:xfrm>
              <a:off x="3954671" y="3896138"/>
              <a:ext cx="2934586" cy="486248"/>
              <a:chOff x="8759687" y="3087756"/>
              <a:chExt cx="2934586" cy="48624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82DC7EC-5CAB-E046-AF27-F4F1BE4C8967}"/>
                  </a:ext>
                </a:extLst>
              </p:cNvPr>
              <p:cNvSpPr txBox="1"/>
              <p:nvPr/>
            </p:nvSpPr>
            <p:spPr>
              <a:xfrm>
                <a:off x="8759687" y="3087756"/>
                <a:ext cx="293458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&lt;D,R&gt; = D 2r XOR R  </a:t>
                </a:r>
                <a:r>
                  <a:rPr lang="en-US" sz="2400" baseline="30000" dirty="0"/>
                  <a:t/>
                </a:r>
                <a:r>
                  <a:rPr lang="en-US" sz="2400" dirty="0"/>
                  <a:t/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5679D954-E2CF-FE4F-B7E7-75DBBBD56E8B}"/>
                  </a:ext>
                </a:extLst>
              </p:cNvPr>
              <p:cNvSpPr txBox="1"/>
              <p:nvPr/>
            </p:nvSpPr>
            <p:spPr>
              <a:xfrm>
                <a:off x="9972262" y="3173894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*</a:t>
                </a: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54CC24E-9903-3249-AB6B-172ECE48D762}"/>
                </a:ext>
              </a:extLst>
            </p:cNvPr>
            <p:cNvGrpSpPr/>
            <p:nvPr/>
          </p:nvGrpSpPr>
          <p:grpSpPr>
            <a:xfrm>
              <a:off x="6791741" y="3405809"/>
              <a:ext cx="4199587" cy="945369"/>
              <a:chOff x="7030279" y="3405809"/>
              <a:chExt cx="4199587" cy="945369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8932362-DCB4-EB40-9B1C-58CF349F31F1}"/>
                  </a:ext>
                </a:extLst>
              </p:cNvPr>
              <p:cNvSpPr txBox="1"/>
              <p:nvPr/>
            </p:nvSpPr>
            <p:spPr>
              <a:xfrm>
                <a:off x="8242853" y="3405809"/>
                <a:ext cx="151580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比特模式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D334B737-73F4-0C4A-860A-265D4A3D7E47}"/>
                  </a:ext>
                </a:extLst>
              </p:cNvPr>
              <p:cNvSpPr txBox="1"/>
              <p:nvPr/>
            </p:nvSpPr>
            <p:spPr>
              <a:xfrm>
                <a:off x="8236226" y="3889513"/>
                <a:ext cx="29936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比特模式公式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B13443DA-FCD3-914F-8EC2-A5BA2DA70B77}"/>
                  </a:ext>
                </a:extLst>
              </p:cNvPr>
              <p:cNvCxnSpPr/>
              <p:nvPr/>
            </p:nvCxnSpPr>
            <p:spPr>
              <a:xfrm>
                <a:off x="7050157" y="4134678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B1D8A448-DD38-3A4F-8E01-5FD4EA57EB3C}"/>
                  </a:ext>
                </a:extLst>
              </p:cNvPr>
              <p:cNvCxnSpPr/>
              <p:nvPr/>
            </p:nvCxnSpPr>
            <p:spPr>
              <a:xfrm>
                <a:off x="7030279" y="3637722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D6E8185-57C7-7740-94E5-A560594E8B00}"/>
              </a:ext>
            </a:extLst>
          </p:cNvPr>
          <p:cNvSpPr/>
          <p:nvPr/>
        </p:nvSpPr>
        <p:spPr>
          <a:xfrm>
            <a:off x="5864088" y="3260035"/>
            <a:ext cx="715617" cy="715617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714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  <p:bldP spid="34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链路层：6-26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B759CC00-BF06-854E-86A2-B83BD2F0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循环冗余校验（CRC）：示例</a:t>
            </a:r>
            <a:endParaRPr lang="en-US" sz="4400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E9268402-B537-304A-80D7-4F08E8DE947C}"/>
              </a:ext>
            </a:extLst>
          </p:cNvPr>
          <p:cNvSpPr txBox="1">
            <a:spLocks noChangeArrowheads="1"/>
          </p:cNvSpPr>
          <p:nvPr/>
        </p:nvSpPr>
        <p:spPr>
          <a:xfrm>
            <a:off x="753303" y="1408043"/>
            <a:ext cx="4984888" cy="1044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我们希望：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D.2r XOR R = nG</a:t>
            </a:r>
            <a:r>
              <a:rPr lang="en-US" sz="2800" i="1" baseline="26000" dirty="0"/>
              <a:t/>
            </a:r>
            <a:r>
              <a:rPr lang="en-US" sz="2800" i="1" dirty="0"/>
              <a:t/>
            </a:r>
            <a:r>
              <a:rPr lang="en-US" sz="2800" i="1" baseline="30000" dirty="0"/>
              <a:t/>
            </a:r>
            <a:r>
              <a:rPr lang="en-US" sz="2800" i="1" dirty="0"/>
              <a:t/>
            </a:r>
            <a:r>
              <a:rPr lang="en-US" sz="2800" i="1" dirty="0" err="1"/>
              <a:t/>
            </a:r>
            <a:endParaRPr lang="en-US" sz="2800" i="1" dirty="0"/>
          </a:p>
        </p:txBody>
      </p:sp>
      <p:sp>
        <p:nvSpPr>
          <p:cNvPr id="36" name="TextBox 1">
            <a:extLst>
              <a:ext uri="{FF2B5EF4-FFF2-40B4-BE49-F238E27FC236}">
                <a16:creationId xmlns:a16="http://schemas.microsoft.com/office/drawing/2014/main" id="{5F06603C-08A5-9845-B758-7BDABC3C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852" y="6357788"/>
            <a:ext cx="95330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更多示例请查看在线交互练习：http://gaia.cs.umass.edu/kurose_ross/interactive/</a:t>
            </a:r>
            <a:r>
              <a:rPr lang="en-US" sz="1200" dirty="0"/>
              <a:t/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9F3C04-8A75-924D-8CE9-D51AC0954E3F}"/>
              </a:ext>
            </a:extLst>
          </p:cNvPr>
          <p:cNvGrpSpPr/>
          <p:nvPr/>
        </p:nvGrpSpPr>
        <p:grpSpPr>
          <a:xfrm>
            <a:off x="1783729" y="4359275"/>
            <a:ext cx="2788271" cy="822325"/>
            <a:chOff x="1783729" y="4359275"/>
            <a:chExt cx="2788271" cy="822325"/>
          </a:xfrm>
        </p:grpSpPr>
        <p:sp>
          <p:nvSpPr>
            <p:cNvPr id="37" name="Text Box 6">
              <a:extLst>
                <a:ext uri="{FF2B5EF4-FFF2-40B4-BE49-F238E27FC236}">
                  <a16:creationId xmlns:a16="http://schemas.microsoft.com/office/drawing/2014/main" id="{0D2B5DE6-30BC-384D-967C-0752A15E6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939" y="4359275"/>
              <a:ext cx="1336675" cy="8223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D</a:t>
              </a:r>
              <a:r>
                <a:rPr lang="en-US" sz="2400" baseline="26000" dirty="0">
                  <a:latin typeface="Arial" charset="0"/>
                  <a:cs typeface="+mn-cs"/>
                </a:rPr>
                <a:t>.</a:t>
              </a:r>
              <a:r>
                <a:rPr lang="en-US" sz="2400" dirty="0">
                  <a:latin typeface="Arial" charset="0"/>
                  <a:cs typeface="+mn-cs"/>
                </a:rPr>
                <a:t>2</a:t>
              </a:r>
              <a:r>
                <a:rPr lang="en-US" sz="2400" baseline="30000" dirty="0">
                  <a:latin typeface="Arial" charset="0"/>
                  <a:cs typeface="+mn-cs"/>
                </a:rPr>
                <a:t>r</a:t>
              </a:r>
            </a:p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G</a:t>
              </a:r>
            </a:p>
          </p:txBody>
        </p:sp>
        <p:sp>
          <p:nvSpPr>
            <p:cNvPr id="38" name="Line 7">
              <a:extLst>
                <a:ext uri="{FF2B5EF4-FFF2-40B4-BE49-F238E27FC236}">
                  <a16:creationId xmlns:a16="http://schemas.microsoft.com/office/drawing/2014/main" id="{7EDB71CD-D11F-5D42-AAAF-99C7646A0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839" y="4775200"/>
              <a:ext cx="6318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0" name="Text Box 5">
              <a:extLst>
                <a:ext uri="{FF2B5EF4-FFF2-40B4-BE49-F238E27FC236}">
                  <a16:creationId xmlns:a16="http://schemas.microsoft.com/office/drawing/2014/main" id="{727CD607-1F6A-FE44-BD7A-6D2EAB93B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729" y="4504911"/>
              <a:ext cx="2788271" cy="4719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dirty="0">
                  <a:latin typeface="Arial" charset="0"/>
                  <a:cs typeface="+mn-cs"/>
                </a:rPr>
                <a:t>R = remainder [ ]</a:t>
              </a:r>
              <a:r>
                <a:rPr lang="en-US" dirty="0">
                  <a:latin typeface="Arial" charset="0"/>
                  <a:cs typeface="+mn-cs"/>
                </a:rPr>
                <a:t/>
              </a:r>
              <a:r>
                <a:rPr lang="en-US" sz="2400" dirty="0">
                  <a:latin typeface="Arial" charset="0"/>
                  <a:cs typeface="+mn-cs"/>
                </a:rPr>
                <a:t/>
              </a:r>
              <a:r>
                <a:rPr lang="en-US" dirty="0">
                  <a:latin typeface="Arial" charset="0"/>
                  <a:cs typeface="+mn-cs"/>
                </a:rPr>
                <a:t/>
              </a:r>
              <a:r>
                <a:rPr lang="en-US" sz="2400" dirty="0">
                  <a:latin typeface="Arial" charset="0"/>
                  <a:cs typeface="+mn-cs"/>
                </a:rPr>
                <a:t/>
              </a:r>
              <a:endParaRPr lang="en-US" dirty="0">
                <a:latin typeface="Arial" charset="0"/>
                <a:cs typeface="+mn-cs"/>
              </a:endParaRPr>
            </a:p>
          </p:txBody>
        </p:sp>
      </p:grpSp>
      <p:sp>
        <p:nvSpPr>
          <p:cNvPr id="101" name="Rectangle 4">
            <a:extLst>
              <a:ext uri="{FF2B5EF4-FFF2-40B4-BE49-F238E27FC236}">
                <a16:creationId xmlns:a16="http://schemas.microsoft.com/office/drawing/2014/main" id="{0277089F-1489-B940-903E-43BA205BCEA6}"/>
              </a:ext>
            </a:extLst>
          </p:cNvPr>
          <p:cNvSpPr txBox="1">
            <a:spLocks noChangeArrowheads="1"/>
          </p:cNvSpPr>
          <p:nvPr/>
        </p:nvSpPr>
        <p:spPr>
          <a:xfrm>
            <a:off x="767158" y="2253170"/>
            <a:ext cx="4984888" cy="8779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等价地：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D.2r = nG XOR R </a:t>
            </a:r>
            <a:r>
              <a:rPr lang="en-US" sz="2800" i="1" baseline="26000" dirty="0"/>
              <a:t/>
            </a:r>
            <a:r>
              <a:rPr lang="en-US" sz="2800" i="1" dirty="0"/>
              <a:t/>
            </a:r>
            <a:r>
              <a:rPr lang="en-US" sz="2800" i="1" baseline="30000" dirty="0"/>
              <a:t/>
            </a:r>
            <a:r>
              <a:rPr lang="en-US" sz="2800" i="1" dirty="0"/>
              <a:t/>
            </a:r>
            <a:r>
              <a:rPr lang="en-US" sz="2800" i="1" dirty="0" err="1"/>
              <a:t/>
            </a:r>
            <a:r>
              <a:rPr lang="en-US" sz="2800" i="1" dirty="0"/>
              <a:t/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2D27A16A-ED66-A64E-999A-8DE379B7B5C0}"/>
              </a:ext>
            </a:extLst>
          </p:cNvPr>
          <p:cNvSpPr txBox="1">
            <a:spLocks noChangeArrowheads="1"/>
          </p:cNvSpPr>
          <p:nvPr/>
        </p:nvSpPr>
        <p:spPr>
          <a:xfrm>
            <a:off x="725595" y="3126008"/>
            <a:ext cx="4984888" cy="1252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等价地：  </a:t>
            </a:r>
            <a:r>
              <a:rPr lang="en-US" dirty="0"/>
              <a:t/>
            </a:r>
          </a:p>
          <a:p>
            <a:pPr marL="457200" indent="-234950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/>
              <a:t>   如果用 G 去除 D.2r，希望余数 R 满足：</a:t>
            </a:r>
            <a:r>
              <a:rPr lang="en-US" baseline="26000" dirty="0"/>
              <a:t/>
            </a:r>
            <a:r>
              <a:rPr lang="en-US" dirty="0"/>
              <a:t/>
            </a:r>
            <a:r>
              <a:rPr lang="en-US" baseline="30000" dirty="0"/>
              <a:t/>
            </a:r>
            <a:r>
              <a:rPr lang="en-US" dirty="0"/>
              <a:t/>
            </a:r>
            <a:endParaRPr lang="en-US" sz="320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709EF1B-AB47-6D41-949D-2E4338243C54}"/>
              </a:ext>
            </a:extLst>
          </p:cNvPr>
          <p:cNvSpPr txBox="1"/>
          <p:nvPr/>
        </p:nvSpPr>
        <p:spPr>
          <a:xfrm>
            <a:off x="7679634" y="2146851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35AA9A8-6F10-FC46-8C63-1F24C136BDC7}"/>
              </a:ext>
            </a:extLst>
          </p:cNvPr>
          <p:cNvSpPr txBox="1"/>
          <p:nvPr/>
        </p:nvSpPr>
        <p:spPr>
          <a:xfrm>
            <a:off x="8249478" y="3041373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EA0B225-9161-C044-9CCB-C8A2548A0D0E}"/>
              </a:ext>
            </a:extLst>
          </p:cNvPr>
          <p:cNvSpPr txBox="1"/>
          <p:nvPr/>
        </p:nvSpPr>
        <p:spPr>
          <a:xfrm>
            <a:off x="8249479" y="2451654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489F494-99AA-074F-8182-D3D7196530B7}"/>
              </a:ext>
            </a:extLst>
          </p:cNvPr>
          <p:cNvSpPr txBox="1"/>
          <p:nvPr/>
        </p:nvSpPr>
        <p:spPr>
          <a:xfrm>
            <a:off x="8262729" y="2756456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DFD980A-60DC-134A-A8B3-E03AA7433300}"/>
              </a:ext>
            </a:extLst>
          </p:cNvPr>
          <p:cNvSpPr txBox="1"/>
          <p:nvPr/>
        </p:nvSpPr>
        <p:spPr>
          <a:xfrm>
            <a:off x="8256103" y="3339547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BFAC571-4E2C-784B-9D01-75A389FD3D84}"/>
              </a:ext>
            </a:extLst>
          </p:cNvPr>
          <p:cNvGrpSpPr/>
          <p:nvPr/>
        </p:nvGrpSpPr>
        <p:grpSpPr>
          <a:xfrm>
            <a:off x="8825948" y="3664228"/>
            <a:ext cx="1505129" cy="2259494"/>
            <a:chOff x="8825948" y="3664228"/>
            <a:chExt cx="1505129" cy="2259494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889B67E-A072-AB41-A01A-7F865D34C541}"/>
                </a:ext>
              </a:extLst>
            </p:cNvPr>
            <p:cNvSpPr txBox="1"/>
            <p:nvPr/>
          </p:nvSpPr>
          <p:spPr>
            <a:xfrm>
              <a:off x="8832573" y="45587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771E71D-3FEA-E24D-A9F2-3C6E914C90B6}"/>
                </a:ext>
              </a:extLst>
            </p:cNvPr>
            <p:cNvSpPr txBox="1"/>
            <p:nvPr/>
          </p:nvSpPr>
          <p:spPr>
            <a:xfrm>
              <a:off x="9110869" y="5155096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ADDCBC3-5B80-7048-9A15-D7F72168F895}"/>
                </a:ext>
              </a:extLst>
            </p:cNvPr>
            <p:cNvSpPr txBox="1"/>
            <p:nvPr/>
          </p:nvSpPr>
          <p:spPr>
            <a:xfrm>
              <a:off x="8845821" y="3962406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0  0  0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9083236F-E8E8-3543-B2CA-BFEC7F79BEE0}"/>
                </a:ext>
              </a:extLst>
            </p:cNvPr>
            <p:cNvSpPr txBox="1"/>
            <p:nvPr/>
          </p:nvSpPr>
          <p:spPr>
            <a:xfrm>
              <a:off x="8825949" y="3664228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0BB746-0ABB-D447-AF3A-94FD526E5ED6}"/>
                </a:ext>
              </a:extLst>
            </p:cNvPr>
            <p:cNvSpPr txBox="1"/>
            <p:nvPr/>
          </p:nvSpPr>
          <p:spPr>
            <a:xfrm>
              <a:off x="8825948" y="42539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1  1  0  0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EB22599-A868-F240-9967-17E8EF7F998A}"/>
                </a:ext>
              </a:extLst>
            </p:cNvPr>
            <p:cNvSpPr txBox="1"/>
            <p:nvPr/>
          </p:nvSpPr>
          <p:spPr>
            <a:xfrm>
              <a:off x="9110871" y="4856920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1  0  1  0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B9F6BC8-86AC-5D4D-BE74-BC8DA0EAD36F}"/>
                </a:ext>
              </a:extLst>
            </p:cNvPr>
            <p:cNvSpPr txBox="1"/>
            <p:nvPr/>
          </p:nvSpPr>
          <p:spPr>
            <a:xfrm>
              <a:off x="9395794" y="5462057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0  1  1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CE2820A-3665-2B4D-A5CA-35AFC4BC3720}"/>
              </a:ext>
            </a:extLst>
          </p:cNvPr>
          <p:cNvSpPr txBox="1"/>
          <p:nvPr/>
        </p:nvSpPr>
        <p:spPr>
          <a:xfrm>
            <a:off x="9262887" y="1451109"/>
            <a:ext cx="10647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  0  1  1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3B34AB-8291-AF4C-95AB-CD958EF54DB2}"/>
              </a:ext>
            </a:extLst>
          </p:cNvPr>
          <p:cNvSpPr txBox="1"/>
          <p:nvPr/>
        </p:nvSpPr>
        <p:spPr>
          <a:xfrm>
            <a:off x="9998764" y="2537791"/>
            <a:ext cx="4058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D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DA620B-908B-B44C-9BDF-C09E9B5A8569}"/>
              </a:ext>
            </a:extLst>
          </p:cNvPr>
          <p:cNvSpPr txBox="1"/>
          <p:nvPr/>
        </p:nvSpPr>
        <p:spPr>
          <a:xfrm>
            <a:off x="9700589" y="5963477"/>
            <a:ext cx="3802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19" name="Right Brace 118">
            <a:extLst>
              <a:ext uri="{FF2B5EF4-FFF2-40B4-BE49-F238E27FC236}">
                <a16:creationId xmlns:a16="http://schemas.microsoft.com/office/drawing/2014/main" id="{A8D7C83E-1AF7-554B-AEBC-D0B417EC78D6}"/>
              </a:ext>
            </a:extLst>
          </p:cNvPr>
          <p:cNvSpPr/>
          <p:nvPr/>
        </p:nvSpPr>
        <p:spPr>
          <a:xfrm rot="5400000">
            <a:off x="9749390" y="5609878"/>
            <a:ext cx="185531" cy="680698"/>
          </a:xfrm>
          <a:prstGeom prst="rightBrac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A387E02-0869-A343-8D42-E08DDDF8DF68}"/>
              </a:ext>
            </a:extLst>
          </p:cNvPr>
          <p:cNvGrpSpPr/>
          <p:nvPr/>
        </p:nvGrpSpPr>
        <p:grpSpPr>
          <a:xfrm>
            <a:off x="6367670" y="1219201"/>
            <a:ext cx="1220206" cy="1064637"/>
            <a:chOff x="6367670" y="1219201"/>
            <a:chExt cx="1220206" cy="1064637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6FA86E-8575-FE41-8A7D-57A1A6D3671A}"/>
                </a:ext>
              </a:extLst>
            </p:cNvPr>
            <p:cNvSpPr txBox="1"/>
            <p:nvPr/>
          </p:nvSpPr>
          <p:spPr>
            <a:xfrm>
              <a:off x="6367670" y="1822173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1C2439F-EA3A-1744-8F2A-DE51769C22B5}"/>
                </a:ext>
              </a:extLst>
            </p:cNvPr>
            <p:cNvSpPr txBox="1"/>
            <p:nvPr/>
          </p:nvSpPr>
          <p:spPr>
            <a:xfrm>
              <a:off x="6745358" y="1219201"/>
              <a:ext cx="41069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G</a:t>
              </a:r>
            </a:p>
          </p:txBody>
        </p:sp>
        <p:sp>
          <p:nvSpPr>
            <p:cNvPr id="123" name="Right Brace 122">
              <a:extLst>
                <a:ext uri="{FF2B5EF4-FFF2-40B4-BE49-F238E27FC236}">
                  <a16:creationId xmlns:a16="http://schemas.microsoft.com/office/drawing/2014/main" id="{30F89C6E-5B55-814C-A678-DF151635B08C}"/>
                </a:ext>
              </a:extLst>
            </p:cNvPr>
            <p:cNvSpPr/>
            <p:nvPr/>
          </p:nvSpPr>
          <p:spPr>
            <a:xfrm rot="16200000">
              <a:off x="6831499" y="1265579"/>
              <a:ext cx="231910" cy="100054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107599B5-1DC7-7B44-87F1-7FFE1BEE0273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8839200" y="2199861"/>
            <a:ext cx="1159564" cy="59954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6D67B0D-4D6B-8A46-B8C0-A7A1E67CD0AE}"/>
              </a:ext>
            </a:extLst>
          </p:cNvPr>
          <p:cNvGrpSpPr/>
          <p:nvPr/>
        </p:nvGrpSpPr>
        <p:grpSpPr>
          <a:xfrm>
            <a:off x="7550151" y="1873802"/>
            <a:ext cx="2658302" cy="323298"/>
            <a:chOff x="7550151" y="1873802"/>
            <a:chExt cx="2658302" cy="323298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9B3616B2-31C8-0340-A40E-1391DD88EC4E}"/>
                </a:ext>
              </a:extLst>
            </p:cNvPr>
            <p:cNvGrpSpPr/>
            <p:nvPr/>
          </p:nvGrpSpPr>
          <p:grpSpPr>
            <a:xfrm>
              <a:off x="7550151" y="1873802"/>
              <a:ext cx="2658302" cy="323298"/>
              <a:chOff x="7572376" y="1842052"/>
              <a:chExt cx="2658302" cy="323298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8901261-BA86-0940-AD87-917B05B4E106}"/>
                  </a:ext>
                </a:extLst>
              </p:cNvPr>
              <p:cNvCxnSpPr/>
              <p:nvPr/>
            </p:nvCxnSpPr>
            <p:spPr>
              <a:xfrm>
                <a:off x="7659757" y="1842052"/>
                <a:ext cx="25709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Pie 128">
                <a:extLst>
                  <a:ext uri="{FF2B5EF4-FFF2-40B4-BE49-F238E27FC236}">
                    <a16:creationId xmlns:a16="http://schemas.microsoft.com/office/drawing/2014/main" id="{00815B2F-6609-A742-801E-A82E23AA6B2C}"/>
                  </a:ext>
                </a:extLst>
              </p:cNvPr>
              <p:cNvSpPr/>
              <p:nvPr/>
            </p:nvSpPr>
            <p:spPr>
              <a:xfrm rot="16200000">
                <a:off x="7488045" y="1927002"/>
                <a:ext cx="322679" cy="154018"/>
              </a:xfrm>
              <a:prstGeom prst="pie">
                <a:avLst>
                  <a:gd name="adj1" fmla="val 0"/>
                  <a:gd name="adj2" fmla="val 10753547"/>
                </a:avLst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601E522-EFA7-8343-9D8C-C4CE6F34EE10}"/>
                </a:ext>
              </a:extLst>
            </p:cNvPr>
            <p:cNvSpPr/>
            <p:nvPr/>
          </p:nvSpPr>
          <p:spPr>
            <a:xfrm>
              <a:off x="7585075" y="1882775"/>
              <a:ext cx="85725" cy="3079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1FDA5430-A6B0-834B-BE48-437D3487D1C3}"/>
              </a:ext>
            </a:extLst>
          </p:cNvPr>
          <p:cNvSpPr txBox="1"/>
          <p:nvPr/>
        </p:nvSpPr>
        <p:spPr>
          <a:xfrm>
            <a:off x="9406127" y="1822173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AA5CF5C-1769-FD4E-892C-DE8A33C74C01}"/>
              </a:ext>
            </a:extLst>
          </p:cNvPr>
          <p:cNvSpPr txBox="1"/>
          <p:nvPr/>
        </p:nvSpPr>
        <p:spPr>
          <a:xfrm>
            <a:off x="7673008" y="1828798"/>
            <a:ext cx="18069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1  0  1  1  1  0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A5C44807-2247-784F-B540-295D00EBEC83}"/>
              </a:ext>
            </a:extLst>
          </p:cNvPr>
          <p:cNvSpPr/>
          <p:nvPr/>
        </p:nvSpPr>
        <p:spPr>
          <a:xfrm>
            <a:off x="7712766" y="1881809"/>
            <a:ext cx="2597426" cy="33130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583F49F-5180-5D4F-8B8E-E8B400A05296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9720469" y="2219739"/>
            <a:ext cx="278295" cy="579662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1EA7DEF7-E301-BD4B-9C57-DFAFB6204A6F}"/>
              </a:ext>
            </a:extLst>
          </p:cNvPr>
          <p:cNvSpPr txBox="1"/>
          <p:nvPr/>
        </p:nvSpPr>
        <p:spPr>
          <a:xfrm>
            <a:off x="10376447" y="2544418"/>
            <a:ext cx="4507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2</a:t>
            </a:r>
            <a:r>
              <a:rPr lang="en-US" sz="2800" baseline="300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53CD48-3690-8946-A52D-ED09BA2D0443}"/>
              </a:ext>
            </a:extLst>
          </p:cNvPr>
          <p:cNvSpPr txBox="1"/>
          <p:nvPr/>
        </p:nvSpPr>
        <p:spPr>
          <a:xfrm>
            <a:off x="10227366" y="263718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*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BC69377-C795-514D-9135-191092B5D840}"/>
              </a:ext>
            </a:extLst>
          </p:cNvPr>
          <p:cNvSpPr txBox="1"/>
          <p:nvPr/>
        </p:nvSpPr>
        <p:spPr>
          <a:xfrm>
            <a:off x="8523844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0DE5684-3F65-874B-8116-C643C79124D1}"/>
              </a:ext>
            </a:extLst>
          </p:cNvPr>
          <p:cNvSpPr txBox="1"/>
          <p:nvPr/>
        </p:nvSpPr>
        <p:spPr>
          <a:xfrm>
            <a:off x="8810715" y="1450610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86DF09-4CAB-0A49-B8FB-6B0C7333B9BC}"/>
              </a:ext>
            </a:extLst>
          </p:cNvPr>
          <p:cNvSpPr txBox="1"/>
          <p:nvPr/>
        </p:nvSpPr>
        <p:spPr>
          <a:xfrm>
            <a:off x="9097586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1795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16" grpId="0"/>
      <p:bldP spid="117" grpId="0"/>
      <p:bldP spid="118" grpId="0"/>
      <p:bldP spid="119" grpId="0" animBg="1"/>
      <p:bldP spid="130" grpId="0"/>
      <p:bldP spid="131" grpId="0"/>
      <p:bldP spid="132" grpId="0" animBg="1"/>
      <p:bldP spid="132" grpId="1" animBg="1"/>
      <p:bldP spid="134" grpId="0"/>
      <p:bldP spid="135" grpId="0"/>
      <p:bldP spid="136" grpId="0"/>
      <p:bldP spid="137" grpId="0"/>
      <p:bldP spid="138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链路层：6-27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076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Rectangle 2">
            <a:extLst>
              <a:ext uri="{FF2B5EF4-FFF2-40B4-BE49-F238E27FC236}">
                <a16:creationId xmlns:a16="http://schemas.microsoft.com/office/drawing/2014/main" id="{EDE78ABA-8F34-924F-92C7-1597AFCFD9F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协议栈：回顾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99B301C-3853-E240-B079-24C6F71C885F}"/>
              </a:ext>
            </a:extLst>
          </p:cNvPr>
          <p:cNvGrpSpPr/>
          <p:nvPr/>
        </p:nvGrpSpPr>
        <p:grpSpPr>
          <a:xfrm>
            <a:off x="1524000" y="2417276"/>
            <a:ext cx="9164638" cy="4170363"/>
            <a:chOff x="0" y="1708150"/>
            <a:chExt cx="9164638" cy="4170363"/>
          </a:xfrm>
        </p:grpSpPr>
        <p:sp>
          <p:nvSpPr>
            <p:cNvPr id="43010" name="Text Box 7">
              <a:extLst>
                <a:ext uri="{FF2B5EF4-FFF2-40B4-BE49-F238E27FC236}">
                  <a16:creationId xmlns:a16="http://schemas.microsoft.com/office/drawing/2014/main" id="{6CA014B4-BDE6-CE4F-9C48-911336CE4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3741" y="2228850"/>
              <a:ext cx="1713931" cy="341632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应用层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传输层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 dirty="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43011" name="Line 8">
              <a:extLst>
                <a:ext uri="{FF2B5EF4-FFF2-40B4-BE49-F238E27FC236}">
                  <a16:creationId xmlns:a16="http://schemas.microsoft.com/office/drawing/2014/main" id="{DD621476-EB46-DA4B-9A8B-2C8B0033D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1075" y="2801938"/>
              <a:ext cx="1765300" cy="2698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2" name="Line 9">
              <a:extLst>
                <a:ext uri="{FF2B5EF4-FFF2-40B4-BE49-F238E27FC236}">
                  <a16:creationId xmlns:a16="http://schemas.microsoft.com/office/drawing/2014/main" id="{48E801A9-9DF0-4142-ADE9-140A4E387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35734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3" name="Line 10">
              <a:extLst>
                <a:ext uri="{FF2B5EF4-FFF2-40B4-BE49-F238E27FC236}">
                  <a16:creationId xmlns:a16="http://schemas.microsoft.com/office/drawing/2014/main" id="{11DB357A-1B14-5A4D-A5DC-220E9C07C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42592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4" name="Line 11">
              <a:extLst>
                <a:ext uri="{FF2B5EF4-FFF2-40B4-BE49-F238E27FC236}">
                  <a16:creationId xmlns:a16="http://schemas.microsoft.com/office/drawing/2014/main" id="{697B04F5-9390-274F-883C-5A556807C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3925" y="5003800"/>
              <a:ext cx="1816100" cy="2857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5" name="Rectangle 1">
              <a:extLst>
                <a:ext uri="{FF2B5EF4-FFF2-40B4-BE49-F238E27FC236}">
                  <a16:creationId xmlns:a16="http://schemas.microsoft.com/office/drawing/2014/main" id="{AB09965A-6210-1C44-8765-B77CF9E6EF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632618" y="2386806"/>
              <a:ext cx="1817688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端到端</a:t>
              </a:r>
            </a:p>
          </p:txBody>
        </p:sp>
        <p:sp>
          <p:nvSpPr>
            <p:cNvPr id="43016" name="Line 19">
              <a:extLst>
                <a:ext uri="{FF2B5EF4-FFF2-40B4-BE49-F238E27FC236}">
                  <a16:creationId xmlns:a16="http://schemas.microsoft.com/office/drawing/2014/main" id="{7C2B1366-A7CE-B741-A919-8A2771C98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3541713"/>
              <a:ext cx="3387725" cy="31750"/>
            </a:xfrm>
            <a:prstGeom prst="line">
              <a:avLst/>
            </a:prstGeom>
            <a:noFill/>
            <a:ln w="44450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Rectangle 3">
              <a:extLst>
                <a:ext uri="{FF2B5EF4-FFF2-40B4-BE49-F238E27FC236}">
                  <a16:creationId xmlns:a16="http://schemas.microsoft.com/office/drawing/2014/main" id="{83A9A03F-104D-2344-AE99-30EC3135B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7963" y="3009900"/>
              <a:ext cx="3435350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逻辑端到端链路</a:t>
              </a:r>
            </a:p>
          </p:txBody>
        </p:sp>
        <p:sp>
          <p:nvSpPr>
            <p:cNvPr id="43018" name="Rectangle 29">
              <a:extLst>
                <a:ext uri="{FF2B5EF4-FFF2-40B4-BE49-F238E27FC236}">
                  <a16:creationId xmlns:a16="http://schemas.microsoft.com/office/drawing/2014/main" id="{60E1AA69-986F-DA42-97D4-28EFBE429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2800" y="4367213"/>
              <a:ext cx="2413000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链路共享</a:t>
              </a:r>
            </a:p>
          </p:txBody>
        </p:sp>
        <p:sp>
          <p:nvSpPr>
            <p:cNvPr id="43019" name="Rectangle 30">
              <a:extLst>
                <a:ext uri="{FF2B5EF4-FFF2-40B4-BE49-F238E27FC236}">
                  <a16:creationId xmlns:a16="http://schemas.microsoft.com/office/drawing/2014/main" id="{1D8EFFB2-0348-A34C-8384-B86D0855A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4663" y="2059766"/>
              <a:ext cx="3609975" cy="830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提供网络服务</a:t>
              </a:r>
              <a:r>
                <a:rPr lang="zh-CN" altLang="en-US" sz="2400" dirty="0">
                  <a:ea typeface="宋体" panose="02010600030101010101" pitchFamily="2" charset="-122"/>
                </a:rPr>
                <a:t/>
              </a:r>
              <a:r>
                <a:rPr lang="en-US" altLang="zh-CN" sz="2400" dirty="0">
                  <a:ea typeface="宋体" panose="02010600030101010101" pitchFamily="2" charset="-122"/>
                </a:rPr>
                <a:t/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 给用户应用</a:t>
              </a:r>
            </a:p>
          </p:txBody>
        </p:sp>
        <p:sp>
          <p:nvSpPr>
            <p:cNvPr id="43020" name="Rectangle 4">
              <a:extLst>
                <a:ext uri="{FF2B5EF4-FFF2-40B4-BE49-F238E27FC236}">
                  <a16:creationId xmlns:a16="http://schemas.microsoft.com/office/drawing/2014/main" id="{59E65582-EF31-BA42-A11C-9A28F39C4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13" y="222885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HTTP, FTP,DNS</a:t>
              </a:r>
              <a:r>
                <a:rPr lang="mr-IN" altLang="zh-CN" sz="2400" dirty="0">
                  <a:ea typeface="宋体" panose="02010600030101010101" pitchFamily="2" charset="-122"/>
                </a:rPr>
                <a:t>……</a:t>
              </a:r>
              <a:endParaRPr lang="en-US" altLang="zh-CN" sz="2400" dirty="0">
                <a:ea typeface="宋体" panose="02010600030101010101" pitchFamily="2" charset="-122"/>
              </a:endParaRPr>
            </a:p>
          </p:txBody>
        </p:sp>
        <p:sp>
          <p:nvSpPr>
            <p:cNvPr id="43021" name="Rectangle 32">
              <a:extLst>
                <a:ext uri="{FF2B5EF4-FFF2-40B4-BE49-F238E27FC236}">
                  <a16:creationId xmlns:a16="http://schemas.microsoft.com/office/drawing/2014/main" id="{31BFE55D-7D2B-9844-A5B6-9591FCAA3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13" y="289560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TCP,UDP</a:t>
              </a:r>
            </a:p>
          </p:txBody>
        </p:sp>
        <p:sp>
          <p:nvSpPr>
            <p:cNvPr id="43022" name="Rectangle 33">
              <a:extLst>
                <a:ext uri="{FF2B5EF4-FFF2-40B4-BE49-F238E27FC236}">
                  <a16:creationId xmlns:a16="http://schemas.microsoft.com/office/drawing/2014/main" id="{9A3B05A4-BEE1-4F4B-914E-C74E034A1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000" y="3762375"/>
              <a:ext cx="2955925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IP</a:t>
              </a:r>
            </a:p>
          </p:txBody>
        </p:sp>
        <p:sp>
          <p:nvSpPr>
            <p:cNvPr id="43023" name="Rectangle 34">
              <a:extLst>
                <a:ext uri="{FF2B5EF4-FFF2-40B4-BE49-F238E27FC236}">
                  <a16:creationId xmlns:a16="http://schemas.microsoft.com/office/drawing/2014/main" id="{1B61CAAF-3537-6A4A-B919-84480996B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4419600"/>
              <a:ext cx="3308350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CSMA,CDMA,TDMA</a:t>
              </a:r>
              <a:r>
                <a:rPr lang="mr-IN" altLang="zh-CN" sz="2400">
                  <a:ea typeface="宋体" panose="02010600030101010101" pitchFamily="2" charset="-122"/>
                </a:rPr>
                <a:t>…</a:t>
              </a:r>
              <a:endParaRPr lang="en-US" altLang="zh-CN" sz="2400">
                <a:ea typeface="宋体" panose="02010600030101010101" pitchFamily="2" charset="-122"/>
              </a:endParaRPr>
            </a:p>
          </p:txBody>
        </p:sp>
        <p:grpSp>
          <p:nvGrpSpPr>
            <p:cNvPr id="43024" name="Group 6">
              <a:extLst>
                <a:ext uri="{FF2B5EF4-FFF2-40B4-BE49-F238E27FC236}">
                  <a16:creationId xmlns:a16="http://schemas.microsoft.com/office/drawing/2014/main" id="{827BEC45-54DF-3246-98B1-8886AD7D33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700" y="2135188"/>
              <a:ext cx="1641475" cy="3540125"/>
              <a:chOff x="2044454" y="2135189"/>
              <a:chExt cx="1641721" cy="3540125"/>
            </a:xfrm>
          </p:grpSpPr>
          <p:sp>
            <p:nvSpPr>
              <p:cNvPr id="6" name="Arc 5">
                <a:extLst>
                  <a:ext uri="{FF2B5EF4-FFF2-40B4-BE49-F238E27FC236}">
                    <a16:creationId xmlns:a16="http://schemas.microsoft.com/office/drawing/2014/main" id="{0FD96CE8-6AE1-374E-BDE5-3410842180EF}"/>
                  </a:ext>
                </a:extLst>
              </p:cNvPr>
              <p:cNvSpPr/>
              <p:nvPr/>
            </p:nvSpPr>
            <p:spPr bwMode="auto">
              <a:xfrm>
                <a:off x="2171473" y="2144714"/>
                <a:ext cx="1514702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ADD3F26B-73D4-7B46-8EEE-DD72981D20E3}"/>
                  </a:ext>
                </a:extLst>
              </p:cNvPr>
              <p:cNvSpPr/>
              <p:nvPr/>
            </p:nvSpPr>
            <p:spPr bwMode="auto">
              <a:xfrm rot="10800000" flipH="1">
                <a:off x="2044454" y="2135189"/>
                <a:ext cx="1632195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</p:grpSp>
        <p:sp>
          <p:nvSpPr>
            <p:cNvPr id="42" name="Arc 41">
              <a:extLst>
                <a:ext uri="{FF2B5EF4-FFF2-40B4-BE49-F238E27FC236}">
                  <a16:creationId xmlns:a16="http://schemas.microsoft.com/office/drawing/2014/main" id="{DDF47AD2-BDE6-564E-BC6D-48B0ACA9A3F4}"/>
                </a:ext>
              </a:extLst>
            </p:cNvPr>
            <p:cNvSpPr/>
            <p:nvPr/>
          </p:nvSpPr>
          <p:spPr bwMode="auto">
            <a:xfrm flipH="1">
              <a:off x="5124450" y="2125663"/>
              <a:ext cx="1439863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3" name="Arc 42">
              <a:extLst>
                <a:ext uri="{FF2B5EF4-FFF2-40B4-BE49-F238E27FC236}">
                  <a16:creationId xmlns:a16="http://schemas.microsoft.com/office/drawing/2014/main" id="{C661BEFC-D0B8-7D49-8412-1C11864A6305}"/>
                </a:ext>
              </a:extLst>
            </p:cNvPr>
            <p:cNvSpPr/>
            <p:nvPr/>
          </p:nvSpPr>
          <p:spPr bwMode="auto">
            <a:xfrm rot="10800000">
              <a:off x="5105400" y="2116138"/>
              <a:ext cx="1550988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3027" name="Line 11">
              <a:extLst>
                <a:ext uri="{FF2B5EF4-FFF2-40B4-BE49-F238E27FC236}">
                  <a16:creationId xmlns:a16="http://schemas.microsoft.com/office/drawing/2014/main" id="{F7274444-7482-394C-999F-BEFFC906A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0675" y="5637213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8" name="Line 11">
              <a:extLst>
                <a:ext uri="{FF2B5EF4-FFF2-40B4-BE49-F238E27FC236}">
                  <a16:creationId xmlns:a16="http://schemas.microsoft.com/office/drawing/2014/main" id="{11902230-46A9-FE44-8B94-9E73C0E2A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8775" y="2103438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9" name="Line 19">
              <a:extLst>
                <a:ext uri="{FF2B5EF4-FFF2-40B4-BE49-F238E27FC236}">
                  <a16:creationId xmlns:a16="http://schemas.microsoft.com/office/drawing/2014/main" id="{9FAFEB88-2CC1-6F4A-9248-152BDD1FB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4638" y="2805113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Line 19">
              <a:extLst>
                <a:ext uri="{FF2B5EF4-FFF2-40B4-BE49-F238E27FC236}">
                  <a16:creationId xmlns:a16="http://schemas.microsoft.com/office/drawing/2014/main" id="{1E9166FE-1823-9D4B-92E7-5315777142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4938" y="3557588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19">
              <a:extLst>
                <a:ext uri="{FF2B5EF4-FFF2-40B4-BE49-F238E27FC236}">
                  <a16:creationId xmlns:a16="http://schemas.microsoft.com/office/drawing/2014/main" id="{CFB2C986-E1F3-C144-A5DB-08A24B7CA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4450" y="4243388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Line 19">
              <a:extLst>
                <a:ext uri="{FF2B5EF4-FFF2-40B4-BE49-F238E27FC236}">
                  <a16:creationId xmlns:a16="http://schemas.microsoft.com/office/drawing/2014/main" id="{383F22CB-649B-EF4A-BA38-2EF144D5B3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2413" y="4986338"/>
              <a:ext cx="3387725" cy="31750"/>
            </a:xfrm>
            <a:prstGeom prst="line">
              <a:avLst/>
            </a:prstGeom>
            <a:noFill/>
            <a:ln w="3492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Rectangle 37">
              <a:extLst>
                <a:ext uri="{FF2B5EF4-FFF2-40B4-BE49-F238E27FC236}">
                  <a16:creationId xmlns:a16="http://schemas.microsoft.com/office/drawing/2014/main" id="{F328EEA7-807E-874E-95AA-AFE9BD83F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0663" y="3703638"/>
              <a:ext cx="3497262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转发与路由选择</a:t>
              </a:r>
            </a:p>
          </p:txBody>
        </p:sp>
        <p:sp>
          <p:nvSpPr>
            <p:cNvPr id="43034" name="Rectangle 39">
              <a:extLst>
                <a:ext uri="{FF2B5EF4-FFF2-40B4-BE49-F238E27FC236}">
                  <a16:creationId xmlns:a16="http://schemas.microsoft.com/office/drawing/2014/main" id="{5AA3188B-904E-F445-971A-8894EC19D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5682" y="5048250"/>
              <a:ext cx="2932112" cy="830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调制、编码，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信号转换</a:t>
              </a:r>
            </a:p>
          </p:txBody>
        </p:sp>
      </p:grpSp>
      <p:sp>
        <p:nvSpPr>
          <p:cNvPr id="31" name="Rectangle 4">
            <a:extLst>
              <a:ext uri="{FF2B5EF4-FFF2-40B4-BE49-F238E27FC236}">
                <a16:creationId xmlns:a16="http://schemas.microsoft.com/office/drawing/2014/main" id="{5B36E934-593D-A24E-BC01-443DD48AA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8834" y="1993414"/>
            <a:ext cx="213107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</a:t>
            </a:r>
          </a:p>
        </p:txBody>
      </p:sp>
      <p:sp>
        <p:nvSpPr>
          <p:cNvPr id="32" name="Rectangle 4">
            <a:extLst>
              <a:ext uri="{FF2B5EF4-FFF2-40B4-BE49-F238E27FC236}">
                <a16:creationId xmlns:a16="http://schemas.microsoft.com/office/drawing/2014/main" id="{7C916CA1-DC1D-6849-BA3E-7F61EB8F3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728" y="2014051"/>
            <a:ext cx="213107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功能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DA182140-6AC9-C346-9E7D-AE57DD6F5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303" y="1977539"/>
            <a:ext cx="25357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协议栈</a:t>
            </a:r>
          </a:p>
        </p:txBody>
      </p:sp>
      <p:pic>
        <p:nvPicPr>
          <p:cNvPr id="34" name="Picture 712" descr="underline_base">
            <a:extLst>
              <a:ext uri="{FF2B5EF4-FFF2-40B4-BE49-F238E27FC236}">
                <a16:creationId xmlns:a16="http://schemas.microsoft.com/office/drawing/2014/main" id="{B50BD4DD-7D49-ED49-B58F-B8F37267F09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247742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D2E9AD62-2664-6446-91CE-CAB903C7AE4F}"/>
              </a:ext>
            </a:extLst>
          </p:cNvPr>
          <p:cNvCxnSpPr/>
          <p:nvPr/>
        </p:nvCxnSpPr>
        <p:spPr bwMode="auto">
          <a:xfrm>
            <a:off x="4470447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E087FF65-6612-1A4B-B149-1CD0D891EB28}"/>
              </a:ext>
            </a:extLst>
          </p:cNvPr>
          <p:cNvCxnSpPr/>
          <p:nvPr/>
        </p:nvCxnSpPr>
        <p:spPr bwMode="auto">
          <a:xfrm>
            <a:off x="7418921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54CCE2D4-3C37-1146-B20C-F3CADA942188}"/>
              </a:ext>
            </a:extLst>
          </p:cNvPr>
          <p:cNvCxnSpPr>
            <a:cxnSpLocks/>
          </p:cNvCxnSpPr>
          <p:nvPr/>
        </p:nvCxnSpPr>
        <p:spPr bwMode="auto">
          <a:xfrm flipV="1">
            <a:off x="2161042" y="2631495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1737547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Freeform 1285">
            <a:extLst>
              <a:ext uri="{FF2B5EF4-FFF2-40B4-BE49-F238E27FC236}">
                <a16:creationId xmlns:a16="http://schemas.microsoft.com/office/drawing/2014/main" id="{0D3D1A91-6C71-6B40-AE31-1408EB04214A}"/>
              </a:ext>
            </a:extLst>
          </p:cNvPr>
          <p:cNvSpPr>
            <a:spLocks/>
          </p:cNvSpPr>
          <p:nvPr/>
        </p:nvSpPr>
        <p:spPr bwMode="auto">
          <a:xfrm>
            <a:off x="8272463" y="3516314"/>
            <a:ext cx="1314450" cy="674687"/>
          </a:xfrm>
          <a:custGeom>
            <a:avLst/>
            <a:gdLst>
              <a:gd name="T0" fmla="*/ 2147483647 w 828"/>
              <a:gd name="T1" fmla="*/ 2147483647 h 425"/>
              <a:gd name="T2" fmla="*/ 2147483647 w 828"/>
              <a:gd name="T3" fmla="*/ 2147483647 h 425"/>
              <a:gd name="T4" fmla="*/ 2147483647 w 828"/>
              <a:gd name="T5" fmla="*/ 2147483647 h 425"/>
              <a:gd name="T6" fmla="*/ 2147483647 w 828"/>
              <a:gd name="T7" fmla="*/ 2147483647 h 425"/>
              <a:gd name="T8" fmla="*/ 2147483647 w 828"/>
              <a:gd name="T9" fmla="*/ 2147483647 h 425"/>
              <a:gd name="T10" fmla="*/ 2147483647 w 828"/>
              <a:gd name="T11" fmla="*/ 2147483647 h 425"/>
              <a:gd name="T12" fmla="*/ 2147483647 w 828"/>
              <a:gd name="T13" fmla="*/ 2147483647 h 425"/>
              <a:gd name="T14" fmla="*/ 2147483647 w 828"/>
              <a:gd name="T15" fmla="*/ 2147483647 h 425"/>
              <a:gd name="T16" fmla="*/ 2147483647 w 828"/>
              <a:gd name="T17" fmla="*/ 2147483647 h 425"/>
              <a:gd name="T18" fmla="*/ 2147483647 w 828"/>
              <a:gd name="T19" fmla="*/ 2147483647 h 425"/>
              <a:gd name="T20" fmla="*/ 2147483647 w 828"/>
              <a:gd name="T21" fmla="*/ 2147483647 h 425"/>
              <a:gd name="T22" fmla="*/ 2147483647 w 828"/>
              <a:gd name="T23" fmla="*/ 2147483647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4" name="Freeform 1286">
            <a:extLst>
              <a:ext uri="{FF2B5EF4-FFF2-40B4-BE49-F238E27FC236}">
                <a16:creationId xmlns:a16="http://schemas.microsoft.com/office/drawing/2014/main" id="{393A3C3C-48ED-AF47-8C7D-E3BEE95DC9E3}"/>
              </a:ext>
            </a:extLst>
          </p:cNvPr>
          <p:cNvSpPr>
            <a:spLocks/>
          </p:cNvSpPr>
          <p:nvPr/>
        </p:nvSpPr>
        <p:spPr bwMode="auto">
          <a:xfrm>
            <a:off x="8291514" y="1990725"/>
            <a:ext cx="1730375" cy="1125538"/>
          </a:xfrm>
          <a:custGeom>
            <a:avLst/>
            <a:gdLst>
              <a:gd name="T0" fmla="*/ 2147483647 w 765"/>
              <a:gd name="T1" fmla="*/ 2147483647 h 459"/>
              <a:gd name="T2" fmla="*/ 2147483647 w 765"/>
              <a:gd name="T3" fmla="*/ 2147483647 h 459"/>
              <a:gd name="T4" fmla="*/ 2147483647 w 765"/>
              <a:gd name="T5" fmla="*/ 2147483647 h 459"/>
              <a:gd name="T6" fmla="*/ 2147483647 w 765"/>
              <a:gd name="T7" fmla="*/ 2147483647 h 459"/>
              <a:gd name="T8" fmla="*/ 2147483647 w 765"/>
              <a:gd name="T9" fmla="*/ 2147483647 h 459"/>
              <a:gd name="T10" fmla="*/ 2147483647 w 765"/>
              <a:gd name="T11" fmla="*/ 2147483647 h 459"/>
              <a:gd name="T12" fmla="*/ 2147483647 w 765"/>
              <a:gd name="T13" fmla="*/ 2147483647 h 459"/>
              <a:gd name="T14" fmla="*/ 2147483647 w 765"/>
              <a:gd name="T15" fmla="*/ 2147483647 h 459"/>
              <a:gd name="T16" fmla="*/ 2147483647 w 765"/>
              <a:gd name="T17" fmla="*/ 2147483647 h 459"/>
              <a:gd name="T18" fmla="*/ 2147483647 w 765"/>
              <a:gd name="T19" fmla="*/ 2147483647 h 459"/>
              <a:gd name="T20" fmla="*/ 2147483647 w 765"/>
              <a:gd name="T21" fmla="*/ 2147483647 h 459"/>
              <a:gd name="T22" fmla="*/ 2147483647 w 765"/>
              <a:gd name="T23" fmla="*/ 2147483647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5" name="Freeform 1287">
            <a:extLst>
              <a:ext uri="{FF2B5EF4-FFF2-40B4-BE49-F238E27FC236}">
                <a16:creationId xmlns:a16="http://schemas.microsoft.com/office/drawing/2014/main" id="{31690200-0548-2E47-86E6-BA5C5E941A3B}"/>
              </a:ext>
            </a:extLst>
          </p:cNvPr>
          <p:cNvSpPr>
            <a:spLocks/>
          </p:cNvSpPr>
          <p:nvPr/>
        </p:nvSpPr>
        <p:spPr bwMode="auto">
          <a:xfrm>
            <a:off x="6470651" y="1698626"/>
            <a:ext cx="1736725" cy="1071563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36" name="Group 1288">
            <a:extLst>
              <a:ext uri="{FF2B5EF4-FFF2-40B4-BE49-F238E27FC236}">
                <a16:creationId xmlns:a16="http://schemas.microsoft.com/office/drawing/2014/main" id="{E4E296AB-7F57-8442-87F1-375CD70BC371}"/>
              </a:ext>
            </a:extLst>
          </p:cNvPr>
          <p:cNvGrpSpPr>
            <a:grpSpLocks/>
          </p:cNvGrpSpPr>
          <p:nvPr/>
        </p:nvGrpSpPr>
        <p:grpSpPr bwMode="auto">
          <a:xfrm>
            <a:off x="6546851" y="2963863"/>
            <a:ext cx="1458913" cy="933450"/>
            <a:chOff x="2889" y="1631"/>
            <a:chExt cx="980" cy="743"/>
          </a:xfrm>
        </p:grpSpPr>
        <p:sp>
          <p:nvSpPr>
            <p:cNvPr id="44654" name="Rectangle 1289">
              <a:extLst>
                <a:ext uri="{FF2B5EF4-FFF2-40B4-BE49-F238E27FC236}">
                  <a16:creationId xmlns:a16="http://schemas.microsoft.com/office/drawing/2014/main" id="{9F3EC9C6-7C19-734B-9584-3E777D25C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655" name="AutoShape 1290">
              <a:extLst>
                <a:ext uri="{FF2B5EF4-FFF2-40B4-BE49-F238E27FC236}">
                  <a16:creationId xmlns:a16="http://schemas.microsoft.com/office/drawing/2014/main" id="{6B4FD5DE-625C-9246-BADF-44F83CD39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44037" name="Line 1291">
            <a:extLst>
              <a:ext uri="{FF2B5EF4-FFF2-40B4-BE49-F238E27FC236}">
                <a16:creationId xmlns:a16="http://schemas.microsoft.com/office/drawing/2014/main" id="{396EA41C-CFFF-A24B-9584-4DA7A935DE50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4576" y="3802063"/>
            <a:ext cx="163513" cy="120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8" name="Line 1292">
            <a:extLst>
              <a:ext uri="{FF2B5EF4-FFF2-40B4-BE49-F238E27FC236}">
                <a16:creationId xmlns:a16="http://schemas.microsoft.com/office/drawing/2014/main" id="{F53FA9D3-4D78-7949-BEE9-AD3ADDDE87D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1413" y="3722688"/>
            <a:ext cx="279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9" name="Line 1293">
            <a:extLst>
              <a:ext uri="{FF2B5EF4-FFF2-40B4-BE49-F238E27FC236}">
                <a16:creationId xmlns:a16="http://schemas.microsoft.com/office/drawing/2014/main" id="{0B8DB08C-82B0-9A4D-ABF6-3D3F9F5642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997950" y="3808414"/>
            <a:ext cx="134938" cy="104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0" name="Line 1294">
            <a:extLst>
              <a:ext uri="{FF2B5EF4-FFF2-40B4-BE49-F238E27FC236}">
                <a16:creationId xmlns:a16="http://schemas.microsoft.com/office/drawing/2014/main" id="{63917251-7213-3F44-9B7E-9E8D906A97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96200" y="3729038"/>
            <a:ext cx="679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Line 1295">
            <a:extLst>
              <a:ext uri="{FF2B5EF4-FFF2-40B4-BE49-F238E27FC236}">
                <a16:creationId xmlns:a16="http://schemas.microsoft.com/office/drawing/2014/main" id="{79CFDB30-EA78-8B41-ACE8-A2D66D80DC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475" y="2576514"/>
            <a:ext cx="509588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2" name="Line 1296">
            <a:extLst>
              <a:ext uri="{FF2B5EF4-FFF2-40B4-BE49-F238E27FC236}">
                <a16:creationId xmlns:a16="http://schemas.microsoft.com/office/drawing/2014/main" id="{6DFA3AD7-93FB-2D45-B739-7E9B4E09F80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8088" y="2392363"/>
            <a:ext cx="152400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3" name="Freeform 1297">
            <a:extLst>
              <a:ext uri="{FF2B5EF4-FFF2-40B4-BE49-F238E27FC236}">
                <a16:creationId xmlns:a16="http://schemas.microsoft.com/office/drawing/2014/main" id="{55633BB7-C489-6345-9131-70E1CB35DA7C}"/>
              </a:ext>
            </a:extLst>
          </p:cNvPr>
          <p:cNvSpPr>
            <a:spLocks/>
          </p:cNvSpPr>
          <p:nvPr/>
        </p:nvSpPr>
        <p:spPr bwMode="auto">
          <a:xfrm>
            <a:off x="6765925" y="4367214"/>
            <a:ext cx="3079750" cy="1665287"/>
          </a:xfrm>
          <a:custGeom>
            <a:avLst/>
            <a:gdLst>
              <a:gd name="T0" fmla="*/ 2147483647 w 1940"/>
              <a:gd name="T1" fmla="*/ 2147483647 h 1049"/>
              <a:gd name="T2" fmla="*/ 2147483647 w 1940"/>
              <a:gd name="T3" fmla="*/ 2147483647 h 1049"/>
              <a:gd name="T4" fmla="*/ 2147483647 w 1940"/>
              <a:gd name="T5" fmla="*/ 2147483647 h 1049"/>
              <a:gd name="T6" fmla="*/ 2147483647 w 1940"/>
              <a:gd name="T7" fmla="*/ 2147483647 h 1049"/>
              <a:gd name="T8" fmla="*/ 2147483647 w 1940"/>
              <a:gd name="T9" fmla="*/ 2147483647 h 1049"/>
              <a:gd name="T10" fmla="*/ 2147483647 w 1940"/>
              <a:gd name="T11" fmla="*/ 2147483647 h 1049"/>
              <a:gd name="T12" fmla="*/ 2147483647 w 1940"/>
              <a:gd name="T13" fmla="*/ 2147483647 h 1049"/>
              <a:gd name="T14" fmla="*/ 2147483647 w 1940"/>
              <a:gd name="T15" fmla="*/ 2147483647 h 1049"/>
              <a:gd name="T16" fmla="*/ 2147483647 w 1940"/>
              <a:gd name="T17" fmla="*/ 2147483647 h 1049"/>
              <a:gd name="T18" fmla="*/ 2147483647 w 1940"/>
              <a:gd name="T19" fmla="*/ 2147483647 h 1049"/>
              <a:gd name="T20" fmla="*/ 2147483647 w 1940"/>
              <a:gd name="T21" fmla="*/ 2147483647 h 1049"/>
              <a:gd name="T22" fmla="*/ 2147483647 w 1940"/>
              <a:gd name="T23" fmla="*/ 2147483647 h 1049"/>
              <a:gd name="T24" fmla="*/ 2147483647 w 1940"/>
              <a:gd name="T25" fmla="*/ 2147483647 h 1049"/>
              <a:gd name="T26" fmla="*/ 2147483647 w 1940"/>
              <a:gd name="T27" fmla="*/ 2147483647 h 1049"/>
              <a:gd name="T28" fmla="*/ 2147483647 w 1940"/>
              <a:gd name="T29" fmla="*/ 2147483647 h 1049"/>
              <a:gd name="T30" fmla="*/ 2147483647 w 1940"/>
              <a:gd name="T31" fmla="*/ 2147483647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4" name="Line 1298">
            <a:extLst>
              <a:ext uri="{FF2B5EF4-FFF2-40B4-BE49-F238E27FC236}">
                <a16:creationId xmlns:a16="http://schemas.microsoft.com/office/drawing/2014/main" id="{82D55228-0151-724D-BE7F-CF00E8A2D544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065419" y="5239544"/>
            <a:ext cx="474662" cy="6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5" name="Line 1299">
            <a:extLst>
              <a:ext uri="{FF2B5EF4-FFF2-40B4-BE49-F238E27FC236}">
                <a16:creationId xmlns:a16="http://schemas.microsoft.com/office/drawing/2014/main" id="{83BB5EF3-CE18-3640-B453-FFB054EFD0A8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9259889" y="5429251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6" name="Line 1300">
            <a:extLst>
              <a:ext uri="{FF2B5EF4-FFF2-40B4-BE49-F238E27FC236}">
                <a16:creationId xmlns:a16="http://schemas.microsoft.com/office/drawing/2014/main" id="{89F33E16-AB19-3141-B497-665F77E5A651}"/>
              </a:ext>
            </a:extLst>
          </p:cNvPr>
          <p:cNvSpPr>
            <a:spLocks noChangeShapeType="1"/>
          </p:cNvSpPr>
          <p:nvPr/>
        </p:nvSpPr>
        <p:spPr bwMode="auto">
          <a:xfrm rot="16200000" flipH="1">
            <a:off x="9367838" y="5027613"/>
            <a:ext cx="193675" cy="76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7" name="Line 1301">
            <a:extLst>
              <a:ext uri="{FF2B5EF4-FFF2-40B4-BE49-F238E27FC236}">
                <a16:creationId xmlns:a16="http://schemas.microsoft.com/office/drawing/2014/main" id="{2016A96B-5B4B-4047-A46E-E00590832BB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6476" y="4686300"/>
            <a:ext cx="390525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8" name="Line 1302">
            <a:extLst>
              <a:ext uri="{FF2B5EF4-FFF2-40B4-BE49-F238E27FC236}">
                <a16:creationId xmlns:a16="http://schemas.microsoft.com/office/drawing/2014/main" id="{8ADA820B-001C-7D4B-8D49-8806985534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763" y="4673600"/>
            <a:ext cx="322262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9" name="Line 1303">
            <a:extLst>
              <a:ext uri="{FF2B5EF4-FFF2-40B4-BE49-F238E27FC236}">
                <a16:creationId xmlns:a16="http://schemas.microsoft.com/office/drawing/2014/main" id="{9670712C-9FF6-6B4E-ABCF-F272619816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48625" y="4965700"/>
            <a:ext cx="971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0" name="Line 1305">
            <a:extLst>
              <a:ext uri="{FF2B5EF4-FFF2-40B4-BE49-F238E27FC236}">
                <a16:creationId xmlns:a16="http://schemas.microsoft.com/office/drawing/2014/main" id="{F0F46DCA-B58F-C446-8696-8885396A1C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69176" y="4762500"/>
            <a:ext cx="233363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1" name="Line 1306">
            <a:extLst>
              <a:ext uri="{FF2B5EF4-FFF2-40B4-BE49-F238E27FC236}">
                <a16:creationId xmlns:a16="http://schemas.microsoft.com/office/drawing/2014/main" id="{E6EA9B66-1567-E44D-88E4-56D1982C19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10414" y="4999038"/>
            <a:ext cx="403225" cy="1000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2" name="Line 1309">
            <a:extLst>
              <a:ext uri="{FF2B5EF4-FFF2-40B4-BE49-F238E27FC236}">
                <a16:creationId xmlns:a16="http://schemas.microsoft.com/office/drawing/2014/main" id="{CF0E8A96-54F2-194A-AC31-89705EA926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35863" y="5054600"/>
            <a:ext cx="177800" cy="203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3" name="Line 1310">
            <a:extLst>
              <a:ext uri="{FF2B5EF4-FFF2-40B4-BE49-F238E27FC236}">
                <a16:creationId xmlns:a16="http://schemas.microsoft.com/office/drawing/2014/main" id="{F6D47495-501E-644C-9F1D-8D8F659450C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29564" y="5038726"/>
            <a:ext cx="1587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4" name="Line 1311">
            <a:extLst>
              <a:ext uri="{FF2B5EF4-FFF2-40B4-BE49-F238E27FC236}">
                <a16:creationId xmlns:a16="http://schemas.microsoft.com/office/drawing/2014/main" id="{C187E1AF-F415-504C-8FD3-D87B11B110D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12114" y="5041901"/>
            <a:ext cx="503237" cy="269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5" name="Line 1313">
            <a:extLst>
              <a:ext uri="{FF2B5EF4-FFF2-40B4-BE49-F238E27FC236}">
                <a16:creationId xmlns:a16="http://schemas.microsoft.com/office/drawing/2014/main" id="{A3FAB24A-2713-B44E-B288-0471AED4A9B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0150" y="3511551"/>
            <a:ext cx="0" cy="131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6" name="Line 1314">
            <a:extLst>
              <a:ext uri="{FF2B5EF4-FFF2-40B4-BE49-F238E27FC236}">
                <a16:creationId xmlns:a16="http://schemas.microsoft.com/office/drawing/2014/main" id="{40B2F3A1-4363-1D47-9B18-34FBD6A3B5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5551" y="2481263"/>
            <a:ext cx="123825" cy="87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7" name="Line 1315">
            <a:extLst>
              <a:ext uri="{FF2B5EF4-FFF2-40B4-BE49-F238E27FC236}">
                <a16:creationId xmlns:a16="http://schemas.microsoft.com/office/drawing/2014/main" id="{979D406E-B2B0-E245-BEF7-011F347E7F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74100" y="2654300"/>
            <a:ext cx="0" cy="82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8" name="Line 1316">
            <a:extLst>
              <a:ext uri="{FF2B5EF4-FFF2-40B4-BE49-F238E27FC236}">
                <a16:creationId xmlns:a16="http://schemas.microsoft.com/office/drawing/2014/main" id="{42F840DC-D771-D84F-ABF3-F5117504EB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5551" y="2551114"/>
            <a:ext cx="263525" cy="288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9" name="Line 1317">
            <a:extLst>
              <a:ext uri="{FF2B5EF4-FFF2-40B4-BE49-F238E27FC236}">
                <a16:creationId xmlns:a16="http://schemas.microsoft.com/office/drawing/2014/main" id="{17B93760-6B9E-AB4E-8A80-D918B4165096}"/>
              </a:ext>
            </a:extLst>
          </p:cNvPr>
          <p:cNvSpPr>
            <a:spLocks noChangeShapeType="1"/>
          </p:cNvSpPr>
          <p:nvPr/>
        </p:nvSpPr>
        <p:spPr bwMode="auto">
          <a:xfrm>
            <a:off x="9210675" y="2549525"/>
            <a:ext cx="0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0" name="Line 1318">
            <a:extLst>
              <a:ext uri="{FF2B5EF4-FFF2-40B4-BE49-F238E27FC236}">
                <a16:creationId xmlns:a16="http://schemas.microsoft.com/office/drawing/2014/main" id="{F0029613-8A01-1C43-809E-8F4A4C8CE62C}"/>
              </a:ext>
            </a:extLst>
          </p:cNvPr>
          <p:cNvSpPr>
            <a:spLocks noChangeShapeType="1"/>
          </p:cNvSpPr>
          <p:nvPr/>
        </p:nvSpPr>
        <p:spPr bwMode="auto">
          <a:xfrm>
            <a:off x="8864601" y="2855913"/>
            <a:ext cx="188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1" name="Line 1319">
            <a:extLst>
              <a:ext uri="{FF2B5EF4-FFF2-40B4-BE49-F238E27FC236}">
                <a16:creationId xmlns:a16="http://schemas.microsoft.com/office/drawing/2014/main" id="{1AEFEF61-DCDD-854E-B205-DA99B8065C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59626" y="3722689"/>
            <a:ext cx="16827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2" name="Line 1320">
            <a:extLst>
              <a:ext uri="{FF2B5EF4-FFF2-40B4-BE49-F238E27FC236}">
                <a16:creationId xmlns:a16="http://schemas.microsoft.com/office/drawing/2014/main" id="{899598D2-8A2A-C34B-970D-48D553A6F188}"/>
              </a:ext>
            </a:extLst>
          </p:cNvPr>
          <p:cNvSpPr>
            <a:spLocks noChangeShapeType="1"/>
          </p:cNvSpPr>
          <p:nvPr/>
        </p:nvSpPr>
        <p:spPr bwMode="auto">
          <a:xfrm>
            <a:off x="9418638" y="2846388"/>
            <a:ext cx="177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3" name="Line 1321">
            <a:extLst>
              <a:ext uri="{FF2B5EF4-FFF2-40B4-BE49-F238E27FC236}">
                <a16:creationId xmlns:a16="http://schemas.microsoft.com/office/drawing/2014/main" id="{C87449B8-D833-AF4C-8614-5274200313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64564" y="2922588"/>
            <a:ext cx="98425" cy="704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4" name="Line 1322">
            <a:extLst>
              <a:ext uri="{FF2B5EF4-FFF2-40B4-BE49-F238E27FC236}">
                <a16:creationId xmlns:a16="http://schemas.microsoft.com/office/drawing/2014/main" id="{85C0D839-BB9A-9D44-A097-BF038FC8BB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56701" y="2922589"/>
            <a:ext cx="111125" cy="727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5" name="Line 1323">
            <a:extLst>
              <a:ext uri="{FF2B5EF4-FFF2-40B4-BE49-F238E27FC236}">
                <a16:creationId xmlns:a16="http://schemas.microsoft.com/office/drawing/2014/main" id="{14D5283F-D0B1-E74E-A4E8-A57E9DA1AF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40751" y="4064001"/>
            <a:ext cx="227013" cy="436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66" name="Group 1324">
            <a:extLst>
              <a:ext uri="{FF2B5EF4-FFF2-40B4-BE49-F238E27FC236}">
                <a16:creationId xmlns:a16="http://schemas.microsoft.com/office/drawing/2014/main" id="{09B863D4-2569-174F-8F34-6E3DDF8141D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43739" y="4522788"/>
            <a:ext cx="414337" cy="373062"/>
            <a:chOff x="2839" y="3501"/>
            <a:chExt cx="755" cy="803"/>
          </a:xfrm>
        </p:grpSpPr>
        <p:pic>
          <p:nvPicPr>
            <p:cNvPr id="44652" name="Picture 1325" descr="desktop_computer_stylized_medium">
              <a:extLst>
                <a:ext uri="{FF2B5EF4-FFF2-40B4-BE49-F238E27FC236}">
                  <a16:creationId xmlns:a16="http://schemas.microsoft.com/office/drawing/2014/main" id="{3D2933CC-30D1-2148-8C09-821FFEC2B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3" name="Freeform 1326">
              <a:extLst>
                <a:ext uri="{FF2B5EF4-FFF2-40B4-BE49-F238E27FC236}">
                  <a16:creationId xmlns:a16="http://schemas.microsoft.com/office/drawing/2014/main" id="{D1098F4D-CA5C-7D4F-8D5B-E4D260F4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7" name="Group 1327">
            <a:extLst>
              <a:ext uri="{FF2B5EF4-FFF2-40B4-BE49-F238E27FC236}">
                <a16:creationId xmlns:a16="http://schemas.microsoft.com/office/drawing/2014/main" id="{96D85445-3F83-ED4D-86CF-340919102FF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726238" y="4943475"/>
            <a:ext cx="482600" cy="406400"/>
            <a:chOff x="2839" y="3501"/>
            <a:chExt cx="755" cy="803"/>
          </a:xfrm>
        </p:grpSpPr>
        <p:pic>
          <p:nvPicPr>
            <p:cNvPr id="44650" name="Picture 1328" descr="desktop_computer_stylized_medium">
              <a:extLst>
                <a:ext uri="{FF2B5EF4-FFF2-40B4-BE49-F238E27FC236}">
                  <a16:creationId xmlns:a16="http://schemas.microsoft.com/office/drawing/2014/main" id="{F901659E-9DA8-CE46-96A4-D82574ED2D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1" name="Freeform 1329">
              <a:extLst>
                <a:ext uri="{FF2B5EF4-FFF2-40B4-BE49-F238E27FC236}">
                  <a16:creationId xmlns:a16="http://schemas.microsoft.com/office/drawing/2014/main" id="{4E7B3A62-9DD5-B742-A45C-3DC24385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8" name="Group 1330">
            <a:extLst>
              <a:ext uri="{FF2B5EF4-FFF2-40B4-BE49-F238E27FC236}">
                <a16:creationId xmlns:a16="http://schemas.microsoft.com/office/drawing/2014/main" id="{2BD9A872-6F53-924B-BDD8-82B633625BE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04075" y="5245100"/>
            <a:ext cx="427038" cy="349250"/>
            <a:chOff x="2839" y="3501"/>
            <a:chExt cx="755" cy="803"/>
          </a:xfrm>
        </p:grpSpPr>
        <p:pic>
          <p:nvPicPr>
            <p:cNvPr id="44648" name="Picture 1331" descr="desktop_computer_stylized_medium">
              <a:extLst>
                <a:ext uri="{FF2B5EF4-FFF2-40B4-BE49-F238E27FC236}">
                  <a16:creationId xmlns:a16="http://schemas.microsoft.com/office/drawing/2014/main" id="{470936DF-8ECE-8D49-90B7-CB68821AE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9" name="Freeform 1332">
              <a:extLst>
                <a:ext uri="{FF2B5EF4-FFF2-40B4-BE49-F238E27FC236}">
                  <a16:creationId xmlns:a16="http://schemas.microsoft.com/office/drawing/2014/main" id="{4BB02CC8-FF5A-9744-A9B9-44240C42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9" name="Group 1333">
            <a:extLst>
              <a:ext uri="{FF2B5EF4-FFF2-40B4-BE49-F238E27FC236}">
                <a16:creationId xmlns:a16="http://schemas.microsoft.com/office/drawing/2014/main" id="{787EC40E-B6A5-BA4B-B90A-137BD14A268D}"/>
              </a:ext>
            </a:extLst>
          </p:cNvPr>
          <p:cNvGrpSpPr>
            <a:grpSpLocks/>
          </p:cNvGrpSpPr>
          <p:nvPr/>
        </p:nvGrpSpPr>
        <p:grpSpPr bwMode="auto">
          <a:xfrm>
            <a:off x="7818439" y="5227639"/>
            <a:ext cx="427037" cy="350837"/>
            <a:chOff x="2839" y="3501"/>
            <a:chExt cx="755" cy="803"/>
          </a:xfrm>
        </p:grpSpPr>
        <p:pic>
          <p:nvPicPr>
            <p:cNvPr id="44646" name="Picture 1334" descr="desktop_computer_stylized_medium">
              <a:extLst>
                <a:ext uri="{FF2B5EF4-FFF2-40B4-BE49-F238E27FC236}">
                  <a16:creationId xmlns:a16="http://schemas.microsoft.com/office/drawing/2014/main" id="{136EE7F1-C5E3-9C48-8406-D6BB0BF3A5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7" name="Freeform 1335">
              <a:extLst>
                <a:ext uri="{FF2B5EF4-FFF2-40B4-BE49-F238E27FC236}">
                  <a16:creationId xmlns:a16="http://schemas.microsoft.com/office/drawing/2014/main" id="{D7436C5F-3864-D345-8D23-0C227EFF8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4070" name="Picture 1336" descr="car_icon_small">
            <a:extLst>
              <a:ext uri="{FF2B5EF4-FFF2-40B4-BE49-F238E27FC236}">
                <a16:creationId xmlns:a16="http://schemas.microsoft.com/office/drawing/2014/main" id="{2B7F169B-22C8-4446-BD5F-EC1D208B71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0476" y="1709739"/>
            <a:ext cx="8493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4071" name="Group 1337">
            <a:extLst>
              <a:ext uri="{FF2B5EF4-FFF2-40B4-BE49-F238E27FC236}">
                <a16:creationId xmlns:a16="http://schemas.microsoft.com/office/drawing/2014/main" id="{DD325FCC-D869-BD41-BB62-F66608B3B31E}"/>
              </a:ext>
            </a:extLst>
          </p:cNvPr>
          <p:cNvGrpSpPr>
            <a:grpSpLocks/>
          </p:cNvGrpSpPr>
          <p:nvPr/>
        </p:nvGrpSpPr>
        <p:grpSpPr bwMode="auto">
          <a:xfrm>
            <a:off x="6881814" y="1535113"/>
            <a:ext cx="415925" cy="385762"/>
            <a:chOff x="2751" y="1851"/>
            <a:chExt cx="462" cy="478"/>
          </a:xfrm>
        </p:grpSpPr>
        <p:pic>
          <p:nvPicPr>
            <p:cNvPr id="44644" name="Picture 1338" descr="iphone_stylized_small">
              <a:extLst>
                <a:ext uri="{FF2B5EF4-FFF2-40B4-BE49-F238E27FC236}">
                  <a16:creationId xmlns:a16="http://schemas.microsoft.com/office/drawing/2014/main" id="{C3BFD4F6-0F31-2F43-9FCA-F5A1BABCA3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645" name="Picture 1339" descr="antenna_radiation_stylized">
              <a:extLst>
                <a:ext uri="{FF2B5EF4-FFF2-40B4-BE49-F238E27FC236}">
                  <a16:creationId xmlns:a16="http://schemas.microsoft.com/office/drawing/2014/main" id="{D9AECCD1-C9CD-424B-947C-C343C7BC59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72" name="Group 1340">
            <a:extLst>
              <a:ext uri="{FF2B5EF4-FFF2-40B4-BE49-F238E27FC236}">
                <a16:creationId xmlns:a16="http://schemas.microsoft.com/office/drawing/2014/main" id="{10E55E92-D529-CF42-90F4-0C54C85E31B4}"/>
              </a:ext>
            </a:extLst>
          </p:cNvPr>
          <p:cNvGrpSpPr>
            <a:grpSpLocks/>
          </p:cNvGrpSpPr>
          <p:nvPr/>
        </p:nvGrpSpPr>
        <p:grpSpPr bwMode="auto">
          <a:xfrm>
            <a:off x="8958264" y="2384426"/>
            <a:ext cx="390525" cy="169863"/>
            <a:chOff x="4650" y="1129"/>
            <a:chExt cx="246" cy="95"/>
          </a:xfrm>
        </p:grpSpPr>
        <p:sp>
          <p:nvSpPr>
            <p:cNvPr id="44636" name="Oval 407">
              <a:extLst>
                <a:ext uri="{FF2B5EF4-FFF2-40B4-BE49-F238E27FC236}">
                  <a16:creationId xmlns:a16="http://schemas.microsoft.com/office/drawing/2014/main" id="{FF6DF057-2409-E344-AFD6-ADADE5A0D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7" name="Rectangle 410">
              <a:extLst>
                <a:ext uri="{FF2B5EF4-FFF2-40B4-BE49-F238E27FC236}">
                  <a16:creationId xmlns:a16="http://schemas.microsoft.com/office/drawing/2014/main" id="{012C994B-4386-604D-9FC6-B31426E1C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8" name="Oval 411">
              <a:extLst>
                <a:ext uri="{FF2B5EF4-FFF2-40B4-BE49-F238E27FC236}">
                  <a16:creationId xmlns:a16="http://schemas.microsoft.com/office/drawing/2014/main" id="{21767387-0E70-2545-9E1D-095C7AA95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39" name="Group 1344">
              <a:extLst>
                <a:ext uri="{FF2B5EF4-FFF2-40B4-BE49-F238E27FC236}">
                  <a16:creationId xmlns:a16="http://schemas.microsoft.com/office/drawing/2014/main" id="{23AD9785-F062-5841-A375-B0A9C36B88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42" name="Freeform 1345">
                <a:extLst>
                  <a:ext uri="{FF2B5EF4-FFF2-40B4-BE49-F238E27FC236}">
                    <a16:creationId xmlns:a16="http://schemas.microsoft.com/office/drawing/2014/main" id="{DA55132D-268A-7B4E-8BBA-4E17D43E6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43" name="Freeform 1346">
                <a:extLst>
                  <a:ext uri="{FF2B5EF4-FFF2-40B4-BE49-F238E27FC236}">
                    <a16:creationId xmlns:a16="http://schemas.microsoft.com/office/drawing/2014/main" id="{4B02A770-488B-3C40-9C1C-C50DD9C8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40" name="Line 1347">
              <a:extLst>
                <a:ext uri="{FF2B5EF4-FFF2-40B4-BE49-F238E27FC236}">
                  <a16:creationId xmlns:a16="http://schemas.microsoft.com/office/drawing/2014/main" id="{3A51F60B-484A-6E42-8FB8-CB11F8C2F5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Line 1348">
              <a:extLst>
                <a:ext uri="{FF2B5EF4-FFF2-40B4-BE49-F238E27FC236}">
                  <a16:creationId xmlns:a16="http://schemas.microsoft.com/office/drawing/2014/main" id="{3D76C2B1-5CB1-D840-826E-1C27C1523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3" name="Group 1349">
            <a:extLst>
              <a:ext uri="{FF2B5EF4-FFF2-40B4-BE49-F238E27FC236}">
                <a16:creationId xmlns:a16="http://schemas.microsoft.com/office/drawing/2014/main" id="{B0505033-73CE-644D-8923-E063C1791C03}"/>
              </a:ext>
            </a:extLst>
          </p:cNvPr>
          <p:cNvGrpSpPr>
            <a:grpSpLocks/>
          </p:cNvGrpSpPr>
          <p:nvPr/>
        </p:nvGrpSpPr>
        <p:grpSpPr bwMode="auto">
          <a:xfrm>
            <a:off x="9031289" y="2746376"/>
            <a:ext cx="390525" cy="176213"/>
            <a:chOff x="4650" y="1129"/>
            <a:chExt cx="246" cy="95"/>
          </a:xfrm>
        </p:grpSpPr>
        <p:sp>
          <p:nvSpPr>
            <p:cNvPr id="44628" name="Oval 407">
              <a:extLst>
                <a:ext uri="{FF2B5EF4-FFF2-40B4-BE49-F238E27FC236}">
                  <a16:creationId xmlns:a16="http://schemas.microsoft.com/office/drawing/2014/main" id="{F27087FA-5B21-3C48-A844-279387294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9" name="Rectangle 410">
              <a:extLst>
                <a:ext uri="{FF2B5EF4-FFF2-40B4-BE49-F238E27FC236}">
                  <a16:creationId xmlns:a16="http://schemas.microsoft.com/office/drawing/2014/main" id="{DC895575-2BA2-E048-A85D-68064A133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30" name="Oval 411">
              <a:extLst>
                <a:ext uri="{FF2B5EF4-FFF2-40B4-BE49-F238E27FC236}">
                  <a16:creationId xmlns:a16="http://schemas.microsoft.com/office/drawing/2014/main" id="{D195CFB3-68D2-324F-8075-5230CD917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31" name="Group 1353">
              <a:extLst>
                <a:ext uri="{FF2B5EF4-FFF2-40B4-BE49-F238E27FC236}">
                  <a16:creationId xmlns:a16="http://schemas.microsoft.com/office/drawing/2014/main" id="{7AF8AF64-06ED-B34B-A24B-4AF44E453E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34" name="Freeform 1354">
                <a:extLst>
                  <a:ext uri="{FF2B5EF4-FFF2-40B4-BE49-F238E27FC236}">
                    <a16:creationId xmlns:a16="http://schemas.microsoft.com/office/drawing/2014/main" id="{529B995B-FC61-AC46-8AE0-ADEB3203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35" name="Freeform 1355">
                <a:extLst>
                  <a:ext uri="{FF2B5EF4-FFF2-40B4-BE49-F238E27FC236}">
                    <a16:creationId xmlns:a16="http://schemas.microsoft.com/office/drawing/2014/main" id="{ED10283D-FE4A-A547-AC15-F6F43BAD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32" name="Line 1356">
              <a:extLst>
                <a:ext uri="{FF2B5EF4-FFF2-40B4-BE49-F238E27FC236}">
                  <a16:creationId xmlns:a16="http://schemas.microsoft.com/office/drawing/2014/main" id="{7BA85049-CE2F-134C-9759-C23AC329D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Line 1357">
              <a:extLst>
                <a:ext uri="{FF2B5EF4-FFF2-40B4-BE49-F238E27FC236}">
                  <a16:creationId xmlns:a16="http://schemas.microsoft.com/office/drawing/2014/main" id="{3ABA105B-0898-8640-9D30-079CED2446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4" name="Group 1358">
            <a:extLst>
              <a:ext uri="{FF2B5EF4-FFF2-40B4-BE49-F238E27FC236}">
                <a16:creationId xmlns:a16="http://schemas.microsoft.com/office/drawing/2014/main" id="{D2011A68-8FE2-694A-87AC-B977074426C8}"/>
              </a:ext>
            </a:extLst>
          </p:cNvPr>
          <p:cNvGrpSpPr>
            <a:grpSpLocks/>
          </p:cNvGrpSpPr>
          <p:nvPr/>
        </p:nvGrpSpPr>
        <p:grpSpPr bwMode="auto">
          <a:xfrm>
            <a:off x="8472489" y="2482851"/>
            <a:ext cx="390525" cy="169863"/>
            <a:chOff x="4650" y="1129"/>
            <a:chExt cx="246" cy="95"/>
          </a:xfrm>
        </p:grpSpPr>
        <p:sp>
          <p:nvSpPr>
            <p:cNvPr id="44620" name="Oval 407">
              <a:extLst>
                <a:ext uri="{FF2B5EF4-FFF2-40B4-BE49-F238E27FC236}">
                  <a16:creationId xmlns:a16="http://schemas.microsoft.com/office/drawing/2014/main" id="{2A28E3F9-C72D-9F40-97A7-1683320D2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1" name="Rectangle 410">
              <a:extLst>
                <a:ext uri="{FF2B5EF4-FFF2-40B4-BE49-F238E27FC236}">
                  <a16:creationId xmlns:a16="http://schemas.microsoft.com/office/drawing/2014/main" id="{F78631BE-3FAB-654D-A346-8370A88E7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22" name="Oval 411">
              <a:extLst>
                <a:ext uri="{FF2B5EF4-FFF2-40B4-BE49-F238E27FC236}">
                  <a16:creationId xmlns:a16="http://schemas.microsoft.com/office/drawing/2014/main" id="{CD4EB689-824F-E843-B081-B0FEF2E4D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23" name="Group 1362">
              <a:extLst>
                <a:ext uri="{FF2B5EF4-FFF2-40B4-BE49-F238E27FC236}">
                  <a16:creationId xmlns:a16="http://schemas.microsoft.com/office/drawing/2014/main" id="{4C03A961-92A9-B04D-8907-D5B31D9DF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26" name="Freeform 1363">
                <a:extLst>
                  <a:ext uri="{FF2B5EF4-FFF2-40B4-BE49-F238E27FC236}">
                    <a16:creationId xmlns:a16="http://schemas.microsoft.com/office/drawing/2014/main" id="{9C43333F-7029-F746-931C-97F09AE8E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27" name="Freeform 1364">
                <a:extLst>
                  <a:ext uri="{FF2B5EF4-FFF2-40B4-BE49-F238E27FC236}">
                    <a16:creationId xmlns:a16="http://schemas.microsoft.com/office/drawing/2014/main" id="{94DEFD60-0387-F941-B0AA-658E0614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24" name="Line 1365">
              <a:extLst>
                <a:ext uri="{FF2B5EF4-FFF2-40B4-BE49-F238E27FC236}">
                  <a16:creationId xmlns:a16="http://schemas.microsoft.com/office/drawing/2014/main" id="{A7B65945-C54A-9E46-906D-2CABCCCEAB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Line 1366">
              <a:extLst>
                <a:ext uri="{FF2B5EF4-FFF2-40B4-BE49-F238E27FC236}">
                  <a16:creationId xmlns:a16="http://schemas.microsoft.com/office/drawing/2014/main" id="{1A6F0B50-7015-1547-B5D8-7B281B1AF3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5" name="Group 1367">
            <a:extLst>
              <a:ext uri="{FF2B5EF4-FFF2-40B4-BE49-F238E27FC236}">
                <a16:creationId xmlns:a16="http://schemas.microsoft.com/office/drawing/2014/main" id="{D6A92AA2-2E7B-6449-8ADD-4C0CF8FABFF5}"/>
              </a:ext>
            </a:extLst>
          </p:cNvPr>
          <p:cNvGrpSpPr>
            <a:grpSpLocks/>
          </p:cNvGrpSpPr>
          <p:nvPr/>
        </p:nvGrpSpPr>
        <p:grpSpPr bwMode="auto">
          <a:xfrm>
            <a:off x="8483601" y="2746376"/>
            <a:ext cx="390525" cy="169863"/>
            <a:chOff x="4650" y="1129"/>
            <a:chExt cx="246" cy="95"/>
          </a:xfrm>
        </p:grpSpPr>
        <p:sp>
          <p:nvSpPr>
            <p:cNvPr id="44612" name="Oval 407">
              <a:extLst>
                <a:ext uri="{FF2B5EF4-FFF2-40B4-BE49-F238E27FC236}">
                  <a16:creationId xmlns:a16="http://schemas.microsoft.com/office/drawing/2014/main" id="{A5D28D30-6A36-624D-8E4B-012CD1569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13" name="Rectangle 410">
              <a:extLst>
                <a:ext uri="{FF2B5EF4-FFF2-40B4-BE49-F238E27FC236}">
                  <a16:creationId xmlns:a16="http://schemas.microsoft.com/office/drawing/2014/main" id="{FDA19112-FE76-7244-9544-DD17166E9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14" name="Oval 411">
              <a:extLst>
                <a:ext uri="{FF2B5EF4-FFF2-40B4-BE49-F238E27FC236}">
                  <a16:creationId xmlns:a16="http://schemas.microsoft.com/office/drawing/2014/main" id="{BB745C2B-C73B-DF41-8835-446430A89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15" name="Group 1371">
              <a:extLst>
                <a:ext uri="{FF2B5EF4-FFF2-40B4-BE49-F238E27FC236}">
                  <a16:creationId xmlns:a16="http://schemas.microsoft.com/office/drawing/2014/main" id="{EBC0E706-304F-154A-A5C0-4623F8B19C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8" name="Freeform 1372">
                <a:extLst>
                  <a:ext uri="{FF2B5EF4-FFF2-40B4-BE49-F238E27FC236}">
                    <a16:creationId xmlns:a16="http://schemas.microsoft.com/office/drawing/2014/main" id="{364E0DFC-4A41-214C-89B8-35B7CBEC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19" name="Freeform 1373">
                <a:extLst>
                  <a:ext uri="{FF2B5EF4-FFF2-40B4-BE49-F238E27FC236}">
                    <a16:creationId xmlns:a16="http://schemas.microsoft.com/office/drawing/2014/main" id="{9280419D-7CFB-C54E-906E-17667376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16" name="Line 1374">
              <a:extLst>
                <a:ext uri="{FF2B5EF4-FFF2-40B4-BE49-F238E27FC236}">
                  <a16:creationId xmlns:a16="http://schemas.microsoft.com/office/drawing/2014/main" id="{E7114272-8477-144E-85F9-E6C48C26D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Line 1375">
              <a:extLst>
                <a:ext uri="{FF2B5EF4-FFF2-40B4-BE49-F238E27FC236}">
                  <a16:creationId xmlns:a16="http://schemas.microsoft.com/office/drawing/2014/main" id="{7C4CDAA3-6D0C-E44C-B1DC-81F7BEAA37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76" name="Line 1376">
            <a:extLst>
              <a:ext uri="{FF2B5EF4-FFF2-40B4-BE49-F238E27FC236}">
                <a16:creationId xmlns:a16="http://schemas.microsoft.com/office/drawing/2014/main" id="{F4A9ECDF-6236-8640-AD7F-DEBEE6C33293}"/>
              </a:ext>
            </a:extLst>
          </p:cNvPr>
          <p:cNvSpPr>
            <a:spLocks noChangeShapeType="1"/>
          </p:cNvSpPr>
          <p:nvPr/>
        </p:nvSpPr>
        <p:spPr bwMode="auto">
          <a:xfrm>
            <a:off x="9613900" y="2844800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77" name="Group 1377">
            <a:extLst>
              <a:ext uri="{FF2B5EF4-FFF2-40B4-BE49-F238E27FC236}">
                <a16:creationId xmlns:a16="http://schemas.microsoft.com/office/drawing/2014/main" id="{75A01EEF-EEAD-074E-A90D-C542FC561E9E}"/>
              </a:ext>
            </a:extLst>
          </p:cNvPr>
          <p:cNvGrpSpPr>
            <a:grpSpLocks/>
          </p:cNvGrpSpPr>
          <p:nvPr/>
        </p:nvGrpSpPr>
        <p:grpSpPr bwMode="auto">
          <a:xfrm>
            <a:off x="8669339" y="3900488"/>
            <a:ext cx="485775" cy="203200"/>
            <a:chOff x="4650" y="1129"/>
            <a:chExt cx="246" cy="95"/>
          </a:xfrm>
        </p:grpSpPr>
        <p:sp>
          <p:nvSpPr>
            <p:cNvPr id="44604" name="Oval 407">
              <a:extLst>
                <a:ext uri="{FF2B5EF4-FFF2-40B4-BE49-F238E27FC236}">
                  <a16:creationId xmlns:a16="http://schemas.microsoft.com/office/drawing/2014/main" id="{DAE16198-9F90-DA41-AF50-12FB8E742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05" name="Rectangle 410">
              <a:extLst>
                <a:ext uri="{FF2B5EF4-FFF2-40B4-BE49-F238E27FC236}">
                  <a16:creationId xmlns:a16="http://schemas.microsoft.com/office/drawing/2014/main" id="{EEDDC9C2-8488-9B4F-B312-B03FF5A02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606" name="Oval 411">
              <a:extLst>
                <a:ext uri="{FF2B5EF4-FFF2-40B4-BE49-F238E27FC236}">
                  <a16:creationId xmlns:a16="http://schemas.microsoft.com/office/drawing/2014/main" id="{8616494A-3608-1B49-A67E-ABD4F0387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607" name="Group 1381">
              <a:extLst>
                <a:ext uri="{FF2B5EF4-FFF2-40B4-BE49-F238E27FC236}">
                  <a16:creationId xmlns:a16="http://schemas.microsoft.com/office/drawing/2014/main" id="{618E80F0-C6F1-9C49-80F2-13C221876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0" name="Freeform 1382">
                <a:extLst>
                  <a:ext uri="{FF2B5EF4-FFF2-40B4-BE49-F238E27FC236}">
                    <a16:creationId xmlns:a16="http://schemas.microsoft.com/office/drawing/2014/main" id="{1C64ABE7-4AB1-9F49-BD72-7CB8E07B5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11" name="Freeform 1383">
                <a:extLst>
                  <a:ext uri="{FF2B5EF4-FFF2-40B4-BE49-F238E27FC236}">
                    <a16:creationId xmlns:a16="http://schemas.microsoft.com/office/drawing/2014/main" id="{0E59E58F-602A-8B47-B022-41114B293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08" name="Line 1384">
              <a:extLst>
                <a:ext uri="{FF2B5EF4-FFF2-40B4-BE49-F238E27FC236}">
                  <a16:creationId xmlns:a16="http://schemas.microsoft.com/office/drawing/2014/main" id="{DE4EA193-927F-5945-AE51-9DD0B6698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Line 1385">
              <a:extLst>
                <a:ext uri="{FF2B5EF4-FFF2-40B4-BE49-F238E27FC236}">
                  <a16:creationId xmlns:a16="http://schemas.microsoft.com/office/drawing/2014/main" id="{6E737A72-961B-2345-A1C5-66152095B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8" name="Group 1386">
            <a:extLst>
              <a:ext uri="{FF2B5EF4-FFF2-40B4-BE49-F238E27FC236}">
                <a16:creationId xmlns:a16="http://schemas.microsoft.com/office/drawing/2014/main" id="{850233DB-3AD6-434A-848B-F3B07D8EEA80}"/>
              </a:ext>
            </a:extLst>
          </p:cNvPr>
          <p:cNvGrpSpPr>
            <a:grpSpLocks/>
          </p:cNvGrpSpPr>
          <p:nvPr/>
        </p:nvGrpSpPr>
        <p:grpSpPr bwMode="auto">
          <a:xfrm>
            <a:off x="8350251" y="3619500"/>
            <a:ext cx="485775" cy="203200"/>
            <a:chOff x="4650" y="1129"/>
            <a:chExt cx="246" cy="95"/>
          </a:xfrm>
        </p:grpSpPr>
        <p:sp>
          <p:nvSpPr>
            <p:cNvPr id="44596" name="Oval 407">
              <a:extLst>
                <a:ext uri="{FF2B5EF4-FFF2-40B4-BE49-F238E27FC236}">
                  <a16:creationId xmlns:a16="http://schemas.microsoft.com/office/drawing/2014/main" id="{19311BB4-91D5-1048-BE78-FFA704148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7" name="Rectangle 410">
              <a:extLst>
                <a:ext uri="{FF2B5EF4-FFF2-40B4-BE49-F238E27FC236}">
                  <a16:creationId xmlns:a16="http://schemas.microsoft.com/office/drawing/2014/main" id="{AFD8BF5D-6531-1B40-82C5-4E11F5D26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8" name="Oval 411">
              <a:extLst>
                <a:ext uri="{FF2B5EF4-FFF2-40B4-BE49-F238E27FC236}">
                  <a16:creationId xmlns:a16="http://schemas.microsoft.com/office/drawing/2014/main" id="{D205C494-C22E-ED42-8AC6-2F16912F1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99" name="Group 1390">
              <a:extLst>
                <a:ext uri="{FF2B5EF4-FFF2-40B4-BE49-F238E27FC236}">
                  <a16:creationId xmlns:a16="http://schemas.microsoft.com/office/drawing/2014/main" id="{0CE9ADE7-0AA7-D345-B7D4-B4B2090961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02" name="Freeform 1391">
                <a:extLst>
                  <a:ext uri="{FF2B5EF4-FFF2-40B4-BE49-F238E27FC236}">
                    <a16:creationId xmlns:a16="http://schemas.microsoft.com/office/drawing/2014/main" id="{5D678F02-9FE6-E04C-B198-34534F1F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03" name="Freeform 1392">
                <a:extLst>
                  <a:ext uri="{FF2B5EF4-FFF2-40B4-BE49-F238E27FC236}">
                    <a16:creationId xmlns:a16="http://schemas.microsoft.com/office/drawing/2014/main" id="{7A60342B-7CE7-6F44-AB40-EDDFB2C6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00" name="Line 1393">
              <a:extLst>
                <a:ext uri="{FF2B5EF4-FFF2-40B4-BE49-F238E27FC236}">
                  <a16:creationId xmlns:a16="http://schemas.microsoft.com/office/drawing/2014/main" id="{53DE7C83-04A2-2D4D-9901-CFFBE2BB3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Line 1394">
              <a:extLst>
                <a:ext uri="{FF2B5EF4-FFF2-40B4-BE49-F238E27FC236}">
                  <a16:creationId xmlns:a16="http://schemas.microsoft.com/office/drawing/2014/main" id="{2F5B1311-C9A3-B942-9E8C-835D2BFAC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9" name="Group 1395">
            <a:extLst>
              <a:ext uri="{FF2B5EF4-FFF2-40B4-BE49-F238E27FC236}">
                <a16:creationId xmlns:a16="http://schemas.microsoft.com/office/drawing/2014/main" id="{5B66BF31-F31A-B84C-BEDB-A5BD3F14CCB1}"/>
              </a:ext>
            </a:extLst>
          </p:cNvPr>
          <p:cNvGrpSpPr>
            <a:grpSpLocks/>
          </p:cNvGrpSpPr>
          <p:nvPr/>
        </p:nvGrpSpPr>
        <p:grpSpPr bwMode="auto">
          <a:xfrm>
            <a:off x="9012239" y="3632200"/>
            <a:ext cx="485775" cy="203200"/>
            <a:chOff x="4650" y="1129"/>
            <a:chExt cx="246" cy="95"/>
          </a:xfrm>
        </p:grpSpPr>
        <p:sp>
          <p:nvSpPr>
            <p:cNvPr id="44588" name="Oval 407">
              <a:extLst>
                <a:ext uri="{FF2B5EF4-FFF2-40B4-BE49-F238E27FC236}">
                  <a16:creationId xmlns:a16="http://schemas.microsoft.com/office/drawing/2014/main" id="{EB99488A-956E-1A4F-8279-AF45F32A1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9" name="Rectangle 410">
              <a:extLst>
                <a:ext uri="{FF2B5EF4-FFF2-40B4-BE49-F238E27FC236}">
                  <a16:creationId xmlns:a16="http://schemas.microsoft.com/office/drawing/2014/main" id="{823E4CF0-16B2-D54B-BFE4-C18DB7FE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90" name="Oval 411">
              <a:extLst>
                <a:ext uri="{FF2B5EF4-FFF2-40B4-BE49-F238E27FC236}">
                  <a16:creationId xmlns:a16="http://schemas.microsoft.com/office/drawing/2014/main" id="{2C5DE689-BB1A-7142-A1D8-A1869516A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91" name="Group 1399">
              <a:extLst>
                <a:ext uri="{FF2B5EF4-FFF2-40B4-BE49-F238E27FC236}">
                  <a16:creationId xmlns:a16="http://schemas.microsoft.com/office/drawing/2014/main" id="{2A6FF26D-EB7E-D642-880B-A6E99F685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94" name="Freeform 1400">
                <a:extLst>
                  <a:ext uri="{FF2B5EF4-FFF2-40B4-BE49-F238E27FC236}">
                    <a16:creationId xmlns:a16="http://schemas.microsoft.com/office/drawing/2014/main" id="{56F19DC1-7594-1C47-85FB-5E5DE676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95" name="Freeform 1401">
                <a:extLst>
                  <a:ext uri="{FF2B5EF4-FFF2-40B4-BE49-F238E27FC236}">
                    <a16:creationId xmlns:a16="http://schemas.microsoft.com/office/drawing/2014/main" id="{2C5228C3-26C7-864F-994D-C647AD69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92" name="Line 1402">
              <a:extLst>
                <a:ext uri="{FF2B5EF4-FFF2-40B4-BE49-F238E27FC236}">
                  <a16:creationId xmlns:a16="http://schemas.microsoft.com/office/drawing/2014/main" id="{7ECFF68A-4D96-594D-8CDF-1B2E5822B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Line 1403">
              <a:extLst>
                <a:ext uri="{FF2B5EF4-FFF2-40B4-BE49-F238E27FC236}">
                  <a16:creationId xmlns:a16="http://schemas.microsoft.com/office/drawing/2014/main" id="{B829ED09-239D-004A-BF16-EDC3469EB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0" name="Group 1404">
            <a:extLst>
              <a:ext uri="{FF2B5EF4-FFF2-40B4-BE49-F238E27FC236}">
                <a16:creationId xmlns:a16="http://schemas.microsoft.com/office/drawing/2014/main" id="{5C25A766-5453-8A42-B28D-A30E2F066CE6}"/>
              </a:ext>
            </a:extLst>
          </p:cNvPr>
          <p:cNvGrpSpPr>
            <a:grpSpLocks/>
          </p:cNvGrpSpPr>
          <p:nvPr/>
        </p:nvGrpSpPr>
        <p:grpSpPr bwMode="auto">
          <a:xfrm>
            <a:off x="8231189" y="4494214"/>
            <a:ext cx="619125" cy="242887"/>
            <a:chOff x="4650" y="1129"/>
            <a:chExt cx="246" cy="95"/>
          </a:xfrm>
        </p:grpSpPr>
        <p:sp>
          <p:nvSpPr>
            <p:cNvPr id="44580" name="Oval 407">
              <a:extLst>
                <a:ext uri="{FF2B5EF4-FFF2-40B4-BE49-F238E27FC236}">
                  <a16:creationId xmlns:a16="http://schemas.microsoft.com/office/drawing/2014/main" id="{38D919B4-0C89-BF4F-B2FF-1C83202B9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1" name="Rectangle 410">
              <a:extLst>
                <a:ext uri="{FF2B5EF4-FFF2-40B4-BE49-F238E27FC236}">
                  <a16:creationId xmlns:a16="http://schemas.microsoft.com/office/drawing/2014/main" id="{B80569CE-D895-894D-B966-6AE0FDB68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82" name="Oval 411">
              <a:extLst>
                <a:ext uri="{FF2B5EF4-FFF2-40B4-BE49-F238E27FC236}">
                  <a16:creationId xmlns:a16="http://schemas.microsoft.com/office/drawing/2014/main" id="{A506E640-DDF1-5142-83F2-D350446CC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83" name="Group 1408">
              <a:extLst>
                <a:ext uri="{FF2B5EF4-FFF2-40B4-BE49-F238E27FC236}">
                  <a16:creationId xmlns:a16="http://schemas.microsoft.com/office/drawing/2014/main" id="{8237A218-DB94-3147-B19A-C4BF93B15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86" name="Freeform 1409">
                <a:extLst>
                  <a:ext uri="{FF2B5EF4-FFF2-40B4-BE49-F238E27FC236}">
                    <a16:creationId xmlns:a16="http://schemas.microsoft.com/office/drawing/2014/main" id="{9D005177-846A-7B40-8360-95212B44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87" name="Freeform 1410">
                <a:extLst>
                  <a:ext uri="{FF2B5EF4-FFF2-40B4-BE49-F238E27FC236}">
                    <a16:creationId xmlns:a16="http://schemas.microsoft.com/office/drawing/2014/main" id="{569BC464-B2B7-9147-A6C1-EDF4E2EC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84" name="Line 1411">
              <a:extLst>
                <a:ext uri="{FF2B5EF4-FFF2-40B4-BE49-F238E27FC236}">
                  <a16:creationId xmlns:a16="http://schemas.microsoft.com/office/drawing/2014/main" id="{5C7EC1CF-F55D-FF42-B4B0-102F87DB1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Line 1412">
              <a:extLst>
                <a:ext uri="{FF2B5EF4-FFF2-40B4-BE49-F238E27FC236}">
                  <a16:creationId xmlns:a16="http://schemas.microsoft.com/office/drawing/2014/main" id="{B03F170A-3F03-4C44-B44C-6ADCE316F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1" name="Group 1413">
            <a:extLst>
              <a:ext uri="{FF2B5EF4-FFF2-40B4-BE49-F238E27FC236}">
                <a16:creationId xmlns:a16="http://schemas.microsoft.com/office/drawing/2014/main" id="{808A04E9-4DB4-FF49-ACE2-73790299BF7E}"/>
              </a:ext>
            </a:extLst>
          </p:cNvPr>
          <p:cNvGrpSpPr>
            <a:grpSpLocks/>
          </p:cNvGrpSpPr>
          <p:nvPr/>
        </p:nvGrpSpPr>
        <p:grpSpPr bwMode="auto">
          <a:xfrm>
            <a:off x="8864601" y="4792664"/>
            <a:ext cx="619125" cy="242887"/>
            <a:chOff x="4650" y="1129"/>
            <a:chExt cx="246" cy="95"/>
          </a:xfrm>
        </p:grpSpPr>
        <p:sp>
          <p:nvSpPr>
            <p:cNvPr id="44572" name="Oval 407">
              <a:extLst>
                <a:ext uri="{FF2B5EF4-FFF2-40B4-BE49-F238E27FC236}">
                  <a16:creationId xmlns:a16="http://schemas.microsoft.com/office/drawing/2014/main" id="{00DB7DC2-F1A1-3647-B9C7-DFEDBEE4A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73" name="Rectangle 410">
              <a:extLst>
                <a:ext uri="{FF2B5EF4-FFF2-40B4-BE49-F238E27FC236}">
                  <a16:creationId xmlns:a16="http://schemas.microsoft.com/office/drawing/2014/main" id="{B463F253-E506-CF40-A99D-B6ABE7889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74" name="Oval 411">
              <a:extLst>
                <a:ext uri="{FF2B5EF4-FFF2-40B4-BE49-F238E27FC236}">
                  <a16:creationId xmlns:a16="http://schemas.microsoft.com/office/drawing/2014/main" id="{675647DF-C1F2-724A-AD58-426EA18AD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75" name="Group 1417">
              <a:extLst>
                <a:ext uri="{FF2B5EF4-FFF2-40B4-BE49-F238E27FC236}">
                  <a16:creationId xmlns:a16="http://schemas.microsoft.com/office/drawing/2014/main" id="{8125D9E4-B582-BC4B-B630-CD20B80B40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8" name="Freeform 1418">
                <a:extLst>
                  <a:ext uri="{FF2B5EF4-FFF2-40B4-BE49-F238E27FC236}">
                    <a16:creationId xmlns:a16="http://schemas.microsoft.com/office/drawing/2014/main" id="{90149DEB-BD9E-3F45-940A-AB575BB7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79" name="Freeform 1419">
                <a:extLst>
                  <a:ext uri="{FF2B5EF4-FFF2-40B4-BE49-F238E27FC236}">
                    <a16:creationId xmlns:a16="http://schemas.microsoft.com/office/drawing/2014/main" id="{D735570A-4216-B14E-BD91-29E5D3B0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76" name="Line 1420">
              <a:extLst>
                <a:ext uri="{FF2B5EF4-FFF2-40B4-BE49-F238E27FC236}">
                  <a16:creationId xmlns:a16="http://schemas.microsoft.com/office/drawing/2014/main" id="{1AFB55E0-F272-614D-AC59-A226DDE79D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Line 1421">
              <a:extLst>
                <a:ext uri="{FF2B5EF4-FFF2-40B4-BE49-F238E27FC236}">
                  <a16:creationId xmlns:a16="http://schemas.microsoft.com/office/drawing/2014/main" id="{7C06E959-03D4-F84D-94FB-AD8CC35DBA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2" name="Group 1422">
            <a:extLst>
              <a:ext uri="{FF2B5EF4-FFF2-40B4-BE49-F238E27FC236}">
                <a16:creationId xmlns:a16="http://schemas.microsoft.com/office/drawing/2014/main" id="{F7C2341F-EFBE-1142-9A9B-CDFCAD222D18}"/>
              </a:ext>
            </a:extLst>
          </p:cNvPr>
          <p:cNvGrpSpPr>
            <a:grpSpLocks/>
          </p:cNvGrpSpPr>
          <p:nvPr/>
        </p:nvGrpSpPr>
        <p:grpSpPr bwMode="auto">
          <a:xfrm>
            <a:off x="7515226" y="4837114"/>
            <a:ext cx="619125" cy="242887"/>
            <a:chOff x="4650" y="1129"/>
            <a:chExt cx="246" cy="95"/>
          </a:xfrm>
        </p:grpSpPr>
        <p:sp>
          <p:nvSpPr>
            <p:cNvPr id="44564" name="Oval 407">
              <a:extLst>
                <a:ext uri="{FF2B5EF4-FFF2-40B4-BE49-F238E27FC236}">
                  <a16:creationId xmlns:a16="http://schemas.microsoft.com/office/drawing/2014/main" id="{59BB11D6-A7A4-CA42-97FD-84BF5E9EE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65" name="Rectangle 410">
              <a:extLst>
                <a:ext uri="{FF2B5EF4-FFF2-40B4-BE49-F238E27FC236}">
                  <a16:creationId xmlns:a16="http://schemas.microsoft.com/office/drawing/2014/main" id="{B7ECB5FF-7D4E-EA43-BECA-581BB08A2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66" name="Oval 411">
              <a:extLst>
                <a:ext uri="{FF2B5EF4-FFF2-40B4-BE49-F238E27FC236}">
                  <a16:creationId xmlns:a16="http://schemas.microsoft.com/office/drawing/2014/main" id="{ABF64239-EB43-994D-82A0-2108706ED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67" name="Group 1426">
              <a:extLst>
                <a:ext uri="{FF2B5EF4-FFF2-40B4-BE49-F238E27FC236}">
                  <a16:creationId xmlns:a16="http://schemas.microsoft.com/office/drawing/2014/main" id="{7F16A0F5-7C12-9642-A464-E36F6DEFB3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0" name="Freeform 1427">
                <a:extLst>
                  <a:ext uri="{FF2B5EF4-FFF2-40B4-BE49-F238E27FC236}">
                    <a16:creationId xmlns:a16="http://schemas.microsoft.com/office/drawing/2014/main" id="{1257EF15-F183-A540-BEF5-CF5C3BB60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71" name="Freeform 1428">
                <a:extLst>
                  <a:ext uri="{FF2B5EF4-FFF2-40B4-BE49-F238E27FC236}">
                    <a16:creationId xmlns:a16="http://schemas.microsoft.com/office/drawing/2014/main" id="{0C1F47B9-518C-6145-9868-027F6B47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68" name="Line 1429">
              <a:extLst>
                <a:ext uri="{FF2B5EF4-FFF2-40B4-BE49-F238E27FC236}">
                  <a16:creationId xmlns:a16="http://schemas.microsoft.com/office/drawing/2014/main" id="{AB7FCED0-9725-2E40-BBC3-1C66D8A06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Line 1430">
              <a:extLst>
                <a:ext uri="{FF2B5EF4-FFF2-40B4-BE49-F238E27FC236}">
                  <a16:creationId xmlns:a16="http://schemas.microsoft.com/office/drawing/2014/main" id="{26E81333-6788-104E-BC99-B096560C6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3" name="Group 1431">
            <a:extLst>
              <a:ext uri="{FF2B5EF4-FFF2-40B4-BE49-F238E27FC236}">
                <a16:creationId xmlns:a16="http://schemas.microsoft.com/office/drawing/2014/main" id="{7642ECFA-9F7D-A640-BDFD-0E0EB3C2A67D}"/>
              </a:ext>
            </a:extLst>
          </p:cNvPr>
          <p:cNvGrpSpPr>
            <a:grpSpLocks/>
          </p:cNvGrpSpPr>
          <p:nvPr/>
        </p:nvGrpSpPr>
        <p:grpSpPr bwMode="auto">
          <a:xfrm>
            <a:off x="7321551" y="3629026"/>
            <a:ext cx="390525" cy="169863"/>
            <a:chOff x="4650" y="1129"/>
            <a:chExt cx="246" cy="95"/>
          </a:xfrm>
        </p:grpSpPr>
        <p:sp>
          <p:nvSpPr>
            <p:cNvPr id="44556" name="Oval 407">
              <a:extLst>
                <a:ext uri="{FF2B5EF4-FFF2-40B4-BE49-F238E27FC236}">
                  <a16:creationId xmlns:a16="http://schemas.microsoft.com/office/drawing/2014/main" id="{711832B9-7C99-D14E-99E5-DC6DCB77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7" name="Rectangle 410">
              <a:extLst>
                <a:ext uri="{FF2B5EF4-FFF2-40B4-BE49-F238E27FC236}">
                  <a16:creationId xmlns:a16="http://schemas.microsoft.com/office/drawing/2014/main" id="{D4561B1E-C76D-0749-AE09-D4D28DB0C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8" name="Oval 411">
              <a:extLst>
                <a:ext uri="{FF2B5EF4-FFF2-40B4-BE49-F238E27FC236}">
                  <a16:creationId xmlns:a16="http://schemas.microsoft.com/office/drawing/2014/main" id="{6E88699B-20C0-CF4E-963F-C1A739120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59" name="Group 1435">
              <a:extLst>
                <a:ext uri="{FF2B5EF4-FFF2-40B4-BE49-F238E27FC236}">
                  <a16:creationId xmlns:a16="http://schemas.microsoft.com/office/drawing/2014/main" id="{66EF4985-F7C5-974E-8C81-702B17F96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62" name="Freeform 1436">
                <a:extLst>
                  <a:ext uri="{FF2B5EF4-FFF2-40B4-BE49-F238E27FC236}">
                    <a16:creationId xmlns:a16="http://schemas.microsoft.com/office/drawing/2014/main" id="{7FC70D93-DE50-8B44-BCFE-0D54653E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63" name="Freeform 1437">
                <a:extLst>
                  <a:ext uri="{FF2B5EF4-FFF2-40B4-BE49-F238E27FC236}">
                    <a16:creationId xmlns:a16="http://schemas.microsoft.com/office/drawing/2014/main" id="{B903526C-7D1C-D64E-B4D5-2381A49A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60" name="Line 1438">
              <a:extLst>
                <a:ext uri="{FF2B5EF4-FFF2-40B4-BE49-F238E27FC236}">
                  <a16:creationId xmlns:a16="http://schemas.microsoft.com/office/drawing/2014/main" id="{E653B502-BCA0-3D4F-8EC6-677BBC2F7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Line 1439">
              <a:extLst>
                <a:ext uri="{FF2B5EF4-FFF2-40B4-BE49-F238E27FC236}">
                  <a16:creationId xmlns:a16="http://schemas.microsoft.com/office/drawing/2014/main" id="{7CFCE9F7-C5AA-7946-B949-7CADCFC99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4" name="Group 1440">
            <a:extLst>
              <a:ext uri="{FF2B5EF4-FFF2-40B4-BE49-F238E27FC236}">
                <a16:creationId xmlns:a16="http://schemas.microsoft.com/office/drawing/2014/main" id="{3D41460D-B4AE-1D4D-BD84-07E56D0080EE}"/>
              </a:ext>
            </a:extLst>
          </p:cNvPr>
          <p:cNvGrpSpPr>
            <a:grpSpLocks/>
          </p:cNvGrpSpPr>
          <p:nvPr/>
        </p:nvGrpSpPr>
        <p:grpSpPr bwMode="auto">
          <a:xfrm>
            <a:off x="7621589" y="2476501"/>
            <a:ext cx="390525" cy="169863"/>
            <a:chOff x="4650" y="1129"/>
            <a:chExt cx="246" cy="95"/>
          </a:xfrm>
        </p:grpSpPr>
        <p:sp>
          <p:nvSpPr>
            <p:cNvPr id="44548" name="Oval 407">
              <a:extLst>
                <a:ext uri="{FF2B5EF4-FFF2-40B4-BE49-F238E27FC236}">
                  <a16:creationId xmlns:a16="http://schemas.microsoft.com/office/drawing/2014/main" id="{8B03575B-58E5-C54A-AB3F-73C54BC6F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49" name="Rectangle 410">
              <a:extLst>
                <a:ext uri="{FF2B5EF4-FFF2-40B4-BE49-F238E27FC236}">
                  <a16:creationId xmlns:a16="http://schemas.microsoft.com/office/drawing/2014/main" id="{C4F3C060-4D78-D44A-AE45-8CF69EE5C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44550" name="Oval 411">
              <a:extLst>
                <a:ext uri="{FF2B5EF4-FFF2-40B4-BE49-F238E27FC236}">
                  <a16:creationId xmlns:a16="http://schemas.microsoft.com/office/drawing/2014/main" id="{B7710D13-8822-B14F-8731-7F928621B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44551" name="Group 1444">
              <a:extLst>
                <a:ext uri="{FF2B5EF4-FFF2-40B4-BE49-F238E27FC236}">
                  <a16:creationId xmlns:a16="http://schemas.microsoft.com/office/drawing/2014/main" id="{90133326-DDF3-F74C-B946-8FF44B558D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54" name="Freeform 1445">
                <a:extLst>
                  <a:ext uri="{FF2B5EF4-FFF2-40B4-BE49-F238E27FC236}">
                    <a16:creationId xmlns:a16="http://schemas.microsoft.com/office/drawing/2014/main" id="{74327A4E-5756-4842-B37F-66BFF158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55" name="Freeform 1446">
                <a:extLst>
                  <a:ext uri="{FF2B5EF4-FFF2-40B4-BE49-F238E27FC236}">
                    <a16:creationId xmlns:a16="http://schemas.microsoft.com/office/drawing/2014/main" id="{AC9497E0-DEA8-4C4C-87D9-81BE8FB54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52" name="Line 1447">
              <a:extLst>
                <a:ext uri="{FF2B5EF4-FFF2-40B4-BE49-F238E27FC236}">
                  <a16:creationId xmlns:a16="http://schemas.microsoft.com/office/drawing/2014/main" id="{D2637989-1994-AE45-B7C8-FC9887A847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Line 1448">
              <a:extLst>
                <a:ext uri="{FF2B5EF4-FFF2-40B4-BE49-F238E27FC236}">
                  <a16:creationId xmlns:a16="http://schemas.microsoft.com/office/drawing/2014/main" id="{00092B4A-C784-844C-B4F8-D7FA7C5910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5" name="Group 1449">
            <a:extLst>
              <a:ext uri="{FF2B5EF4-FFF2-40B4-BE49-F238E27FC236}">
                <a16:creationId xmlns:a16="http://schemas.microsoft.com/office/drawing/2014/main" id="{7621E465-A657-C248-9428-79FF5507B65C}"/>
              </a:ext>
            </a:extLst>
          </p:cNvPr>
          <p:cNvGrpSpPr>
            <a:grpSpLocks/>
          </p:cNvGrpSpPr>
          <p:nvPr/>
        </p:nvGrpSpPr>
        <p:grpSpPr bwMode="auto">
          <a:xfrm>
            <a:off x="6880226" y="3489326"/>
            <a:ext cx="506413" cy="352425"/>
            <a:chOff x="2967" y="478"/>
            <a:chExt cx="788" cy="625"/>
          </a:xfrm>
        </p:grpSpPr>
        <p:pic>
          <p:nvPicPr>
            <p:cNvPr id="44546" name="Picture 1450" descr="access_point_stylized_small">
              <a:extLst>
                <a:ext uri="{FF2B5EF4-FFF2-40B4-BE49-F238E27FC236}">
                  <a16:creationId xmlns:a16="http://schemas.microsoft.com/office/drawing/2014/main" id="{FE90522C-D598-8C4D-8CC7-9EFF906C8B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7" name="Picture 1451" descr="antenna_radiation_stylized">
              <a:extLst>
                <a:ext uri="{FF2B5EF4-FFF2-40B4-BE49-F238E27FC236}">
                  <a16:creationId xmlns:a16="http://schemas.microsoft.com/office/drawing/2014/main" id="{5BA34D01-27D6-814A-854D-14C6741FDF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6" name="Group 1452">
            <a:extLst>
              <a:ext uri="{FF2B5EF4-FFF2-40B4-BE49-F238E27FC236}">
                <a16:creationId xmlns:a16="http://schemas.microsoft.com/office/drawing/2014/main" id="{31A35345-A560-FB4D-9FCB-C9F9B604F76A}"/>
              </a:ext>
            </a:extLst>
          </p:cNvPr>
          <p:cNvGrpSpPr>
            <a:grpSpLocks/>
          </p:cNvGrpSpPr>
          <p:nvPr/>
        </p:nvGrpSpPr>
        <p:grpSpPr bwMode="auto">
          <a:xfrm>
            <a:off x="8401051" y="4992689"/>
            <a:ext cx="563563" cy="420687"/>
            <a:chOff x="2967" y="478"/>
            <a:chExt cx="788" cy="625"/>
          </a:xfrm>
        </p:grpSpPr>
        <p:pic>
          <p:nvPicPr>
            <p:cNvPr id="44544" name="Picture 1453" descr="access_point_stylized_small">
              <a:extLst>
                <a:ext uri="{FF2B5EF4-FFF2-40B4-BE49-F238E27FC236}">
                  <a16:creationId xmlns:a16="http://schemas.microsoft.com/office/drawing/2014/main" id="{6AAA8F8B-66DE-D245-A9A5-730C1EBA21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5" name="Picture 1454" descr="antenna_radiation_stylized">
              <a:extLst>
                <a:ext uri="{FF2B5EF4-FFF2-40B4-BE49-F238E27FC236}">
                  <a16:creationId xmlns:a16="http://schemas.microsoft.com/office/drawing/2014/main" id="{D25518C1-A524-9C46-A864-7DB923E40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7" name="Group 1455">
            <a:extLst>
              <a:ext uri="{FF2B5EF4-FFF2-40B4-BE49-F238E27FC236}">
                <a16:creationId xmlns:a16="http://schemas.microsoft.com/office/drawing/2014/main" id="{39E642D5-BDF6-7A4F-8D8C-A17581A835A8}"/>
              </a:ext>
            </a:extLst>
          </p:cNvPr>
          <p:cNvGrpSpPr>
            <a:grpSpLocks/>
          </p:cNvGrpSpPr>
          <p:nvPr/>
        </p:nvGrpSpPr>
        <p:grpSpPr bwMode="auto">
          <a:xfrm>
            <a:off x="7329488" y="1833564"/>
            <a:ext cx="457200" cy="631825"/>
            <a:chOff x="742" y="2409"/>
            <a:chExt cx="576" cy="881"/>
          </a:xfrm>
        </p:grpSpPr>
        <p:grpSp>
          <p:nvGrpSpPr>
            <p:cNvPr id="44526" name="Group 1456">
              <a:extLst>
                <a:ext uri="{FF2B5EF4-FFF2-40B4-BE49-F238E27FC236}">
                  <a16:creationId xmlns:a16="http://schemas.microsoft.com/office/drawing/2014/main" id="{3882C571-9EC4-7A41-B7D9-4D8065A1E2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" y="2643"/>
              <a:ext cx="376" cy="647"/>
              <a:chOff x="3130" y="3288"/>
              <a:chExt cx="410" cy="742"/>
            </a:xfrm>
          </p:grpSpPr>
          <p:sp>
            <p:nvSpPr>
              <p:cNvPr id="44529" name="Line 270">
                <a:extLst>
                  <a:ext uri="{FF2B5EF4-FFF2-40B4-BE49-F238E27FC236}">
                    <a16:creationId xmlns:a16="http://schemas.microsoft.com/office/drawing/2014/main" id="{6E142F00-73B7-8748-88A2-77F8469BBE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0" name="Line 271">
                <a:extLst>
                  <a:ext uri="{FF2B5EF4-FFF2-40B4-BE49-F238E27FC236}">
                    <a16:creationId xmlns:a16="http://schemas.microsoft.com/office/drawing/2014/main" id="{354420B1-FBB9-1A46-930A-4C56DC03A4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1" name="Line 272">
                <a:extLst>
                  <a:ext uri="{FF2B5EF4-FFF2-40B4-BE49-F238E27FC236}">
                    <a16:creationId xmlns:a16="http://schemas.microsoft.com/office/drawing/2014/main" id="{24DF3A66-735A-274A-9446-572A3092D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2" name="Line 273">
                <a:extLst>
                  <a:ext uri="{FF2B5EF4-FFF2-40B4-BE49-F238E27FC236}">
                    <a16:creationId xmlns:a16="http://schemas.microsoft.com/office/drawing/2014/main" id="{041492EE-9176-6544-B7BD-8F1E3944C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3" name="Line 274">
                <a:extLst>
                  <a:ext uri="{FF2B5EF4-FFF2-40B4-BE49-F238E27FC236}">
                    <a16:creationId xmlns:a16="http://schemas.microsoft.com/office/drawing/2014/main" id="{38A4D4C3-2DA7-974A-A651-881698BC4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4" name="Line 275">
                <a:extLst>
                  <a:ext uri="{FF2B5EF4-FFF2-40B4-BE49-F238E27FC236}">
                    <a16:creationId xmlns:a16="http://schemas.microsoft.com/office/drawing/2014/main" id="{0AE11F2B-86A2-0943-BEFB-3B3E06FFFC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5" name="Line 276">
                <a:extLst>
                  <a:ext uri="{FF2B5EF4-FFF2-40B4-BE49-F238E27FC236}">
                    <a16:creationId xmlns:a16="http://schemas.microsoft.com/office/drawing/2014/main" id="{8DFDE79F-A514-0948-A55E-D8850714A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6" name="Line 277">
                <a:extLst>
                  <a:ext uri="{FF2B5EF4-FFF2-40B4-BE49-F238E27FC236}">
                    <a16:creationId xmlns:a16="http://schemas.microsoft.com/office/drawing/2014/main" id="{FC7A3928-00FA-BE48-8B32-00AC213CA6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7" name="Line 278">
                <a:extLst>
                  <a:ext uri="{FF2B5EF4-FFF2-40B4-BE49-F238E27FC236}">
                    <a16:creationId xmlns:a16="http://schemas.microsoft.com/office/drawing/2014/main" id="{D39EDFDC-97C7-5A4A-A820-2572E94A57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8" name="Line 279">
                <a:extLst>
                  <a:ext uri="{FF2B5EF4-FFF2-40B4-BE49-F238E27FC236}">
                    <a16:creationId xmlns:a16="http://schemas.microsoft.com/office/drawing/2014/main" id="{26A1BE48-1269-DE49-92BF-CAA33FA24E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9" name="Line 280">
                <a:extLst>
                  <a:ext uri="{FF2B5EF4-FFF2-40B4-BE49-F238E27FC236}">
                    <a16:creationId xmlns:a16="http://schemas.microsoft.com/office/drawing/2014/main" id="{05FF4976-ED3B-6149-8D38-C622C6BE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0" name="Line 281">
                <a:extLst>
                  <a:ext uri="{FF2B5EF4-FFF2-40B4-BE49-F238E27FC236}">
                    <a16:creationId xmlns:a16="http://schemas.microsoft.com/office/drawing/2014/main" id="{8975424B-7E3A-D441-A3F6-FF0BBFEBED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1" name="Line 282">
                <a:extLst>
                  <a:ext uri="{FF2B5EF4-FFF2-40B4-BE49-F238E27FC236}">
                    <a16:creationId xmlns:a16="http://schemas.microsoft.com/office/drawing/2014/main" id="{B6AAC1CD-6B20-B74A-A7DB-12C998E04F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2" name="Line 283">
                <a:extLst>
                  <a:ext uri="{FF2B5EF4-FFF2-40B4-BE49-F238E27FC236}">
                    <a16:creationId xmlns:a16="http://schemas.microsoft.com/office/drawing/2014/main" id="{F5A3F4E8-5D91-304C-9545-C03648EB4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3" name="Line 284">
                <a:extLst>
                  <a:ext uri="{FF2B5EF4-FFF2-40B4-BE49-F238E27FC236}">
                    <a16:creationId xmlns:a16="http://schemas.microsoft.com/office/drawing/2014/main" id="{7A914382-6D5F-C940-84CC-CC9EDE5649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4527" name="Picture 1472" descr="cell_tower_radiation copy">
              <a:extLst>
                <a:ext uri="{FF2B5EF4-FFF2-40B4-BE49-F238E27FC236}">
                  <a16:creationId xmlns:a16="http://schemas.microsoft.com/office/drawing/2014/main" id="{28923C18-F4D9-3D4D-A05A-D3675AAB1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" y="2409"/>
              <a:ext cx="576" cy="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528" name="Oval 1473">
              <a:extLst>
                <a:ext uri="{FF2B5EF4-FFF2-40B4-BE49-F238E27FC236}">
                  <a16:creationId xmlns:a16="http://schemas.microsoft.com/office/drawing/2014/main" id="{250FC1EA-31D1-1441-AF36-9FEF48767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2597"/>
              <a:ext cx="66" cy="6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88" name="Group 1474">
            <a:extLst>
              <a:ext uri="{FF2B5EF4-FFF2-40B4-BE49-F238E27FC236}">
                <a16:creationId xmlns:a16="http://schemas.microsoft.com/office/drawing/2014/main" id="{B13A916E-FFBF-A44F-93FD-136AE4C0FA25}"/>
              </a:ext>
            </a:extLst>
          </p:cNvPr>
          <p:cNvGrpSpPr>
            <a:grpSpLocks/>
          </p:cNvGrpSpPr>
          <p:nvPr/>
        </p:nvGrpSpPr>
        <p:grpSpPr bwMode="auto">
          <a:xfrm>
            <a:off x="9509126" y="4991101"/>
            <a:ext cx="227013" cy="481013"/>
            <a:chOff x="4140" y="429"/>
            <a:chExt cx="1425" cy="2396"/>
          </a:xfrm>
        </p:grpSpPr>
        <p:sp>
          <p:nvSpPr>
            <p:cNvPr id="44494" name="Freeform 1475">
              <a:extLst>
                <a:ext uri="{FF2B5EF4-FFF2-40B4-BE49-F238E27FC236}">
                  <a16:creationId xmlns:a16="http://schemas.microsoft.com/office/drawing/2014/main" id="{12638E0C-0A23-474B-BD4E-398DD3D1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8 w 354"/>
                <a:gd name="T3" fmla="*/ 16 h 2742"/>
                <a:gd name="T4" fmla="*/ 8 w 354"/>
                <a:gd name="T5" fmla="*/ 119 h 2742"/>
                <a:gd name="T6" fmla="*/ 0 w 354"/>
                <a:gd name="T7" fmla="*/ 124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Rectangle 1476">
              <a:extLst>
                <a:ext uri="{FF2B5EF4-FFF2-40B4-BE49-F238E27FC236}">
                  <a16:creationId xmlns:a16="http://schemas.microsoft.com/office/drawing/2014/main" id="{2E69DCE9-46FB-6A4A-9016-480E725C8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96" name="Freeform 1477">
              <a:extLst>
                <a:ext uri="{FF2B5EF4-FFF2-40B4-BE49-F238E27FC236}">
                  <a16:creationId xmlns:a16="http://schemas.microsoft.com/office/drawing/2014/main" id="{685DE294-BC22-2742-994B-3C9459B8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 w 211"/>
                <a:gd name="T3" fmla="*/ 11 h 2537"/>
                <a:gd name="T4" fmla="*/ 2 w 211"/>
                <a:gd name="T5" fmla="*/ 11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1478">
              <a:extLst>
                <a:ext uri="{FF2B5EF4-FFF2-40B4-BE49-F238E27FC236}">
                  <a16:creationId xmlns:a16="http://schemas.microsoft.com/office/drawing/2014/main" id="{2456B8C3-69A2-6C4F-84D1-A5CC0CB0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7 h 226"/>
                <a:gd name="T4" fmla="*/ 7 w 328"/>
                <a:gd name="T5" fmla="*/ 11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Rectangle 1479">
              <a:extLst>
                <a:ext uri="{FF2B5EF4-FFF2-40B4-BE49-F238E27FC236}">
                  <a16:creationId xmlns:a16="http://schemas.microsoft.com/office/drawing/2014/main" id="{E336C235-B64E-144E-886E-3A67BA606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99" name="Group 1480">
              <a:extLst>
                <a:ext uri="{FF2B5EF4-FFF2-40B4-BE49-F238E27FC236}">
                  <a16:creationId xmlns:a16="http://schemas.microsoft.com/office/drawing/2014/main" id="{F3FE79DB-B9FE-964F-A235-011184F12F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524" name="AutoShape 1481">
                <a:extLst>
                  <a:ext uri="{FF2B5EF4-FFF2-40B4-BE49-F238E27FC236}">
                    <a16:creationId xmlns:a16="http://schemas.microsoft.com/office/drawing/2014/main" id="{EF2FDF52-4F16-014A-B70B-56D40EA7B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5" name="AutoShape 1482">
                <a:extLst>
                  <a:ext uri="{FF2B5EF4-FFF2-40B4-BE49-F238E27FC236}">
                    <a16:creationId xmlns:a16="http://schemas.microsoft.com/office/drawing/2014/main" id="{6E033290-6F53-524D-985B-9BAC5A076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0" name="Rectangle 1483">
              <a:extLst>
                <a:ext uri="{FF2B5EF4-FFF2-40B4-BE49-F238E27FC236}">
                  <a16:creationId xmlns:a16="http://schemas.microsoft.com/office/drawing/2014/main" id="{127C0771-9C4A-2B40-B069-91DBC790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501" name="Group 1484">
              <a:extLst>
                <a:ext uri="{FF2B5EF4-FFF2-40B4-BE49-F238E27FC236}">
                  <a16:creationId xmlns:a16="http://schemas.microsoft.com/office/drawing/2014/main" id="{F0A67C4D-232E-1545-B2AF-6D894147F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522" name="AutoShape 1485">
                <a:extLst>
                  <a:ext uri="{FF2B5EF4-FFF2-40B4-BE49-F238E27FC236}">
                    <a16:creationId xmlns:a16="http://schemas.microsoft.com/office/drawing/2014/main" id="{4F94E4A0-6D5C-1E4A-AA91-9CF78C02D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3" name="AutoShape 1486">
                <a:extLst>
                  <a:ext uri="{FF2B5EF4-FFF2-40B4-BE49-F238E27FC236}">
                    <a16:creationId xmlns:a16="http://schemas.microsoft.com/office/drawing/2014/main" id="{F8E002AA-92C8-5946-A160-0953FD9F8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2" name="Rectangle 1487">
              <a:extLst>
                <a:ext uri="{FF2B5EF4-FFF2-40B4-BE49-F238E27FC236}">
                  <a16:creationId xmlns:a16="http://schemas.microsoft.com/office/drawing/2014/main" id="{A5775536-6EF6-5647-A210-0E5681261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03" name="Rectangle 1488">
              <a:extLst>
                <a:ext uri="{FF2B5EF4-FFF2-40B4-BE49-F238E27FC236}">
                  <a16:creationId xmlns:a16="http://schemas.microsoft.com/office/drawing/2014/main" id="{E003688D-DB28-B241-88A6-25BF8D0A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504" name="Group 1489">
              <a:extLst>
                <a:ext uri="{FF2B5EF4-FFF2-40B4-BE49-F238E27FC236}">
                  <a16:creationId xmlns:a16="http://schemas.microsoft.com/office/drawing/2014/main" id="{C03FE9ED-1FCD-AE43-A426-3BD24BF2D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520" name="AutoShape 1490">
                <a:extLst>
                  <a:ext uri="{FF2B5EF4-FFF2-40B4-BE49-F238E27FC236}">
                    <a16:creationId xmlns:a16="http://schemas.microsoft.com/office/drawing/2014/main" id="{E82610AF-6AED-9A4F-9830-001EC6D62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1" name="AutoShape 1491">
                <a:extLst>
                  <a:ext uri="{FF2B5EF4-FFF2-40B4-BE49-F238E27FC236}">
                    <a16:creationId xmlns:a16="http://schemas.microsoft.com/office/drawing/2014/main" id="{21A8235F-1634-DB48-8C06-BD60E3EEB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5" name="Freeform 1492">
              <a:extLst>
                <a:ext uri="{FF2B5EF4-FFF2-40B4-BE49-F238E27FC236}">
                  <a16:creationId xmlns:a16="http://schemas.microsoft.com/office/drawing/2014/main" id="{959611E1-D566-AC4D-BCB8-8C53983D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6 h 226"/>
                <a:gd name="T4" fmla="*/ 7 w 328"/>
                <a:gd name="T5" fmla="*/ 10 h 226"/>
                <a:gd name="T6" fmla="*/ 0 w 328"/>
                <a:gd name="T7" fmla="*/ 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506" name="Group 1493">
              <a:extLst>
                <a:ext uri="{FF2B5EF4-FFF2-40B4-BE49-F238E27FC236}">
                  <a16:creationId xmlns:a16="http://schemas.microsoft.com/office/drawing/2014/main" id="{87D2EDDE-6C08-AD47-B71C-DD5DB3F045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518" name="AutoShape 1494">
                <a:extLst>
                  <a:ext uri="{FF2B5EF4-FFF2-40B4-BE49-F238E27FC236}">
                    <a16:creationId xmlns:a16="http://schemas.microsoft.com/office/drawing/2014/main" id="{CBA56D3B-BFB8-8146-B3BE-4243B46A6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19" name="AutoShape 1495">
                <a:extLst>
                  <a:ext uri="{FF2B5EF4-FFF2-40B4-BE49-F238E27FC236}">
                    <a16:creationId xmlns:a16="http://schemas.microsoft.com/office/drawing/2014/main" id="{AD852011-D315-4247-ADC8-48D5DA9BA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7" name="Rectangle 1496">
              <a:extLst>
                <a:ext uri="{FF2B5EF4-FFF2-40B4-BE49-F238E27FC236}">
                  <a16:creationId xmlns:a16="http://schemas.microsoft.com/office/drawing/2014/main" id="{47AB211B-813C-F44F-9BDE-5A10EDCA8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08" name="Freeform 1497">
              <a:extLst>
                <a:ext uri="{FF2B5EF4-FFF2-40B4-BE49-F238E27FC236}">
                  <a16:creationId xmlns:a16="http://schemas.microsoft.com/office/drawing/2014/main" id="{024F97FE-4E20-2D47-B989-35FDDF0B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 w 296"/>
                <a:gd name="T3" fmla="*/ 6 h 256"/>
                <a:gd name="T4" fmla="*/ 7 w 296"/>
                <a:gd name="T5" fmla="*/ 11 h 256"/>
                <a:gd name="T6" fmla="*/ 0 w 296"/>
                <a:gd name="T7" fmla="*/ 4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Freeform 1498">
              <a:extLst>
                <a:ext uri="{FF2B5EF4-FFF2-40B4-BE49-F238E27FC236}">
                  <a16:creationId xmlns:a16="http://schemas.microsoft.com/office/drawing/2014/main" id="{129048BE-0432-0E4C-968D-C53E0A21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7 w 304"/>
                <a:gd name="T3" fmla="*/ 8 h 288"/>
                <a:gd name="T4" fmla="*/ 6 w 304"/>
                <a:gd name="T5" fmla="*/ 13 h 288"/>
                <a:gd name="T6" fmla="*/ 2 w 304"/>
                <a:gd name="T7" fmla="*/ 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Oval 1499">
              <a:extLst>
                <a:ext uri="{FF2B5EF4-FFF2-40B4-BE49-F238E27FC236}">
                  <a16:creationId xmlns:a16="http://schemas.microsoft.com/office/drawing/2014/main" id="{BBF2005F-7A90-D84E-938A-7BEB45028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1" name="Freeform 1500">
              <a:extLst>
                <a:ext uri="{FF2B5EF4-FFF2-40B4-BE49-F238E27FC236}">
                  <a16:creationId xmlns:a16="http://schemas.microsoft.com/office/drawing/2014/main" id="{AB49EFDC-7DD4-5C4B-B952-F77FEB32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6 h 240"/>
                <a:gd name="T2" fmla="*/ 2 w 306"/>
                <a:gd name="T3" fmla="*/ 11 h 240"/>
                <a:gd name="T4" fmla="*/ 7 w 306"/>
                <a:gd name="T5" fmla="*/ 6 h 240"/>
                <a:gd name="T6" fmla="*/ 7 w 306"/>
                <a:gd name="T7" fmla="*/ 0 h 240"/>
                <a:gd name="T8" fmla="*/ 0 w 306"/>
                <a:gd name="T9" fmla="*/ 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AutoShape 1501">
              <a:extLst>
                <a:ext uri="{FF2B5EF4-FFF2-40B4-BE49-F238E27FC236}">
                  <a16:creationId xmlns:a16="http://schemas.microsoft.com/office/drawing/2014/main" id="{4E1FCEEB-A4C3-7549-9A99-A9318756B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3" name="AutoShape 1502">
              <a:extLst>
                <a:ext uri="{FF2B5EF4-FFF2-40B4-BE49-F238E27FC236}">
                  <a16:creationId xmlns:a16="http://schemas.microsoft.com/office/drawing/2014/main" id="{68B29A8C-773B-3143-A7D4-684ADB732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4" name="Oval 1503">
              <a:extLst>
                <a:ext uri="{FF2B5EF4-FFF2-40B4-BE49-F238E27FC236}">
                  <a16:creationId xmlns:a16="http://schemas.microsoft.com/office/drawing/2014/main" id="{21F600AE-20C8-5A40-B662-970EBB397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5" name="Oval 1504">
              <a:extLst>
                <a:ext uri="{FF2B5EF4-FFF2-40B4-BE49-F238E27FC236}">
                  <a16:creationId xmlns:a16="http://schemas.microsoft.com/office/drawing/2014/main" id="{B0F6C7D5-4BBB-CC4D-9625-4CC7250C4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4516" name="Oval 1505">
              <a:extLst>
                <a:ext uri="{FF2B5EF4-FFF2-40B4-BE49-F238E27FC236}">
                  <a16:creationId xmlns:a16="http://schemas.microsoft.com/office/drawing/2014/main" id="{78496E2A-7116-E141-8E99-2C6DD1DA0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7" name="Rectangle 1506">
              <a:extLst>
                <a:ext uri="{FF2B5EF4-FFF2-40B4-BE49-F238E27FC236}">
                  <a16:creationId xmlns:a16="http://schemas.microsoft.com/office/drawing/2014/main" id="{42354430-AA6B-394C-A29B-72E392C4C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89" name="Group 1507">
            <a:extLst>
              <a:ext uri="{FF2B5EF4-FFF2-40B4-BE49-F238E27FC236}">
                <a16:creationId xmlns:a16="http://schemas.microsoft.com/office/drawing/2014/main" id="{5B550F5D-8955-2C4D-A896-04A05E3F2345}"/>
              </a:ext>
            </a:extLst>
          </p:cNvPr>
          <p:cNvGrpSpPr>
            <a:grpSpLocks/>
          </p:cNvGrpSpPr>
          <p:nvPr/>
        </p:nvGrpSpPr>
        <p:grpSpPr bwMode="auto">
          <a:xfrm>
            <a:off x="9193213" y="5292726"/>
            <a:ext cx="227012" cy="481013"/>
            <a:chOff x="4140" y="429"/>
            <a:chExt cx="1425" cy="2396"/>
          </a:xfrm>
        </p:grpSpPr>
        <p:sp>
          <p:nvSpPr>
            <p:cNvPr id="44462" name="Freeform 1508">
              <a:extLst>
                <a:ext uri="{FF2B5EF4-FFF2-40B4-BE49-F238E27FC236}">
                  <a16:creationId xmlns:a16="http://schemas.microsoft.com/office/drawing/2014/main" id="{3B557F47-6B61-694A-B858-F5304576E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8 w 354"/>
                <a:gd name="T3" fmla="*/ 16 h 2742"/>
                <a:gd name="T4" fmla="*/ 8 w 354"/>
                <a:gd name="T5" fmla="*/ 119 h 2742"/>
                <a:gd name="T6" fmla="*/ 0 w 354"/>
                <a:gd name="T7" fmla="*/ 124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3" name="Rectangle 1509">
              <a:extLst>
                <a:ext uri="{FF2B5EF4-FFF2-40B4-BE49-F238E27FC236}">
                  <a16:creationId xmlns:a16="http://schemas.microsoft.com/office/drawing/2014/main" id="{CC71DB38-BDAB-B849-9EC9-13617270C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64" name="Freeform 1510">
              <a:extLst>
                <a:ext uri="{FF2B5EF4-FFF2-40B4-BE49-F238E27FC236}">
                  <a16:creationId xmlns:a16="http://schemas.microsoft.com/office/drawing/2014/main" id="{543A058E-1CDF-6745-9F84-D6C8E485B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 w 211"/>
                <a:gd name="T3" fmla="*/ 11 h 2537"/>
                <a:gd name="T4" fmla="*/ 2 w 211"/>
                <a:gd name="T5" fmla="*/ 11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1511">
              <a:extLst>
                <a:ext uri="{FF2B5EF4-FFF2-40B4-BE49-F238E27FC236}">
                  <a16:creationId xmlns:a16="http://schemas.microsoft.com/office/drawing/2014/main" id="{472070D3-7AC6-2E42-BB43-DF2B98AA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7 h 226"/>
                <a:gd name="T4" fmla="*/ 7 w 328"/>
                <a:gd name="T5" fmla="*/ 11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Rectangle 1512">
              <a:extLst>
                <a:ext uri="{FF2B5EF4-FFF2-40B4-BE49-F238E27FC236}">
                  <a16:creationId xmlns:a16="http://schemas.microsoft.com/office/drawing/2014/main" id="{46EBA8D3-7F16-E74C-BEF4-BAFEA0F59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67" name="Group 1513">
              <a:extLst>
                <a:ext uri="{FF2B5EF4-FFF2-40B4-BE49-F238E27FC236}">
                  <a16:creationId xmlns:a16="http://schemas.microsoft.com/office/drawing/2014/main" id="{9238FD16-EDAC-4548-93BD-C975327F66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492" name="AutoShape 1514">
                <a:extLst>
                  <a:ext uri="{FF2B5EF4-FFF2-40B4-BE49-F238E27FC236}">
                    <a16:creationId xmlns:a16="http://schemas.microsoft.com/office/drawing/2014/main" id="{D2F208AE-D67A-FD40-981E-38288B3E5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93" name="AutoShape 1515">
                <a:extLst>
                  <a:ext uri="{FF2B5EF4-FFF2-40B4-BE49-F238E27FC236}">
                    <a16:creationId xmlns:a16="http://schemas.microsoft.com/office/drawing/2014/main" id="{0EA53CC5-95A3-304B-BC62-574911AD5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68" name="Rectangle 1516">
              <a:extLst>
                <a:ext uri="{FF2B5EF4-FFF2-40B4-BE49-F238E27FC236}">
                  <a16:creationId xmlns:a16="http://schemas.microsoft.com/office/drawing/2014/main" id="{9C139644-968F-394F-BD6F-16F7D1294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69" name="Group 1517">
              <a:extLst>
                <a:ext uri="{FF2B5EF4-FFF2-40B4-BE49-F238E27FC236}">
                  <a16:creationId xmlns:a16="http://schemas.microsoft.com/office/drawing/2014/main" id="{ACD4B1F6-8FC9-464D-A5A8-17796BEBF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490" name="AutoShape 1518">
                <a:extLst>
                  <a:ext uri="{FF2B5EF4-FFF2-40B4-BE49-F238E27FC236}">
                    <a16:creationId xmlns:a16="http://schemas.microsoft.com/office/drawing/2014/main" id="{1C35DB40-55FF-A349-AFF2-73FC82169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91" name="AutoShape 1519">
                <a:extLst>
                  <a:ext uri="{FF2B5EF4-FFF2-40B4-BE49-F238E27FC236}">
                    <a16:creationId xmlns:a16="http://schemas.microsoft.com/office/drawing/2014/main" id="{EF25274A-0DBD-624D-B3FF-16824577B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0" name="Rectangle 1520">
              <a:extLst>
                <a:ext uri="{FF2B5EF4-FFF2-40B4-BE49-F238E27FC236}">
                  <a16:creationId xmlns:a16="http://schemas.microsoft.com/office/drawing/2014/main" id="{03B7576C-69D9-024A-858D-D776D0EB2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1" name="Rectangle 1521">
              <a:extLst>
                <a:ext uri="{FF2B5EF4-FFF2-40B4-BE49-F238E27FC236}">
                  <a16:creationId xmlns:a16="http://schemas.microsoft.com/office/drawing/2014/main" id="{A6F11043-F1B3-CF44-90A5-44B566C44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72" name="Group 1522">
              <a:extLst>
                <a:ext uri="{FF2B5EF4-FFF2-40B4-BE49-F238E27FC236}">
                  <a16:creationId xmlns:a16="http://schemas.microsoft.com/office/drawing/2014/main" id="{7D2F4C3E-561B-6C42-95E8-ADF6E5E8DC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488" name="AutoShape 1523">
                <a:extLst>
                  <a:ext uri="{FF2B5EF4-FFF2-40B4-BE49-F238E27FC236}">
                    <a16:creationId xmlns:a16="http://schemas.microsoft.com/office/drawing/2014/main" id="{73BE929C-774F-FD4E-A23A-B79A0CFF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89" name="AutoShape 1524">
                <a:extLst>
                  <a:ext uri="{FF2B5EF4-FFF2-40B4-BE49-F238E27FC236}">
                    <a16:creationId xmlns:a16="http://schemas.microsoft.com/office/drawing/2014/main" id="{45BAC254-F441-D74B-A514-F948851C0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3" name="Freeform 1525">
              <a:extLst>
                <a:ext uri="{FF2B5EF4-FFF2-40B4-BE49-F238E27FC236}">
                  <a16:creationId xmlns:a16="http://schemas.microsoft.com/office/drawing/2014/main" id="{A1369362-BF27-CB4D-9857-9F092313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 w 328"/>
                <a:gd name="T3" fmla="*/ 6 h 226"/>
                <a:gd name="T4" fmla="*/ 7 w 328"/>
                <a:gd name="T5" fmla="*/ 10 h 226"/>
                <a:gd name="T6" fmla="*/ 0 w 328"/>
                <a:gd name="T7" fmla="*/ 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74" name="Group 1526">
              <a:extLst>
                <a:ext uri="{FF2B5EF4-FFF2-40B4-BE49-F238E27FC236}">
                  <a16:creationId xmlns:a16="http://schemas.microsoft.com/office/drawing/2014/main" id="{73AAE54D-00FA-8248-89B7-0F8F9A16AA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486" name="AutoShape 1527">
                <a:extLst>
                  <a:ext uri="{FF2B5EF4-FFF2-40B4-BE49-F238E27FC236}">
                    <a16:creationId xmlns:a16="http://schemas.microsoft.com/office/drawing/2014/main" id="{DA043B8C-91B9-144E-AA19-2CD1E220C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87" name="AutoShape 1528">
                <a:extLst>
                  <a:ext uri="{FF2B5EF4-FFF2-40B4-BE49-F238E27FC236}">
                    <a16:creationId xmlns:a16="http://schemas.microsoft.com/office/drawing/2014/main" id="{B42AD227-655B-6D40-9D86-9963D390B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5" name="Rectangle 1529">
              <a:extLst>
                <a:ext uri="{FF2B5EF4-FFF2-40B4-BE49-F238E27FC236}">
                  <a16:creationId xmlns:a16="http://schemas.microsoft.com/office/drawing/2014/main" id="{12DAEE65-3E3E-A547-B34A-7796F733F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6" name="Freeform 1530">
              <a:extLst>
                <a:ext uri="{FF2B5EF4-FFF2-40B4-BE49-F238E27FC236}">
                  <a16:creationId xmlns:a16="http://schemas.microsoft.com/office/drawing/2014/main" id="{D5B88E8D-C7CB-2446-9EB8-0836CCF51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 w 296"/>
                <a:gd name="T3" fmla="*/ 6 h 256"/>
                <a:gd name="T4" fmla="*/ 7 w 296"/>
                <a:gd name="T5" fmla="*/ 11 h 256"/>
                <a:gd name="T6" fmla="*/ 0 w 296"/>
                <a:gd name="T7" fmla="*/ 4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Freeform 1531">
              <a:extLst>
                <a:ext uri="{FF2B5EF4-FFF2-40B4-BE49-F238E27FC236}">
                  <a16:creationId xmlns:a16="http://schemas.microsoft.com/office/drawing/2014/main" id="{4FAF0B2B-8D40-E64F-9BDE-618E4768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7 w 304"/>
                <a:gd name="T3" fmla="*/ 8 h 288"/>
                <a:gd name="T4" fmla="*/ 6 w 304"/>
                <a:gd name="T5" fmla="*/ 13 h 288"/>
                <a:gd name="T6" fmla="*/ 2 w 304"/>
                <a:gd name="T7" fmla="*/ 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Oval 1532">
              <a:extLst>
                <a:ext uri="{FF2B5EF4-FFF2-40B4-BE49-F238E27FC236}">
                  <a16:creationId xmlns:a16="http://schemas.microsoft.com/office/drawing/2014/main" id="{8B89BA5E-6F85-A74E-A5FF-4E71649DA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9" name="Freeform 1533">
              <a:extLst>
                <a:ext uri="{FF2B5EF4-FFF2-40B4-BE49-F238E27FC236}">
                  <a16:creationId xmlns:a16="http://schemas.microsoft.com/office/drawing/2014/main" id="{EAABFDCB-A3E9-2F48-926D-95DCB764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6 h 240"/>
                <a:gd name="T2" fmla="*/ 2 w 306"/>
                <a:gd name="T3" fmla="*/ 11 h 240"/>
                <a:gd name="T4" fmla="*/ 7 w 306"/>
                <a:gd name="T5" fmla="*/ 6 h 240"/>
                <a:gd name="T6" fmla="*/ 7 w 306"/>
                <a:gd name="T7" fmla="*/ 0 h 240"/>
                <a:gd name="T8" fmla="*/ 0 w 306"/>
                <a:gd name="T9" fmla="*/ 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AutoShape 1534">
              <a:extLst>
                <a:ext uri="{FF2B5EF4-FFF2-40B4-BE49-F238E27FC236}">
                  <a16:creationId xmlns:a16="http://schemas.microsoft.com/office/drawing/2014/main" id="{703F2046-FB62-2A4F-BF2E-BFBD5C23A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1" name="AutoShape 1535">
              <a:extLst>
                <a:ext uri="{FF2B5EF4-FFF2-40B4-BE49-F238E27FC236}">
                  <a16:creationId xmlns:a16="http://schemas.microsoft.com/office/drawing/2014/main" id="{E4849516-6AAD-9C4E-8759-BAEC74695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2" name="Oval 1536">
              <a:extLst>
                <a:ext uri="{FF2B5EF4-FFF2-40B4-BE49-F238E27FC236}">
                  <a16:creationId xmlns:a16="http://schemas.microsoft.com/office/drawing/2014/main" id="{6968E289-B301-5E49-9ED3-7DAB7A74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3" name="Oval 1537">
              <a:extLst>
                <a:ext uri="{FF2B5EF4-FFF2-40B4-BE49-F238E27FC236}">
                  <a16:creationId xmlns:a16="http://schemas.microsoft.com/office/drawing/2014/main" id="{595EDC63-3410-364D-A030-A0AA02D18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4484" name="Oval 1538">
              <a:extLst>
                <a:ext uri="{FF2B5EF4-FFF2-40B4-BE49-F238E27FC236}">
                  <a16:creationId xmlns:a16="http://schemas.microsoft.com/office/drawing/2014/main" id="{A9D536C1-3DEC-7B44-AD9D-CBEA06220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5" name="Rectangle 1539">
              <a:extLst>
                <a:ext uri="{FF2B5EF4-FFF2-40B4-BE49-F238E27FC236}">
                  <a16:creationId xmlns:a16="http://schemas.microsoft.com/office/drawing/2014/main" id="{896DC398-FDDE-1C4D-9667-67495A66C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90" name="Group 1540">
            <a:extLst>
              <a:ext uri="{FF2B5EF4-FFF2-40B4-BE49-F238E27FC236}">
                <a16:creationId xmlns:a16="http://schemas.microsoft.com/office/drawing/2014/main" id="{C92B1DA9-883F-1A40-A03B-96EA63F13441}"/>
              </a:ext>
            </a:extLst>
          </p:cNvPr>
          <p:cNvGrpSpPr>
            <a:grpSpLocks/>
          </p:cNvGrpSpPr>
          <p:nvPr/>
        </p:nvGrpSpPr>
        <p:grpSpPr bwMode="auto">
          <a:xfrm>
            <a:off x="6570664" y="2032000"/>
            <a:ext cx="534987" cy="407988"/>
            <a:chOff x="877" y="1008"/>
            <a:chExt cx="2747" cy="2591"/>
          </a:xfrm>
        </p:grpSpPr>
        <p:pic>
          <p:nvPicPr>
            <p:cNvPr id="44439" name="Picture 1541" descr="antenna_stylized">
              <a:extLst>
                <a:ext uri="{FF2B5EF4-FFF2-40B4-BE49-F238E27FC236}">
                  <a16:creationId xmlns:a16="http://schemas.microsoft.com/office/drawing/2014/main" id="{57E73B84-A1D0-744B-B359-A198A7C0BC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40" name="Picture 1542" descr="laptop_keyboard">
              <a:extLst>
                <a:ext uri="{FF2B5EF4-FFF2-40B4-BE49-F238E27FC236}">
                  <a16:creationId xmlns:a16="http://schemas.microsoft.com/office/drawing/2014/main" id="{05B68855-6A1A-744E-AC40-49E06D94A3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1" name="Freeform 1543">
              <a:extLst>
                <a:ext uri="{FF2B5EF4-FFF2-40B4-BE49-F238E27FC236}">
                  <a16:creationId xmlns:a16="http://schemas.microsoft.com/office/drawing/2014/main" id="{88DB1537-CBF7-9F4E-B458-D8C18419D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442" name="Picture 1544" descr="screen">
              <a:extLst>
                <a:ext uri="{FF2B5EF4-FFF2-40B4-BE49-F238E27FC236}">
                  <a16:creationId xmlns:a16="http://schemas.microsoft.com/office/drawing/2014/main" id="{700E686A-D75F-3E41-A430-0C1CDB2BC2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3" name="Freeform 1545">
              <a:extLst>
                <a:ext uri="{FF2B5EF4-FFF2-40B4-BE49-F238E27FC236}">
                  <a16:creationId xmlns:a16="http://schemas.microsoft.com/office/drawing/2014/main" id="{E00CE9C6-7F40-B849-8866-D8680475D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Freeform 1546">
              <a:extLst>
                <a:ext uri="{FF2B5EF4-FFF2-40B4-BE49-F238E27FC236}">
                  <a16:creationId xmlns:a16="http://schemas.microsoft.com/office/drawing/2014/main" id="{B67EA35D-67F4-2D43-9EAA-EEE383F5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5" name="Freeform 1547">
              <a:extLst>
                <a:ext uri="{FF2B5EF4-FFF2-40B4-BE49-F238E27FC236}">
                  <a16:creationId xmlns:a16="http://schemas.microsoft.com/office/drawing/2014/main" id="{2CAF1BE6-D738-A943-A6B7-E17C43C43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6" name="Freeform 1548">
              <a:extLst>
                <a:ext uri="{FF2B5EF4-FFF2-40B4-BE49-F238E27FC236}">
                  <a16:creationId xmlns:a16="http://schemas.microsoft.com/office/drawing/2014/main" id="{0FF25DA8-4CA6-624D-88E3-AEBE09785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1549">
              <a:extLst>
                <a:ext uri="{FF2B5EF4-FFF2-40B4-BE49-F238E27FC236}">
                  <a16:creationId xmlns:a16="http://schemas.microsoft.com/office/drawing/2014/main" id="{89218FC6-0429-3E4F-A94F-2A916B8BB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Freeform 1550">
              <a:extLst>
                <a:ext uri="{FF2B5EF4-FFF2-40B4-BE49-F238E27FC236}">
                  <a16:creationId xmlns:a16="http://schemas.microsoft.com/office/drawing/2014/main" id="{4C6A57EB-5D04-5043-A180-BA142DEC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49" name="Group 1551">
              <a:extLst>
                <a:ext uri="{FF2B5EF4-FFF2-40B4-BE49-F238E27FC236}">
                  <a16:creationId xmlns:a16="http://schemas.microsoft.com/office/drawing/2014/main" id="{1A2DE37E-AD25-814F-A8A8-337C49E018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56" name="Freeform 1552">
                <a:extLst>
                  <a:ext uri="{FF2B5EF4-FFF2-40B4-BE49-F238E27FC236}">
                    <a16:creationId xmlns:a16="http://schemas.microsoft.com/office/drawing/2014/main" id="{EF9E2403-2A31-AC4C-9A99-5C8836FA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1553">
                <a:extLst>
                  <a:ext uri="{FF2B5EF4-FFF2-40B4-BE49-F238E27FC236}">
                    <a16:creationId xmlns:a16="http://schemas.microsoft.com/office/drawing/2014/main" id="{446DA5B0-553D-5C48-B6BF-8E3238088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1554">
                <a:extLst>
                  <a:ext uri="{FF2B5EF4-FFF2-40B4-BE49-F238E27FC236}">
                    <a16:creationId xmlns:a16="http://schemas.microsoft.com/office/drawing/2014/main" id="{0D3CF7A7-F452-ED47-BA4E-9DEE7E1BF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1555">
                <a:extLst>
                  <a:ext uri="{FF2B5EF4-FFF2-40B4-BE49-F238E27FC236}">
                    <a16:creationId xmlns:a16="http://schemas.microsoft.com/office/drawing/2014/main" id="{B9B1A78E-BBF6-B446-84F9-DF933CD4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1556">
                <a:extLst>
                  <a:ext uri="{FF2B5EF4-FFF2-40B4-BE49-F238E27FC236}">
                    <a16:creationId xmlns:a16="http://schemas.microsoft.com/office/drawing/2014/main" id="{A3617509-BAD7-4E4C-A7D9-B9ACF432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1557">
                <a:extLst>
                  <a:ext uri="{FF2B5EF4-FFF2-40B4-BE49-F238E27FC236}">
                    <a16:creationId xmlns:a16="http://schemas.microsoft.com/office/drawing/2014/main" id="{60B3436C-FA52-7446-B624-B06DE32E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50" name="Freeform 1558">
              <a:extLst>
                <a:ext uri="{FF2B5EF4-FFF2-40B4-BE49-F238E27FC236}">
                  <a16:creationId xmlns:a16="http://schemas.microsoft.com/office/drawing/2014/main" id="{E6E4B131-C278-5A4E-B350-DB5995B1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1" name="Freeform 1559">
              <a:extLst>
                <a:ext uri="{FF2B5EF4-FFF2-40B4-BE49-F238E27FC236}">
                  <a16:creationId xmlns:a16="http://schemas.microsoft.com/office/drawing/2014/main" id="{984E245A-DA54-6D48-8637-84108A7F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Freeform 1560">
              <a:extLst>
                <a:ext uri="{FF2B5EF4-FFF2-40B4-BE49-F238E27FC236}">
                  <a16:creationId xmlns:a16="http://schemas.microsoft.com/office/drawing/2014/main" id="{FD344E7F-ED9D-4443-8CAC-19181E64C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3" name="Freeform 1561">
              <a:extLst>
                <a:ext uri="{FF2B5EF4-FFF2-40B4-BE49-F238E27FC236}">
                  <a16:creationId xmlns:a16="http://schemas.microsoft.com/office/drawing/2014/main" id="{BDCE14EE-45D6-0A4F-8AFB-629101ABA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4" name="Freeform 1562">
              <a:extLst>
                <a:ext uri="{FF2B5EF4-FFF2-40B4-BE49-F238E27FC236}">
                  <a16:creationId xmlns:a16="http://schemas.microsoft.com/office/drawing/2014/main" id="{BD446E78-B121-0343-9B64-EBAEE519B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5" name="Freeform 1563">
              <a:extLst>
                <a:ext uri="{FF2B5EF4-FFF2-40B4-BE49-F238E27FC236}">
                  <a16:creationId xmlns:a16="http://schemas.microsoft.com/office/drawing/2014/main" id="{26938E6F-0733-664B-AF24-531E9066486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1" name="Group 1564">
            <a:extLst>
              <a:ext uri="{FF2B5EF4-FFF2-40B4-BE49-F238E27FC236}">
                <a16:creationId xmlns:a16="http://schemas.microsoft.com/office/drawing/2014/main" id="{E85161D0-8CBF-054E-8E42-6451ABB2557B}"/>
              </a:ext>
            </a:extLst>
          </p:cNvPr>
          <p:cNvGrpSpPr>
            <a:grpSpLocks/>
          </p:cNvGrpSpPr>
          <p:nvPr/>
        </p:nvGrpSpPr>
        <p:grpSpPr bwMode="auto">
          <a:xfrm>
            <a:off x="8140701" y="5475289"/>
            <a:ext cx="474663" cy="407987"/>
            <a:chOff x="877" y="1008"/>
            <a:chExt cx="2747" cy="2591"/>
          </a:xfrm>
        </p:grpSpPr>
        <p:pic>
          <p:nvPicPr>
            <p:cNvPr id="44416" name="Picture 1565" descr="antenna_stylized">
              <a:extLst>
                <a:ext uri="{FF2B5EF4-FFF2-40B4-BE49-F238E27FC236}">
                  <a16:creationId xmlns:a16="http://schemas.microsoft.com/office/drawing/2014/main" id="{23CB6858-D3A7-9D4B-AEB4-D3053F3C4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17" name="Picture 1566" descr="laptop_keyboard">
              <a:extLst>
                <a:ext uri="{FF2B5EF4-FFF2-40B4-BE49-F238E27FC236}">
                  <a16:creationId xmlns:a16="http://schemas.microsoft.com/office/drawing/2014/main" id="{70799A94-9363-0D4F-81E1-7CD002ABB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18" name="Freeform 1567">
              <a:extLst>
                <a:ext uri="{FF2B5EF4-FFF2-40B4-BE49-F238E27FC236}">
                  <a16:creationId xmlns:a16="http://schemas.microsoft.com/office/drawing/2014/main" id="{44D8476E-75DB-884A-AECB-ACBC9BC17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419" name="Picture 1568" descr="screen">
              <a:extLst>
                <a:ext uri="{FF2B5EF4-FFF2-40B4-BE49-F238E27FC236}">
                  <a16:creationId xmlns:a16="http://schemas.microsoft.com/office/drawing/2014/main" id="{B090BFFC-F777-4044-B796-6125183E6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20" name="Freeform 1569">
              <a:extLst>
                <a:ext uri="{FF2B5EF4-FFF2-40B4-BE49-F238E27FC236}">
                  <a16:creationId xmlns:a16="http://schemas.microsoft.com/office/drawing/2014/main" id="{2335BA9B-8420-2642-B6B9-7C58FC72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1570">
              <a:extLst>
                <a:ext uri="{FF2B5EF4-FFF2-40B4-BE49-F238E27FC236}">
                  <a16:creationId xmlns:a16="http://schemas.microsoft.com/office/drawing/2014/main" id="{DAB83624-D19E-2F4C-A63B-628218BF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1571">
              <a:extLst>
                <a:ext uri="{FF2B5EF4-FFF2-40B4-BE49-F238E27FC236}">
                  <a16:creationId xmlns:a16="http://schemas.microsoft.com/office/drawing/2014/main" id="{B8D22F9C-5036-AD43-8B4B-E966C648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1572">
              <a:extLst>
                <a:ext uri="{FF2B5EF4-FFF2-40B4-BE49-F238E27FC236}">
                  <a16:creationId xmlns:a16="http://schemas.microsoft.com/office/drawing/2014/main" id="{F382DB44-9D51-D045-A6CD-036EED1DF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1573">
              <a:extLst>
                <a:ext uri="{FF2B5EF4-FFF2-40B4-BE49-F238E27FC236}">
                  <a16:creationId xmlns:a16="http://schemas.microsoft.com/office/drawing/2014/main" id="{7C46BAFF-A416-9547-82B9-401A24D2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1574">
              <a:extLst>
                <a:ext uri="{FF2B5EF4-FFF2-40B4-BE49-F238E27FC236}">
                  <a16:creationId xmlns:a16="http://schemas.microsoft.com/office/drawing/2014/main" id="{94865A7F-DBC5-114F-8864-7AF46521F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26" name="Group 1575">
              <a:extLst>
                <a:ext uri="{FF2B5EF4-FFF2-40B4-BE49-F238E27FC236}">
                  <a16:creationId xmlns:a16="http://schemas.microsoft.com/office/drawing/2014/main" id="{C04A33C8-9200-D344-8E58-8C778EBBA9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33" name="Freeform 1576">
                <a:extLst>
                  <a:ext uri="{FF2B5EF4-FFF2-40B4-BE49-F238E27FC236}">
                    <a16:creationId xmlns:a16="http://schemas.microsoft.com/office/drawing/2014/main" id="{6CFAA08A-7731-AB45-831E-8E7A2A67E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1577">
                <a:extLst>
                  <a:ext uri="{FF2B5EF4-FFF2-40B4-BE49-F238E27FC236}">
                    <a16:creationId xmlns:a16="http://schemas.microsoft.com/office/drawing/2014/main" id="{39AADDA7-E3F0-A840-A0B3-EFF33F06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1578">
                <a:extLst>
                  <a:ext uri="{FF2B5EF4-FFF2-40B4-BE49-F238E27FC236}">
                    <a16:creationId xmlns:a16="http://schemas.microsoft.com/office/drawing/2014/main" id="{2642A6A0-9D51-CE47-A0A1-2C465899C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1579">
                <a:extLst>
                  <a:ext uri="{FF2B5EF4-FFF2-40B4-BE49-F238E27FC236}">
                    <a16:creationId xmlns:a16="http://schemas.microsoft.com/office/drawing/2014/main" id="{E621AC19-5009-E140-917C-E1359055E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580">
                <a:extLst>
                  <a:ext uri="{FF2B5EF4-FFF2-40B4-BE49-F238E27FC236}">
                    <a16:creationId xmlns:a16="http://schemas.microsoft.com/office/drawing/2014/main" id="{60A17CB7-1063-C147-9BE3-FF2C6301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1581">
                <a:extLst>
                  <a:ext uri="{FF2B5EF4-FFF2-40B4-BE49-F238E27FC236}">
                    <a16:creationId xmlns:a16="http://schemas.microsoft.com/office/drawing/2014/main" id="{5B86AF47-28CD-8C45-809D-51657B791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27" name="Freeform 1582">
              <a:extLst>
                <a:ext uri="{FF2B5EF4-FFF2-40B4-BE49-F238E27FC236}">
                  <a16:creationId xmlns:a16="http://schemas.microsoft.com/office/drawing/2014/main" id="{15ADA9B8-30CA-CC4F-9C4D-85C2BB2FE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1583">
              <a:extLst>
                <a:ext uri="{FF2B5EF4-FFF2-40B4-BE49-F238E27FC236}">
                  <a16:creationId xmlns:a16="http://schemas.microsoft.com/office/drawing/2014/main" id="{A5F33C7D-5A40-4F42-A9F5-5B0777398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1584">
              <a:extLst>
                <a:ext uri="{FF2B5EF4-FFF2-40B4-BE49-F238E27FC236}">
                  <a16:creationId xmlns:a16="http://schemas.microsoft.com/office/drawing/2014/main" id="{1FD49238-A4D0-C745-953C-310BC3E5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1585">
              <a:extLst>
                <a:ext uri="{FF2B5EF4-FFF2-40B4-BE49-F238E27FC236}">
                  <a16:creationId xmlns:a16="http://schemas.microsoft.com/office/drawing/2014/main" id="{AC0F74BC-9B7F-4E4D-8428-4228B48D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1586">
              <a:extLst>
                <a:ext uri="{FF2B5EF4-FFF2-40B4-BE49-F238E27FC236}">
                  <a16:creationId xmlns:a16="http://schemas.microsoft.com/office/drawing/2014/main" id="{657B0FF0-D895-224C-A773-FEB5C44D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1587">
              <a:extLst>
                <a:ext uri="{FF2B5EF4-FFF2-40B4-BE49-F238E27FC236}">
                  <a16:creationId xmlns:a16="http://schemas.microsoft.com/office/drawing/2014/main" id="{5921BADF-9AD6-324E-A576-E7F78A51065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2" name="Group 1588">
            <a:extLst>
              <a:ext uri="{FF2B5EF4-FFF2-40B4-BE49-F238E27FC236}">
                <a16:creationId xmlns:a16="http://schemas.microsoft.com/office/drawing/2014/main" id="{28095C5E-612A-2E40-86E0-3EA21D13501C}"/>
              </a:ext>
            </a:extLst>
          </p:cNvPr>
          <p:cNvGrpSpPr>
            <a:grpSpLocks/>
          </p:cNvGrpSpPr>
          <p:nvPr/>
        </p:nvGrpSpPr>
        <p:grpSpPr bwMode="auto">
          <a:xfrm>
            <a:off x="6829425" y="3030539"/>
            <a:ext cx="444500" cy="407987"/>
            <a:chOff x="877" y="1008"/>
            <a:chExt cx="2747" cy="2591"/>
          </a:xfrm>
        </p:grpSpPr>
        <p:pic>
          <p:nvPicPr>
            <p:cNvPr id="44393" name="Picture 1589" descr="antenna_stylized">
              <a:extLst>
                <a:ext uri="{FF2B5EF4-FFF2-40B4-BE49-F238E27FC236}">
                  <a16:creationId xmlns:a16="http://schemas.microsoft.com/office/drawing/2014/main" id="{DE9FA077-0FD1-B84E-9F84-56C20C578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94" name="Picture 1590" descr="laptop_keyboard">
              <a:extLst>
                <a:ext uri="{FF2B5EF4-FFF2-40B4-BE49-F238E27FC236}">
                  <a16:creationId xmlns:a16="http://schemas.microsoft.com/office/drawing/2014/main" id="{2AB4C3F3-48E2-3849-B807-4D691CCC60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5" name="Freeform 1591">
              <a:extLst>
                <a:ext uri="{FF2B5EF4-FFF2-40B4-BE49-F238E27FC236}">
                  <a16:creationId xmlns:a16="http://schemas.microsoft.com/office/drawing/2014/main" id="{4B089841-507E-354D-A417-FB2EF77B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396" name="Picture 1592" descr="screen">
              <a:extLst>
                <a:ext uri="{FF2B5EF4-FFF2-40B4-BE49-F238E27FC236}">
                  <a16:creationId xmlns:a16="http://schemas.microsoft.com/office/drawing/2014/main" id="{F9BD7076-77E9-3649-B8CC-9C2414B93B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7" name="Freeform 1593">
              <a:extLst>
                <a:ext uri="{FF2B5EF4-FFF2-40B4-BE49-F238E27FC236}">
                  <a16:creationId xmlns:a16="http://schemas.microsoft.com/office/drawing/2014/main" id="{46A15450-3D42-724A-8F4A-686596F6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1594">
              <a:extLst>
                <a:ext uri="{FF2B5EF4-FFF2-40B4-BE49-F238E27FC236}">
                  <a16:creationId xmlns:a16="http://schemas.microsoft.com/office/drawing/2014/main" id="{D84DD6DF-CEE1-8347-8664-A348ED04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1595">
              <a:extLst>
                <a:ext uri="{FF2B5EF4-FFF2-40B4-BE49-F238E27FC236}">
                  <a16:creationId xmlns:a16="http://schemas.microsoft.com/office/drawing/2014/main" id="{2768D92D-40CB-844F-B4D0-40303EBB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1596">
              <a:extLst>
                <a:ext uri="{FF2B5EF4-FFF2-40B4-BE49-F238E27FC236}">
                  <a16:creationId xmlns:a16="http://schemas.microsoft.com/office/drawing/2014/main" id="{499E35EB-BEC9-8C40-876C-3B4E41A8E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1597">
              <a:extLst>
                <a:ext uri="{FF2B5EF4-FFF2-40B4-BE49-F238E27FC236}">
                  <a16:creationId xmlns:a16="http://schemas.microsoft.com/office/drawing/2014/main" id="{2A7F1B7B-7B1D-BC42-B2D8-AB3769D6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1598">
              <a:extLst>
                <a:ext uri="{FF2B5EF4-FFF2-40B4-BE49-F238E27FC236}">
                  <a16:creationId xmlns:a16="http://schemas.microsoft.com/office/drawing/2014/main" id="{5AF99D78-D6BE-0C48-BB15-56FF12DF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03" name="Group 1599">
              <a:extLst>
                <a:ext uri="{FF2B5EF4-FFF2-40B4-BE49-F238E27FC236}">
                  <a16:creationId xmlns:a16="http://schemas.microsoft.com/office/drawing/2014/main" id="{9D2304F4-3566-3846-8D82-A4B4304E74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10" name="Freeform 1600">
                <a:extLst>
                  <a:ext uri="{FF2B5EF4-FFF2-40B4-BE49-F238E27FC236}">
                    <a16:creationId xmlns:a16="http://schemas.microsoft.com/office/drawing/2014/main" id="{9B1EB034-51C6-C745-AA43-65A40E593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601">
                <a:extLst>
                  <a:ext uri="{FF2B5EF4-FFF2-40B4-BE49-F238E27FC236}">
                    <a16:creationId xmlns:a16="http://schemas.microsoft.com/office/drawing/2014/main" id="{7CF09AB4-B49B-E84D-8A2B-B4F6015FD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602">
                <a:extLst>
                  <a:ext uri="{FF2B5EF4-FFF2-40B4-BE49-F238E27FC236}">
                    <a16:creationId xmlns:a16="http://schemas.microsoft.com/office/drawing/2014/main" id="{723E27C2-90D7-2A46-8C8B-58BFE78A7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603">
                <a:extLst>
                  <a:ext uri="{FF2B5EF4-FFF2-40B4-BE49-F238E27FC236}">
                    <a16:creationId xmlns:a16="http://schemas.microsoft.com/office/drawing/2014/main" id="{3B1A2F3E-50CB-CA4D-A6AE-5726FE71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604">
                <a:extLst>
                  <a:ext uri="{FF2B5EF4-FFF2-40B4-BE49-F238E27FC236}">
                    <a16:creationId xmlns:a16="http://schemas.microsoft.com/office/drawing/2014/main" id="{D162C6FD-7552-9A4F-8BFB-BD109B15E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605">
                <a:extLst>
                  <a:ext uri="{FF2B5EF4-FFF2-40B4-BE49-F238E27FC236}">
                    <a16:creationId xmlns:a16="http://schemas.microsoft.com/office/drawing/2014/main" id="{0A596507-F82B-044B-A303-80BCAD5C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04" name="Freeform 1606">
              <a:extLst>
                <a:ext uri="{FF2B5EF4-FFF2-40B4-BE49-F238E27FC236}">
                  <a16:creationId xmlns:a16="http://schemas.microsoft.com/office/drawing/2014/main" id="{41FFF29B-6799-0B48-A8B3-61E25678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1607">
              <a:extLst>
                <a:ext uri="{FF2B5EF4-FFF2-40B4-BE49-F238E27FC236}">
                  <a16:creationId xmlns:a16="http://schemas.microsoft.com/office/drawing/2014/main" id="{1BCDDB13-5A0E-5D40-8A4A-E81463B7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1608">
              <a:extLst>
                <a:ext uri="{FF2B5EF4-FFF2-40B4-BE49-F238E27FC236}">
                  <a16:creationId xmlns:a16="http://schemas.microsoft.com/office/drawing/2014/main" id="{CD743C63-F2CC-F64B-9E9B-1607BECE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1609">
              <a:extLst>
                <a:ext uri="{FF2B5EF4-FFF2-40B4-BE49-F238E27FC236}">
                  <a16:creationId xmlns:a16="http://schemas.microsoft.com/office/drawing/2014/main" id="{601CBD06-F585-0243-B5E2-D184F4E6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1610">
              <a:extLst>
                <a:ext uri="{FF2B5EF4-FFF2-40B4-BE49-F238E27FC236}">
                  <a16:creationId xmlns:a16="http://schemas.microsoft.com/office/drawing/2014/main" id="{54DED1C7-7316-024F-AFA8-227B0F973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Freeform 1611">
              <a:extLst>
                <a:ext uri="{FF2B5EF4-FFF2-40B4-BE49-F238E27FC236}">
                  <a16:creationId xmlns:a16="http://schemas.microsoft.com/office/drawing/2014/main" id="{0F22FDC1-01BB-2F4D-BBAB-9FD00361C2D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3" name="Group 1612">
            <a:extLst>
              <a:ext uri="{FF2B5EF4-FFF2-40B4-BE49-F238E27FC236}">
                <a16:creationId xmlns:a16="http://schemas.microsoft.com/office/drawing/2014/main" id="{FA41A50E-7E21-A648-B099-0C345E5AFF6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08839" y="3211513"/>
            <a:ext cx="414337" cy="373062"/>
            <a:chOff x="2839" y="3501"/>
            <a:chExt cx="755" cy="803"/>
          </a:xfrm>
        </p:grpSpPr>
        <p:pic>
          <p:nvPicPr>
            <p:cNvPr id="44391" name="Picture 1613" descr="desktop_computer_stylized_medium">
              <a:extLst>
                <a:ext uri="{FF2B5EF4-FFF2-40B4-BE49-F238E27FC236}">
                  <a16:creationId xmlns:a16="http://schemas.microsoft.com/office/drawing/2014/main" id="{162CA7C7-DA24-F042-B5BD-14B2C28A1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2" name="Freeform 1614">
              <a:extLst>
                <a:ext uri="{FF2B5EF4-FFF2-40B4-BE49-F238E27FC236}">
                  <a16:creationId xmlns:a16="http://schemas.microsoft.com/office/drawing/2014/main" id="{D17260C9-68E6-E343-AEAF-3D4D43E2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94" name="Group 1615">
            <a:extLst>
              <a:ext uri="{FF2B5EF4-FFF2-40B4-BE49-F238E27FC236}">
                <a16:creationId xmlns:a16="http://schemas.microsoft.com/office/drawing/2014/main" id="{5B2ADABD-0D32-0342-967E-4860D6B27666}"/>
              </a:ext>
            </a:extLst>
          </p:cNvPr>
          <p:cNvGrpSpPr>
            <a:grpSpLocks/>
          </p:cNvGrpSpPr>
          <p:nvPr/>
        </p:nvGrpSpPr>
        <p:grpSpPr bwMode="auto">
          <a:xfrm>
            <a:off x="8575676" y="5411789"/>
            <a:ext cx="474663" cy="407987"/>
            <a:chOff x="877" y="1008"/>
            <a:chExt cx="2747" cy="2591"/>
          </a:xfrm>
        </p:grpSpPr>
        <p:pic>
          <p:nvPicPr>
            <p:cNvPr id="44368" name="Picture 1616" descr="antenna_stylized">
              <a:extLst>
                <a:ext uri="{FF2B5EF4-FFF2-40B4-BE49-F238E27FC236}">
                  <a16:creationId xmlns:a16="http://schemas.microsoft.com/office/drawing/2014/main" id="{01B4967B-602A-AB49-AC6B-333485A4C5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69" name="Picture 1617" descr="laptop_keyboard">
              <a:extLst>
                <a:ext uri="{FF2B5EF4-FFF2-40B4-BE49-F238E27FC236}">
                  <a16:creationId xmlns:a16="http://schemas.microsoft.com/office/drawing/2014/main" id="{409E2939-A5B5-8B41-B175-E9B710C0E4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0" name="Freeform 1618">
              <a:extLst>
                <a:ext uri="{FF2B5EF4-FFF2-40B4-BE49-F238E27FC236}">
                  <a16:creationId xmlns:a16="http://schemas.microsoft.com/office/drawing/2014/main" id="{C04E8C60-C364-314D-8E3D-D4C1F064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371" name="Picture 1619" descr="screen">
              <a:extLst>
                <a:ext uri="{FF2B5EF4-FFF2-40B4-BE49-F238E27FC236}">
                  <a16:creationId xmlns:a16="http://schemas.microsoft.com/office/drawing/2014/main" id="{F6D3AF23-E204-A746-B350-8310FE775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2" name="Freeform 1620">
              <a:extLst>
                <a:ext uri="{FF2B5EF4-FFF2-40B4-BE49-F238E27FC236}">
                  <a16:creationId xmlns:a16="http://schemas.microsoft.com/office/drawing/2014/main" id="{FBC094F1-AD7C-8B4F-8AC1-566CD120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1621">
              <a:extLst>
                <a:ext uri="{FF2B5EF4-FFF2-40B4-BE49-F238E27FC236}">
                  <a16:creationId xmlns:a16="http://schemas.microsoft.com/office/drawing/2014/main" id="{E8E53128-DFE9-C24B-9858-ED8333725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1622">
              <a:extLst>
                <a:ext uri="{FF2B5EF4-FFF2-40B4-BE49-F238E27FC236}">
                  <a16:creationId xmlns:a16="http://schemas.microsoft.com/office/drawing/2014/main" id="{1691CD8F-F1BA-1744-BB45-A1EB9A0C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1623">
              <a:extLst>
                <a:ext uri="{FF2B5EF4-FFF2-40B4-BE49-F238E27FC236}">
                  <a16:creationId xmlns:a16="http://schemas.microsoft.com/office/drawing/2014/main" id="{8781498A-37B9-C642-8F56-44C2B91F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1624">
              <a:extLst>
                <a:ext uri="{FF2B5EF4-FFF2-40B4-BE49-F238E27FC236}">
                  <a16:creationId xmlns:a16="http://schemas.microsoft.com/office/drawing/2014/main" id="{F03FBD89-0912-5F43-B933-1C47552E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6 h 1659"/>
                <a:gd name="T6" fmla="*/ 0 w 637"/>
                <a:gd name="T7" fmla="*/ 6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1625">
              <a:extLst>
                <a:ext uri="{FF2B5EF4-FFF2-40B4-BE49-F238E27FC236}">
                  <a16:creationId xmlns:a16="http://schemas.microsoft.com/office/drawing/2014/main" id="{24A46EE6-9A85-8E44-B9ED-C7E8FE2A6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3 w 2216"/>
                <a:gd name="T5" fmla="*/ 2 h 550"/>
                <a:gd name="T6" fmla="*/ 3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78" name="Group 1626">
              <a:extLst>
                <a:ext uri="{FF2B5EF4-FFF2-40B4-BE49-F238E27FC236}">
                  <a16:creationId xmlns:a16="http://schemas.microsoft.com/office/drawing/2014/main" id="{C4E78C3D-24EB-FB4C-B412-F2430224E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385" name="Freeform 1627">
                <a:extLst>
                  <a:ext uri="{FF2B5EF4-FFF2-40B4-BE49-F238E27FC236}">
                    <a16:creationId xmlns:a16="http://schemas.microsoft.com/office/drawing/2014/main" id="{0B020F50-B4C6-FF4F-98DC-F5B9CE2CB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1628">
                <a:extLst>
                  <a:ext uri="{FF2B5EF4-FFF2-40B4-BE49-F238E27FC236}">
                    <a16:creationId xmlns:a16="http://schemas.microsoft.com/office/drawing/2014/main" id="{D7C6AF75-9270-2B43-886E-8F5483683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1629">
                <a:extLst>
                  <a:ext uri="{FF2B5EF4-FFF2-40B4-BE49-F238E27FC236}">
                    <a16:creationId xmlns:a16="http://schemas.microsoft.com/office/drawing/2014/main" id="{CACD79E5-D710-A646-AB97-8C2B4150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1630">
                <a:extLst>
                  <a:ext uri="{FF2B5EF4-FFF2-40B4-BE49-F238E27FC236}">
                    <a16:creationId xmlns:a16="http://schemas.microsoft.com/office/drawing/2014/main" id="{D3B6B237-7A50-034B-B2F8-A629778A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1631">
                <a:extLst>
                  <a:ext uri="{FF2B5EF4-FFF2-40B4-BE49-F238E27FC236}">
                    <a16:creationId xmlns:a16="http://schemas.microsoft.com/office/drawing/2014/main" id="{9A426316-D520-E044-9696-93DF0D62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1632">
                <a:extLst>
                  <a:ext uri="{FF2B5EF4-FFF2-40B4-BE49-F238E27FC236}">
                    <a16:creationId xmlns:a16="http://schemas.microsoft.com/office/drawing/2014/main" id="{427A2D36-2248-8648-B6CC-8A5649B8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379" name="Freeform 1633">
              <a:extLst>
                <a:ext uri="{FF2B5EF4-FFF2-40B4-BE49-F238E27FC236}">
                  <a16:creationId xmlns:a16="http://schemas.microsoft.com/office/drawing/2014/main" id="{76799B63-0D11-A043-B4F3-927ECB60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1634">
              <a:extLst>
                <a:ext uri="{FF2B5EF4-FFF2-40B4-BE49-F238E27FC236}">
                  <a16:creationId xmlns:a16="http://schemas.microsoft.com/office/drawing/2014/main" id="{17142B44-931D-0E49-80DB-7B7BD287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1635">
              <a:extLst>
                <a:ext uri="{FF2B5EF4-FFF2-40B4-BE49-F238E27FC236}">
                  <a16:creationId xmlns:a16="http://schemas.microsoft.com/office/drawing/2014/main" id="{830993AF-7517-4046-90D1-D5BA36120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1636">
              <a:extLst>
                <a:ext uri="{FF2B5EF4-FFF2-40B4-BE49-F238E27FC236}">
                  <a16:creationId xmlns:a16="http://schemas.microsoft.com/office/drawing/2014/main" id="{E4881A02-5632-8E42-A0F5-1476E7D9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1637">
              <a:extLst>
                <a:ext uri="{FF2B5EF4-FFF2-40B4-BE49-F238E27FC236}">
                  <a16:creationId xmlns:a16="http://schemas.microsoft.com/office/drawing/2014/main" id="{60C0D341-3C5B-554B-9312-9E00DA7F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1638">
              <a:extLst>
                <a:ext uri="{FF2B5EF4-FFF2-40B4-BE49-F238E27FC236}">
                  <a16:creationId xmlns:a16="http://schemas.microsoft.com/office/drawing/2014/main" id="{3C111324-BCE2-DF4F-AC0B-7533702AEEB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44095" name="Picture 1283" descr="underline_base">
            <a:extLst>
              <a:ext uri="{FF2B5EF4-FFF2-40B4-BE49-F238E27FC236}">
                <a16:creationId xmlns:a16="http://schemas.microsoft.com/office/drawing/2014/main" id="{05CD7531-827D-1F42-B413-C1060B3233A6}"/>
              </a:ext>
            </a:extLst>
          </p:cNvPr>
          <p:cNvPicPr>
            <a:picLocks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1" y="933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2" name="Rectangle 2">
            <a:extLst>
              <a:ext uri="{FF2B5EF4-FFF2-40B4-BE49-F238E27FC236}">
                <a16:creationId xmlns:a16="http://schemas.microsoft.com/office/drawing/2014/main" id="{0287B372-B462-3146-A1F2-D084D2E1B4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984375" y="222251"/>
            <a:ext cx="8382000" cy="942975"/>
          </a:xfrm>
        </p:spPr>
        <p:txBody>
          <a:bodyPr/>
          <a:lstStyle/>
          <a:p>
            <a:pPr>
              <a:defRPr/>
            </a:pPr>
            <a:r>
              <a:rPr lang="en-US" sz="4000"/>
              <a:t>网络层</a:t>
            </a:r>
          </a:p>
        </p:txBody>
      </p:sp>
      <p:sp>
        <p:nvSpPr>
          <p:cNvPr id="44097" name="Rectangle 3">
            <a:extLst>
              <a:ext uri="{FF2B5EF4-FFF2-40B4-BE49-F238E27FC236}">
                <a16:creationId xmlns:a16="http://schemas.microsoft.com/office/drawing/2014/main" id="{941031EB-0663-8840-87D1-1D69FDAE2AA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070101" y="1255714"/>
            <a:ext cx="4365625" cy="5100637"/>
          </a:xfrm>
        </p:spPr>
        <p:txBody>
          <a:bodyPr>
            <a:normAutofit lnSpcReduction="10000"/>
          </a:bodyPr>
          <a:lstStyle/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把传输层报文段从发送主机送到接收主机 </a:t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在发送端把报文段封装成数据报</a:t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在接收端把报文段交付给传输层</a:t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每台主机和路由器中都有网络层协议</a:t>
            </a:r>
            <a:r>
              <a:rPr lang="en-US" altLang="en-US" i="1">
                <a:solidFill>
                  <a:srgbClr val="000099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  <a:r>
              <a:rPr lang="en-US" altLang="en-US">
                <a:solidFill>
                  <a:srgbClr val="000099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/>
            </a:r>
          </a:p>
          <a:p>
            <a:r>
              <a:rPr lang="en-US" altLang="en-US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路由器检查所有经过它的 IP 数据报首部字段</a:t>
            </a:r>
            <a:endParaRPr lang="en-US" altLang="en-US" sz="2000"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  <a:p>
            <a:endParaRPr lang="en-US" altLang="en-US" sz="2400"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</p:txBody>
      </p:sp>
      <p:grpSp>
        <p:nvGrpSpPr>
          <p:cNvPr id="19767" name="Group 1046">
            <a:extLst>
              <a:ext uri="{FF2B5EF4-FFF2-40B4-BE49-F238E27FC236}">
                <a16:creationId xmlns:a16="http://schemas.microsoft.com/office/drawing/2014/main" id="{2103706D-A661-4442-A831-B190158801B0}"/>
              </a:ext>
            </a:extLst>
          </p:cNvPr>
          <p:cNvGrpSpPr>
            <a:grpSpLocks/>
          </p:cNvGrpSpPr>
          <p:nvPr/>
        </p:nvGrpSpPr>
        <p:grpSpPr bwMode="auto">
          <a:xfrm>
            <a:off x="6924675" y="1141413"/>
            <a:ext cx="1047750" cy="996950"/>
            <a:chOff x="3402" y="719"/>
            <a:chExt cx="660" cy="628"/>
          </a:xfrm>
        </p:grpSpPr>
        <p:sp>
          <p:nvSpPr>
            <p:cNvPr id="44358" name="Freeform 1030">
              <a:extLst>
                <a:ext uri="{FF2B5EF4-FFF2-40B4-BE49-F238E27FC236}">
                  <a16:creationId xmlns:a16="http://schemas.microsoft.com/office/drawing/2014/main" id="{F52296DE-67B1-9F47-8448-9BD2EEE7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59" name="Group 310">
              <a:extLst>
                <a:ext uri="{FF2B5EF4-FFF2-40B4-BE49-F238E27FC236}">
                  <a16:creationId xmlns:a16="http://schemas.microsoft.com/office/drawing/2014/main" id="{0F7B58B2-16C5-EE42-B1E3-F371AC6A7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9" y="719"/>
              <a:ext cx="513" cy="547"/>
              <a:chOff x="2956" y="969"/>
              <a:chExt cx="513" cy="547"/>
            </a:xfrm>
          </p:grpSpPr>
          <p:sp>
            <p:nvSpPr>
              <p:cNvPr id="44360" name="Rectangle 311">
                <a:extLst>
                  <a:ext uri="{FF2B5EF4-FFF2-40B4-BE49-F238E27FC236}">
                    <a16:creationId xmlns:a16="http://schemas.microsoft.com/office/drawing/2014/main" id="{795181D0-7134-9A42-BC40-BA137CD75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1" name="Rectangle 312">
                <a:extLst>
                  <a:ext uri="{FF2B5EF4-FFF2-40B4-BE49-F238E27FC236}">
                    <a16:creationId xmlns:a16="http://schemas.microsoft.com/office/drawing/2014/main" id="{B7CA2DC5-40BA-F543-9A67-C3F31B380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2" name="Rectangle 313">
                <a:extLst>
                  <a:ext uri="{FF2B5EF4-FFF2-40B4-BE49-F238E27FC236}">
                    <a16:creationId xmlns:a16="http://schemas.microsoft.com/office/drawing/2014/main" id="{C5DAEA86-AAE4-864B-89F7-49D676E75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3" name="Text Box 314">
                <a:extLst>
                  <a:ext uri="{FF2B5EF4-FFF2-40B4-BE49-F238E27FC236}">
                    <a16:creationId xmlns:a16="http://schemas.microsoft.com/office/drawing/2014/main" id="{721CEC4D-3C31-C148-8C54-A663B05710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000"/>
                  <a:t>应用层</a:t>
                </a:r>
              </a:p>
              <a:p>
                <a:pPr algn="ctr"/>
                <a:r>
                  <a:rPr lang="en-US" altLang="en-US" sz="1000"/>
                  <a:t>传输层</a:t>
                </a:r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  <a:endParaRPr lang="en-US" altLang="en-US" sz="1000"/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  <p:sp>
            <p:nvSpPr>
              <p:cNvPr id="44364" name="Line 315">
                <a:extLst>
                  <a:ext uri="{FF2B5EF4-FFF2-40B4-BE49-F238E27FC236}">
                    <a16:creationId xmlns:a16="http://schemas.microsoft.com/office/drawing/2014/main" id="{6D876817-67CB-0043-BACB-F2C6A69A7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5" name="Line 316">
                <a:extLst>
                  <a:ext uri="{FF2B5EF4-FFF2-40B4-BE49-F238E27FC236}">
                    <a16:creationId xmlns:a16="http://schemas.microsoft.com/office/drawing/2014/main" id="{80C96784-390E-4A45-A579-2E99CE1E43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6" name="Line 317">
                <a:extLst>
                  <a:ext uri="{FF2B5EF4-FFF2-40B4-BE49-F238E27FC236}">
                    <a16:creationId xmlns:a16="http://schemas.microsoft.com/office/drawing/2014/main" id="{0F33158C-1A80-0D46-B54A-D9151721F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7" name="Line 318">
                <a:extLst>
                  <a:ext uri="{FF2B5EF4-FFF2-40B4-BE49-F238E27FC236}">
                    <a16:creationId xmlns:a16="http://schemas.microsoft.com/office/drawing/2014/main" id="{6DDCAF0C-EA40-8544-8E56-65A770014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9769" name="Group 1047">
            <a:extLst>
              <a:ext uri="{FF2B5EF4-FFF2-40B4-BE49-F238E27FC236}">
                <a16:creationId xmlns:a16="http://schemas.microsoft.com/office/drawing/2014/main" id="{2A7EF019-AA16-CD42-96B4-07EB93175EFB}"/>
              </a:ext>
            </a:extLst>
          </p:cNvPr>
          <p:cNvGrpSpPr>
            <a:grpSpLocks/>
          </p:cNvGrpSpPr>
          <p:nvPr/>
        </p:nvGrpSpPr>
        <p:grpSpPr bwMode="auto">
          <a:xfrm>
            <a:off x="9620250" y="4148138"/>
            <a:ext cx="1047750" cy="996950"/>
            <a:chOff x="3402" y="719"/>
            <a:chExt cx="660" cy="628"/>
          </a:xfrm>
        </p:grpSpPr>
        <p:sp>
          <p:nvSpPr>
            <p:cNvPr id="44348" name="Freeform 1048">
              <a:extLst>
                <a:ext uri="{FF2B5EF4-FFF2-40B4-BE49-F238E27FC236}">
                  <a16:creationId xmlns:a16="http://schemas.microsoft.com/office/drawing/2014/main" id="{23C1E363-9CD9-624B-A6AE-3BF23418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49" name="Group 1049">
              <a:extLst>
                <a:ext uri="{FF2B5EF4-FFF2-40B4-BE49-F238E27FC236}">
                  <a16:creationId xmlns:a16="http://schemas.microsoft.com/office/drawing/2014/main" id="{5E40DED8-A11B-BE4D-AF41-FEFE1008F9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9" y="719"/>
              <a:ext cx="513" cy="547"/>
              <a:chOff x="2956" y="969"/>
              <a:chExt cx="513" cy="547"/>
            </a:xfrm>
          </p:grpSpPr>
          <p:sp>
            <p:nvSpPr>
              <p:cNvPr id="44350" name="Rectangle 1050">
                <a:extLst>
                  <a:ext uri="{FF2B5EF4-FFF2-40B4-BE49-F238E27FC236}">
                    <a16:creationId xmlns:a16="http://schemas.microsoft.com/office/drawing/2014/main" id="{13116A3A-5DB0-F34E-A78A-9816DDA2B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1" name="Rectangle 1051">
                <a:extLst>
                  <a:ext uri="{FF2B5EF4-FFF2-40B4-BE49-F238E27FC236}">
                    <a16:creationId xmlns:a16="http://schemas.microsoft.com/office/drawing/2014/main" id="{7DF2C224-D540-8C4C-8255-49FA13A8C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2" name="Rectangle 1052">
                <a:extLst>
                  <a:ext uri="{FF2B5EF4-FFF2-40B4-BE49-F238E27FC236}">
                    <a16:creationId xmlns:a16="http://schemas.microsoft.com/office/drawing/2014/main" id="{F29BE755-6F41-7F43-BAFC-1214958CA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3" name="Text Box 1053">
                <a:extLst>
                  <a:ext uri="{FF2B5EF4-FFF2-40B4-BE49-F238E27FC236}">
                    <a16:creationId xmlns:a16="http://schemas.microsoft.com/office/drawing/2014/main" id="{BF33ABB5-0984-4B4D-B53B-E6B7D946A6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000"/>
                  <a:t>应用层</a:t>
                </a:r>
              </a:p>
              <a:p>
                <a:pPr algn="ctr"/>
                <a:r>
                  <a:rPr lang="en-US" altLang="en-US" sz="1000"/>
                  <a:t>传输层</a:t>
                </a:r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  <a:endParaRPr lang="en-US" altLang="en-US" sz="1000"/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  <p:sp>
            <p:nvSpPr>
              <p:cNvPr id="44354" name="Line 1054">
                <a:extLst>
                  <a:ext uri="{FF2B5EF4-FFF2-40B4-BE49-F238E27FC236}">
                    <a16:creationId xmlns:a16="http://schemas.microsoft.com/office/drawing/2014/main" id="{ECB2998A-2E79-4646-974B-DB40916B22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5" name="Line 1055">
                <a:extLst>
                  <a:ext uri="{FF2B5EF4-FFF2-40B4-BE49-F238E27FC236}">
                    <a16:creationId xmlns:a16="http://schemas.microsoft.com/office/drawing/2014/main" id="{1348A326-1140-E743-8F3B-D72E476620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6" name="Line 1056">
                <a:extLst>
                  <a:ext uri="{FF2B5EF4-FFF2-40B4-BE49-F238E27FC236}">
                    <a16:creationId xmlns:a16="http://schemas.microsoft.com/office/drawing/2014/main" id="{EEAC66E3-8F02-D44C-AA81-FFA435370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7" name="Line 1057">
                <a:extLst>
                  <a:ext uri="{FF2B5EF4-FFF2-40B4-BE49-F238E27FC236}">
                    <a16:creationId xmlns:a16="http://schemas.microsoft.com/office/drawing/2014/main" id="{1CF091F2-693A-5C42-9245-BD745870E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9771" name="Group 1278">
            <a:extLst>
              <a:ext uri="{FF2B5EF4-FFF2-40B4-BE49-F238E27FC236}">
                <a16:creationId xmlns:a16="http://schemas.microsoft.com/office/drawing/2014/main" id="{7BB1770B-ECBD-E340-8A5E-2F82D387B5D3}"/>
              </a:ext>
            </a:extLst>
          </p:cNvPr>
          <p:cNvGrpSpPr>
            <a:grpSpLocks/>
          </p:cNvGrpSpPr>
          <p:nvPr/>
        </p:nvGrpSpPr>
        <p:grpSpPr bwMode="auto">
          <a:xfrm>
            <a:off x="7377113" y="1763713"/>
            <a:ext cx="2546350" cy="3429000"/>
            <a:chOff x="3674" y="1148"/>
            <a:chExt cx="1604" cy="2160"/>
          </a:xfrm>
        </p:grpSpPr>
        <p:grpSp>
          <p:nvGrpSpPr>
            <p:cNvPr id="44106" name="Group 433">
              <a:extLst>
                <a:ext uri="{FF2B5EF4-FFF2-40B4-BE49-F238E27FC236}">
                  <a16:creationId xmlns:a16="http://schemas.microsoft.com/office/drawing/2014/main" id="{6B0E27E8-0740-E745-8ED3-15B24FAA0A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1" y="1305"/>
              <a:ext cx="513" cy="442"/>
              <a:chOff x="3937" y="633"/>
              <a:chExt cx="513" cy="442"/>
            </a:xfrm>
          </p:grpSpPr>
          <p:sp>
            <p:nvSpPr>
              <p:cNvPr id="44327" name="Line 434">
                <a:extLst>
                  <a:ext uri="{FF2B5EF4-FFF2-40B4-BE49-F238E27FC236}">
                    <a16:creationId xmlns:a16="http://schemas.microsoft.com/office/drawing/2014/main" id="{137943A2-4DCF-DC4D-9B2D-536C1BFE56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8" name="Line 435">
                <a:extLst>
                  <a:ext uri="{FF2B5EF4-FFF2-40B4-BE49-F238E27FC236}">
                    <a16:creationId xmlns:a16="http://schemas.microsoft.com/office/drawing/2014/main" id="{0A81EC1F-506A-5C47-BE10-A78FDD53C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9" name="Oval 436">
                <a:extLst>
                  <a:ext uri="{FF2B5EF4-FFF2-40B4-BE49-F238E27FC236}">
                    <a16:creationId xmlns:a16="http://schemas.microsoft.com/office/drawing/2014/main" id="{9611C8DC-D712-7348-A1FD-CD679D584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0" name="Line 437">
                <a:extLst>
                  <a:ext uri="{FF2B5EF4-FFF2-40B4-BE49-F238E27FC236}">
                    <a16:creationId xmlns:a16="http://schemas.microsoft.com/office/drawing/2014/main" id="{8215DA1B-B480-FF4E-B1DB-D0D5B7197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1" name="Line 438">
                <a:extLst>
                  <a:ext uri="{FF2B5EF4-FFF2-40B4-BE49-F238E27FC236}">
                    <a16:creationId xmlns:a16="http://schemas.microsoft.com/office/drawing/2014/main" id="{021CC875-CF89-B343-BCA6-C2E6CE5D3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2" name="Rectangle 439">
                <a:extLst>
                  <a:ext uri="{FF2B5EF4-FFF2-40B4-BE49-F238E27FC236}">
                    <a16:creationId xmlns:a16="http://schemas.microsoft.com/office/drawing/2014/main" id="{F8D37208-241F-074E-A02E-28FE4C2E5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333" name="Oval 440">
                <a:extLst>
                  <a:ext uri="{FF2B5EF4-FFF2-40B4-BE49-F238E27FC236}">
                    <a16:creationId xmlns:a16="http://schemas.microsoft.com/office/drawing/2014/main" id="{2A197619-0820-E246-A74A-CF60EC8DE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334" name="Group 441">
                <a:extLst>
                  <a:ext uri="{FF2B5EF4-FFF2-40B4-BE49-F238E27FC236}">
                    <a16:creationId xmlns:a16="http://schemas.microsoft.com/office/drawing/2014/main" id="{576DE23F-17FD-2B4D-AA1F-45C99DD6B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45" name="Line 442">
                  <a:extLst>
                    <a:ext uri="{FF2B5EF4-FFF2-40B4-BE49-F238E27FC236}">
                      <a16:creationId xmlns:a16="http://schemas.microsoft.com/office/drawing/2014/main" id="{5D1A4F4E-20D0-DC47-8A4D-1A841D35CC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6" name="Line 443">
                  <a:extLst>
                    <a:ext uri="{FF2B5EF4-FFF2-40B4-BE49-F238E27FC236}">
                      <a16:creationId xmlns:a16="http://schemas.microsoft.com/office/drawing/2014/main" id="{AD7BD903-4E28-B84B-95AB-7C8159806A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7" name="Line 444">
                  <a:extLst>
                    <a:ext uri="{FF2B5EF4-FFF2-40B4-BE49-F238E27FC236}">
                      <a16:creationId xmlns:a16="http://schemas.microsoft.com/office/drawing/2014/main" id="{38CC5178-8AD6-4F49-B7F6-0039880B7E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335" name="Group 445">
                <a:extLst>
                  <a:ext uri="{FF2B5EF4-FFF2-40B4-BE49-F238E27FC236}">
                    <a16:creationId xmlns:a16="http://schemas.microsoft.com/office/drawing/2014/main" id="{5EF118FB-99E9-844D-8D93-181FE1ABB2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42" name="Line 446">
                  <a:extLst>
                    <a:ext uri="{FF2B5EF4-FFF2-40B4-BE49-F238E27FC236}">
                      <a16:creationId xmlns:a16="http://schemas.microsoft.com/office/drawing/2014/main" id="{79CB7D49-E6F2-A34B-ABBE-AFB1B35638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3" name="Line 447">
                  <a:extLst>
                    <a:ext uri="{FF2B5EF4-FFF2-40B4-BE49-F238E27FC236}">
                      <a16:creationId xmlns:a16="http://schemas.microsoft.com/office/drawing/2014/main" id="{F8DCD31A-9ECD-AD48-A47E-A26C7114DE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4" name="Line 448">
                  <a:extLst>
                    <a:ext uri="{FF2B5EF4-FFF2-40B4-BE49-F238E27FC236}">
                      <a16:creationId xmlns:a16="http://schemas.microsoft.com/office/drawing/2014/main" id="{29508FCA-CE34-9D43-AE2D-5B5439F431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336" name="Rectangle 449">
                <a:extLst>
                  <a:ext uri="{FF2B5EF4-FFF2-40B4-BE49-F238E27FC236}">
                    <a16:creationId xmlns:a16="http://schemas.microsoft.com/office/drawing/2014/main" id="{A60E2862-2F87-094B-9CA1-F8A37D926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7" name="Rectangle 450">
                <a:extLst>
                  <a:ext uri="{FF2B5EF4-FFF2-40B4-BE49-F238E27FC236}">
                    <a16:creationId xmlns:a16="http://schemas.microsoft.com/office/drawing/2014/main" id="{20A82C6D-1BF7-9E42-838D-B23C186ED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8" name="Line 451">
                <a:extLst>
                  <a:ext uri="{FF2B5EF4-FFF2-40B4-BE49-F238E27FC236}">
                    <a16:creationId xmlns:a16="http://schemas.microsoft.com/office/drawing/2014/main" id="{E728F18F-F9BF-9F4A-B9DC-52C9CFD33F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9" name="Line 452">
                <a:extLst>
                  <a:ext uri="{FF2B5EF4-FFF2-40B4-BE49-F238E27FC236}">
                    <a16:creationId xmlns:a16="http://schemas.microsoft.com/office/drawing/2014/main" id="{B2D4C788-4788-4D4E-BF73-332D685A4F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0" name="Rectangle 453">
                <a:extLst>
                  <a:ext uri="{FF2B5EF4-FFF2-40B4-BE49-F238E27FC236}">
                    <a16:creationId xmlns:a16="http://schemas.microsoft.com/office/drawing/2014/main" id="{E749E483-D3DF-D54C-9B2E-151F9E783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800">
                  <a:solidFill>
                    <a:srgbClr val="CC0000"/>
                  </a:solidFill>
                  <a:latin typeface="Comic Sans MS" panose="030F0902030302020204" pitchFamily="66" charset="0"/>
                </a:endParaRPr>
              </a:p>
            </p:txBody>
          </p:sp>
          <p:sp>
            <p:nvSpPr>
              <p:cNvPr id="44341" name="Text Box 454">
                <a:extLst>
                  <a:ext uri="{FF2B5EF4-FFF2-40B4-BE49-F238E27FC236}">
                    <a16:creationId xmlns:a16="http://schemas.microsoft.com/office/drawing/2014/main" id="{3CCFE457-02B6-4C4C-967C-680321835D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07" name="Group 1058">
              <a:extLst>
                <a:ext uri="{FF2B5EF4-FFF2-40B4-BE49-F238E27FC236}">
                  <a16:creationId xmlns:a16="http://schemas.microsoft.com/office/drawing/2014/main" id="{CFAA8012-15F7-404E-AD33-A9ABB1DC8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7" y="1532"/>
              <a:ext cx="513" cy="442"/>
              <a:chOff x="3937" y="633"/>
              <a:chExt cx="513" cy="442"/>
            </a:xfrm>
          </p:grpSpPr>
          <p:sp>
            <p:nvSpPr>
              <p:cNvPr id="44306" name="Line 1059">
                <a:extLst>
                  <a:ext uri="{FF2B5EF4-FFF2-40B4-BE49-F238E27FC236}">
                    <a16:creationId xmlns:a16="http://schemas.microsoft.com/office/drawing/2014/main" id="{46947989-83BC-1248-B68B-8EFDECC8B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7" name="Line 1060">
                <a:extLst>
                  <a:ext uri="{FF2B5EF4-FFF2-40B4-BE49-F238E27FC236}">
                    <a16:creationId xmlns:a16="http://schemas.microsoft.com/office/drawing/2014/main" id="{3746F50E-0E29-3743-BF78-C90C74781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8" name="Oval 1061">
                <a:extLst>
                  <a:ext uri="{FF2B5EF4-FFF2-40B4-BE49-F238E27FC236}">
                    <a16:creationId xmlns:a16="http://schemas.microsoft.com/office/drawing/2014/main" id="{9D2E0963-7634-DD4A-998D-9F167AE44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09" name="Line 1062">
                <a:extLst>
                  <a:ext uri="{FF2B5EF4-FFF2-40B4-BE49-F238E27FC236}">
                    <a16:creationId xmlns:a16="http://schemas.microsoft.com/office/drawing/2014/main" id="{28380837-DBBA-2A4C-9E55-69DB50D5C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0" name="Line 1063">
                <a:extLst>
                  <a:ext uri="{FF2B5EF4-FFF2-40B4-BE49-F238E27FC236}">
                    <a16:creationId xmlns:a16="http://schemas.microsoft.com/office/drawing/2014/main" id="{39672CC9-1A09-3B4A-923B-3B9A241FD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1" name="Rectangle 1064">
                <a:extLst>
                  <a:ext uri="{FF2B5EF4-FFF2-40B4-BE49-F238E27FC236}">
                    <a16:creationId xmlns:a16="http://schemas.microsoft.com/office/drawing/2014/main" id="{0818A82C-2BE7-6F4A-8955-5033CD5A4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312" name="Oval 1065">
                <a:extLst>
                  <a:ext uri="{FF2B5EF4-FFF2-40B4-BE49-F238E27FC236}">
                    <a16:creationId xmlns:a16="http://schemas.microsoft.com/office/drawing/2014/main" id="{48D4E7B2-F025-3D43-B21C-3AE68893A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313" name="Group 1066">
                <a:extLst>
                  <a:ext uri="{FF2B5EF4-FFF2-40B4-BE49-F238E27FC236}">
                    <a16:creationId xmlns:a16="http://schemas.microsoft.com/office/drawing/2014/main" id="{F5997E32-EE02-7349-BEC2-2BEB75DE8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24" name="Line 1067">
                  <a:extLst>
                    <a:ext uri="{FF2B5EF4-FFF2-40B4-BE49-F238E27FC236}">
                      <a16:creationId xmlns:a16="http://schemas.microsoft.com/office/drawing/2014/main" id="{14A42E6E-C75B-BD4A-A98F-5A5CE082F1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5" name="Line 1068">
                  <a:extLst>
                    <a:ext uri="{FF2B5EF4-FFF2-40B4-BE49-F238E27FC236}">
                      <a16:creationId xmlns:a16="http://schemas.microsoft.com/office/drawing/2014/main" id="{DC72F7D0-EF3E-D54D-9BF2-88AACCBA29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6" name="Line 1069">
                  <a:extLst>
                    <a:ext uri="{FF2B5EF4-FFF2-40B4-BE49-F238E27FC236}">
                      <a16:creationId xmlns:a16="http://schemas.microsoft.com/office/drawing/2014/main" id="{5F55B6DD-F69A-7842-AA8A-5436636CDD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314" name="Group 1070">
                <a:extLst>
                  <a:ext uri="{FF2B5EF4-FFF2-40B4-BE49-F238E27FC236}">
                    <a16:creationId xmlns:a16="http://schemas.microsoft.com/office/drawing/2014/main" id="{56CE6BF9-7CC2-5345-8FE4-4FB9F20A28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21" name="Line 1071">
                  <a:extLst>
                    <a:ext uri="{FF2B5EF4-FFF2-40B4-BE49-F238E27FC236}">
                      <a16:creationId xmlns:a16="http://schemas.microsoft.com/office/drawing/2014/main" id="{2C57CF20-6BEF-6546-AE37-FBB60BF484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2" name="Line 1072">
                  <a:extLst>
                    <a:ext uri="{FF2B5EF4-FFF2-40B4-BE49-F238E27FC236}">
                      <a16:creationId xmlns:a16="http://schemas.microsoft.com/office/drawing/2014/main" id="{6C06E563-1E63-8445-ABD2-64EC1F13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3" name="Line 1073">
                  <a:extLst>
                    <a:ext uri="{FF2B5EF4-FFF2-40B4-BE49-F238E27FC236}">
                      <a16:creationId xmlns:a16="http://schemas.microsoft.com/office/drawing/2014/main" id="{9046E577-0D5D-B644-8C1F-AB2E8B8C6E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315" name="Rectangle 1074">
                <a:extLst>
                  <a:ext uri="{FF2B5EF4-FFF2-40B4-BE49-F238E27FC236}">
                    <a16:creationId xmlns:a16="http://schemas.microsoft.com/office/drawing/2014/main" id="{A5EFEA28-DB14-314C-BFF6-1E15DC815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16" name="Rectangle 1075">
                <a:extLst>
                  <a:ext uri="{FF2B5EF4-FFF2-40B4-BE49-F238E27FC236}">
                    <a16:creationId xmlns:a16="http://schemas.microsoft.com/office/drawing/2014/main" id="{D50E6C01-4729-0947-A768-3C4157CDC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17" name="Line 1076">
                <a:extLst>
                  <a:ext uri="{FF2B5EF4-FFF2-40B4-BE49-F238E27FC236}">
                    <a16:creationId xmlns:a16="http://schemas.microsoft.com/office/drawing/2014/main" id="{1239CBF4-471D-B946-B169-F304F986D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8" name="Line 1077">
                <a:extLst>
                  <a:ext uri="{FF2B5EF4-FFF2-40B4-BE49-F238E27FC236}">
                    <a16:creationId xmlns:a16="http://schemas.microsoft.com/office/drawing/2014/main" id="{6DDBDCD1-DA93-8C45-853F-086A8F8F6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9" name="Rectangle 1078">
                <a:extLst>
                  <a:ext uri="{FF2B5EF4-FFF2-40B4-BE49-F238E27FC236}">
                    <a16:creationId xmlns:a16="http://schemas.microsoft.com/office/drawing/2014/main" id="{7829B751-7868-7A40-A1D8-B5DBE377F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20" name="Text Box 1079">
                <a:extLst>
                  <a:ext uri="{FF2B5EF4-FFF2-40B4-BE49-F238E27FC236}">
                    <a16:creationId xmlns:a16="http://schemas.microsoft.com/office/drawing/2014/main" id="{7A77E64A-9033-D846-8F20-C0BAF3E7F5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08" name="Group 1080">
              <a:extLst>
                <a:ext uri="{FF2B5EF4-FFF2-40B4-BE49-F238E27FC236}">
                  <a16:creationId xmlns:a16="http://schemas.microsoft.com/office/drawing/2014/main" id="{681C1B64-7B19-D94D-816C-64DF964463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1" y="1148"/>
              <a:ext cx="513" cy="442"/>
              <a:chOff x="3937" y="633"/>
              <a:chExt cx="513" cy="442"/>
            </a:xfrm>
          </p:grpSpPr>
          <p:sp>
            <p:nvSpPr>
              <p:cNvPr id="44285" name="Line 1081">
                <a:extLst>
                  <a:ext uri="{FF2B5EF4-FFF2-40B4-BE49-F238E27FC236}">
                    <a16:creationId xmlns:a16="http://schemas.microsoft.com/office/drawing/2014/main" id="{F8200CE6-4C7B-1642-B86B-4361F1A6B6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6" name="Line 1082">
                <a:extLst>
                  <a:ext uri="{FF2B5EF4-FFF2-40B4-BE49-F238E27FC236}">
                    <a16:creationId xmlns:a16="http://schemas.microsoft.com/office/drawing/2014/main" id="{E87EC01F-1046-9343-B776-8D61B0879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7" name="Oval 1083">
                <a:extLst>
                  <a:ext uri="{FF2B5EF4-FFF2-40B4-BE49-F238E27FC236}">
                    <a16:creationId xmlns:a16="http://schemas.microsoft.com/office/drawing/2014/main" id="{654DB7D9-CF44-B749-9355-9BF2CB0C0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88" name="Line 1084">
                <a:extLst>
                  <a:ext uri="{FF2B5EF4-FFF2-40B4-BE49-F238E27FC236}">
                    <a16:creationId xmlns:a16="http://schemas.microsoft.com/office/drawing/2014/main" id="{C368AC2F-4043-5B4E-8126-4D6E073E68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9" name="Line 1085">
                <a:extLst>
                  <a:ext uri="{FF2B5EF4-FFF2-40B4-BE49-F238E27FC236}">
                    <a16:creationId xmlns:a16="http://schemas.microsoft.com/office/drawing/2014/main" id="{E7F9744A-C749-AC42-A058-675BFD3DEC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0" name="Rectangle 1086">
                <a:extLst>
                  <a:ext uri="{FF2B5EF4-FFF2-40B4-BE49-F238E27FC236}">
                    <a16:creationId xmlns:a16="http://schemas.microsoft.com/office/drawing/2014/main" id="{465C6D86-A09B-2543-AB0A-2063BAFF2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91" name="Oval 1087">
                <a:extLst>
                  <a:ext uri="{FF2B5EF4-FFF2-40B4-BE49-F238E27FC236}">
                    <a16:creationId xmlns:a16="http://schemas.microsoft.com/office/drawing/2014/main" id="{BE615DA3-1B97-E348-B607-FB26538FD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92" name="Group 1088">
                <a:extLst>
                  <a:ext uri="{FF2B5EF4-FFF2-40B4-BE49-F238E27FC236}">
                    <a16:creationId xmlns:a16="http://schemas.microsoft.com/office/drawing/2014/main" id="{D54F9155-63A3-A546-8CA4-BD9B423398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03" name="Line 1089">
                  <a:extLst>
                    <a:ext uri="{FF2B5EF4-FFF2-40B4-BE49-F238E27FC236}">
                      <a16:creationId xmlns:a16="http://schemas.microsoft.com/office/drawing/2014/main" id="{A83FDEED-C5D9-6A4B-A74A-E2FB486C07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4" name="Line 1090">
                  <a:extLst>
                    <a:ext uri="{FF2B5EF4-FFF2-40B4-BE49-F238E27FC236}">
                      <a16:creationId xmlns:a16="http://schemas.microsoft.com/office/drawing/2014/main" id="{3105BE3A-B1B7-2C49-8AA1-193A53D2BE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5" name="Line 1091">
                  <a:extLst>
                    <a:ext uri="{FF2B5EF4-FFF2-40B4-BE49-F238E27FC236}">
                      <a16:creationId xmlns:a16="http://schemas.microsoft.com/office/drawing/2014/main" id="{8AAD6833-5AF2-8A44-BF6F-336D31B44F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93" name="Group 1092">
                <a:extLst>
                  <a:ext uri="{FF2B5EF4-FFF2-40B4-BE49-F238E27FC236}">
                    <a16:creationId xmlns:a16="http://schemas.microsoft.com/office/drawing/2014/main" id="{33B59071-1841-094F-BF26-B09673F7C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00" name="Line 1093">
                  <a:extLst>
                    <a:ext uri="{FF2B5EF4-FFF2-40B4-BE49-F238E27FC236}">
                      <a16:creationId xmlns:a16="http://schemas.microsoft.com/office/drawing/2014/main" id="{4656CBE6-D68E-FE43-805D-7EEC0513C1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1" name="Line 1094">
                  <a:extLst>
                    <a:ext uri="{FF2B5EF4-FFF2-40B4-BE49-F238E27FC236}">
                      <a16:creationId xmlns:a16="http://schemas.microsoft.com/office/drawing/2014/main" id="{8F48FB94-6DEA-1744-A8CE-309CC7FD35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2" name="Line 1095">
                  <a:extLst>
                    <a:ext uri="{FF2B5EF4-FFF2-40B4-BE49-F238E27FC236}">
                      <a16:creationId xmlns:a16="http://schemas.microsoft.com/office/drawing/2014/main" id="{FFE69600-5815-2442-AB4E-8FCDA29E38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94" name="Rectangle 1096">
                <a:extLst>
                  <a:ext uri="{FF2B5EF4-FFF2-40B4-BE49-F238E27FC236}">
                    <a16:creationId xmlns:a16="http://schemas.microsoft.com/office/drawing/2014/main" id="{F690C746-5929-BA40-9BC8-36E9EDB29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5" name="Rectangle 1097">
                <a:extLst>
                  <a:ext uri="{FF2B5EF4-FFF2-40B4-BE49-F238E27FC236}">
                    <a16:creationId xmlns:a16="http://schemas.microsoft.com/office/drawing/2014/main" id="{E4708EE1-F3A8-3F44-A326-9BA91ED24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6" name="Line 1098">
                <a:extLst>
                  <a:ext uri="{FF2B5EF4-FFF2-40B4-BE49-F238E27FC236}">
                    <a16:creationId xmlns:a16="http://schemas.microsoft.com/office/drawing/2014/main" id="{2024624F-73F6-DF4F-B883-C4B17FF9B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7" name="Line 1099">
                <a:extLst>
                  <a:ext uri="{FF2B5EF4-FFF2-40B4-BE49-F238E27FC236}">
                    <a16:creationId xmlns:a16="http://schemas.microsoft.com/office/drawing/2014/main" id="{501CD0A9-A7E2-3149-BF73-701D539887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8" name="Rectangle 1100">
                <a:extLst>
                  <a:ext uri="{FF2B5EF4-FFF2-40B4-BE49-F238E27FC236}">
                    <a16:creationId xmlns:a16="http://schemas.microsoft.com/office/drawing/2014/main" id="{5C5F3F5D-379F-074F-82AB-CCE315373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9" name="Text Box 1101">
                <a:extLst>
                  <a:ext uri="{FF2B5EF4-FFF2-40B4-BE49-F238E27FC236}">
                    <a16:creationId xmlns:a16="http://schemas.microsoft.com/office/drawing/2014/main" id="{94C102BE-4850-404B-AF30-C69526F68F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09" name="Group 1102">
              <a:extLst>
                <a:ext uri="{FF2B5EF4-FFF2-40B4-BE49-F238E27FC236}">
                  <a16:creationId xmlns:a16="http://schemas.microsoft.com/office/drawing/2014/main" id="{06D29196-7D08-904D-B3BD-EF7CE0770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02" y="1523"/>
              <a:ext cx="513" cy="442"/>
              <a:chOff x="3937" y="633"/>
              <a:chExt cx="513" cy="442"/>
            </a:xfrm>
          </p:grpSpPr>
          <p:sp>
            <p:nvSpPr>
              <p:cNvPr id="44264" name="Line 1103">
                <a:extLst>
                  <a:ext uri="{FF2B5EF4-FFF2-40B4-BE49-F238E27FC236}">
                    <a16:creationId xmlns:a16="http://schemas.microsoft.com/office/drawing/2014/main" id="{B15C48AC-0432-0943-94A7-98DD25C9A7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5" name="Line 1104">
                <a:extLst>
                  <a:ext uri="{FF2B5EF4-FFF2-40B4-BE49-F238E27FC236}">
                    <a16:creationId xmlns:a16="http://schemas.microsoft.com/office/drawing/2014/main" id="{3D7FDCD5-BA3B-144B-84D6-A7391082F9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6" name="Oval 1105">
                <a:extLst>
                  <a:ext uri="{FF2B5EF4-FFF2-40B4-BE49-F238E27FC236}">
                    <a16:creationId xmlns:a16="http://schemas.microsoft.com/office/drawing/2014/main" id="{6B9A24B0-6661-2E4D-A5FD-CB88F2E45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67" name="Line 1106">
                <a:extLst>
                  <a:ext uri="{FF2B5EF4-FFF2-40B4-BE49-F238E27FC236}">
                    <a16:creationId xmlns:a16="http://schemas.microsoft.com/office/drawing/2014/main" id="{5D128861-51E2-FE42-B790-F14DECEFC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8" name="Line 1107">
                <a:extLst>
                  <a:ext uri="{FF2B5EF4-FFF2-40B4-BE49-F238E27FC236}">
                    <a16:creationId xmlns:a16="http://schemas.microsoft.com/office/drawing/2014/main" id="{34E0D2A8-158D-C046-A395-D89131CBB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9" name="Rectangle 1108">
                <a:extLst>
                  <a:ext uri="{FF2B5EF4-FFF2-40B4-BE49-F238E27FC236}">
                    <a16:creationId xmlns:a16="http://schemas.microsoft.com/office/drawing/2014/main" id="{122431A7-53A4-EC49-B14F-06490F68C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70" name="Oval 1109">
                <a:extLst>
                  <a:ext uri="{FF2B5EF4-FFF2-40B4-BE49-F238E27FC236}">
                    <a16:creationId xmlns:a16="http://schemas.microsoft.com/office/drawing/2014/main" id="{B155DD7C-F6B9-5340-9EA8-9C4436F4E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71" name="Group 1110">
                <a:extLst>
                  <a:ext uri="{FF2B5EF4-FFF2-40B4-BE49-F238E27FC236}">
                    <a16:creationId xmlns:a16="http://schemas.microsoft.com/office/drawing/2014/main" id="{3CC444F0-5032-7943-9A1D-6C5E6451AF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82" name="Line 1111">
                  <a:extLst>
                    <a:ext uri="{FF2B5EF4-FFF2-40B4-BE49-F238E27FC236}">
                      <a16:creationId xmlns:a16="http://schemas.microsoft.com/office/drawing/2014/main" id="{F99537CD-7A59-6E44-86E7-236F80A77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3" name="Line 1112">
                  <a:extLst>
                    <a:ext uri="{FF2B5EF4-FFF2-40B4-BE49-F238E27FC236}">
                      <a16:creationId xmlns:a16="http://schemas.microsoft.com/office/drawing/2014/main" id="{FC0A5C25-D3A2-F740-9E03-C65D5BC9F0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4" name="Line 1113">
                  <a:extLst>
                    <a:ext uri="{FF2B5EF4-FFF2-40B4-BE49-F238E27FC236}">
                      <a16:creationId xmlns:a16="http://schemas.microsoft.com/office/drawing/2014/main" id="{B9EFFB11-1AD2-904C-B640-598A402A0D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72" name="Group 1114">
                <a:extLst>
                  <a:ext uri="{FF2B5EF4-FFF2-40B4-BE49-F238E27FC236}">
                    <a16:creationId xmlns:a16="http://schemas.microsoft.com/office/drawing/2014/main" id="{A2C22C99-27CC-BA4C-BE28-CAAA74AE50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79" name="Line 1115">
                  <a:extLst>
                    <a:ext uri="{FF2B5EF4-FFF2-40B4-BE49-F238E27FC236}">
                      <a16:creationId xmlns:a16="http://schemas.microsoft.com/office/drawing/2014/main" id="{7A93C7DA-5324-8040-ABCE-2F7C8EEAF2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0" name="Line 1116">
                  <a:extLst>
                    <a:ext uri="{FF2B5EF4-FFF2-40B4-BE49-F238E27FC236}">
                      <a16:creationId xmlns:a16="http://schemas.microsoft.com/office/drawing/2014/main" id="{22C223A1-6318-084C-9542-5923F09319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1" name="Line 1117">
                  <a:extLst>
                    <a:ext uri="{FF2B5EF4-FFF2-40B4-BE49-F238E27FC236}">
                      <a16:creationId xmlns:a16="http://schemas.microsoft.com/office/drawing/2014/main" id="{7FD80E30-BA67-AD41-911E-0DB3473825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73" name="Rectangle 1118">
                <a:extLst>
                  <a:ext uri="{FF2B5EF4-FFF2-40B4-BE49-F238E27FC236}">
                    <a16:creationId xmlns:a16="http://schemas.microsoft.com/office/drawing/2014/main" id="{3BCD0615-B139-7845-8679-7A7F37A24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4" name="Rectangle 1119">
                <a:extLst>
                  <a:ext uri="{FF2B5EF4-FFF2-40B4-BE49-F238E27FC236}">
                    <a16:creationId xmlns:a16="http://schemas.microsoft.com/office/drawing/2014/main" id="{EC39EE0E-AEC4-D741-8F3F-CED533323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5" name="Line 1120">
                <a:extLst>
                  <a:ext uri="{FF2B5EF4-FFF2-40B4-BE49-F238E27FC236}">
                    <a16:creationId xmlns:a16="http://schemas.microsoft.com/office/drawing/2014/main" id="{DF520635-C07B-0545-9734-26A49E7DE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76" name="Line 1121">
                <a:extLst>
                  <a:ext uri="{FF2B5EF4-FFF2-40B4-BE49-F238E27FC236}">
                    <a16:creationId xmlns:a16="http://schemas.microsoft.com/office/drawing/2014/main" id="{F3BFE371-B395-1E42-9C9B-D9F7F1C9A2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77" name="Rectangle 1122">
                <a:extLst>
                  <a:ext uri="{FF2B5EF4-FFF2-40B4-BE49-F238E27FC236}">
                    <a16:creationId xmlns:a16="http://schemas.microsoft.com/office/drawing/2014/main" id="{2CEAACB3-1482-6A4C-8164-0BC9439EB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8" name="Text Box 1123">
                <a:extLst>
                  <a:ext uri="{FF2B5EF4-FFF2-40B4-BE49-F238E27FC236}">
                    <a16:creationId xmlns:a16="http://schemas.microsoft.com/office/drawing/2014/main" id="{C363981E-73E3-244F-A9BB-D8E5271F82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0" name="Group 1124">
              <a:extLst>
                <a:ext uri="{FF2B5EF4-FFF2-40B4-BE49-F238E27FC236}">
                  <a16:creationId xmlns:a16="http://schemas.microsoft.com/office/drawing/2014/main" id="{10565A31-79D4-4C41-9A61-FAC58DD50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7" y="1157"/>
              <a:ext cx="513" cy="442"/>
              <a:chOff x="3937" y="633"/>
              <a:chExt cx="513" cy="442"/>
            </a:xfrm>
          </p:grpSpPr>
          <p:sp>
            <p:nvSpPr>
              <p:cNvPr id="44243" name="Line 1125">
                <a:extLst>
                  <a:ext uri="{FF2B5EF4-FFF2-40B4-BE49-F238E27FC236}">
                    <a16:creationId xmlns:a16="http://schemas.microsoft.com/office/drawing/2014/main" id="{FEA62E41-C08B-094D-B2F2-8A6BCF7CF4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4" name="Line 1126">
                <a:extLst>
                  <a:ext uri="{FF2B5EF4-FFF2-40B4-BE49-F238E27FC236}">
                    <a16:creationId xmlns:a16="http://schemas.microsoft.com/office/drawing/2014/main" id="{B47BE16E-084E-6642-A565-CCFDD61546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5" name="Oval 1127">
                <a:extLst>
                  <a:ext uri="{FF2B5EF4-FFF2-40B4-BE49-F238E27FC236}">
                    <a16:creationId xmlns:a16="http://schemas.microsoft.com/office/drawing/2014/main" id="{E827A082-74C1-C443-BCA7-D4DF24732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46" name="Line 1128">
                <a:extLst>
                  <a:ext uri="{FF2B5EF4-FFF2-40B4-BE49-F238E27FC236}">
                    <a16:creationId xmlns:a16="http://schemas.microsoft.com/office/drawing/2014/main" id="{767ED7AB-AB48-254D-A69F-911AD7B827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7" name="Line 1129">
                <a:extLst>
                  <a:ext uri="{FF2B5EF4-FFF2-40B4-BE49-F238E27FC236}">
                    <a16:creationId xmlns:a16="http://schemas.microsoft.com/office/drawing/2014/main" id="{61B9FB1F-5CC9-C245-A967-08A9FF0819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8" name="Rectangle 1130">
                <a:extLst>
                  <a:ext uri="{FF2B5EF4-FFF2-40B4-BE49-F238E27FC236}">
                    <a16:creationId xmlns:a16="http://schemas.microsoft.com/office/drawing/2014/main" id="{499E1740-4426-5E40-A316-DE57D0967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49" name="Oval 1131">
                <a:extLst>
                  <a:ext uri="{FF2B5EF4-FFF2-40B4-BE49-F238E27FC236}">
                    <a16:creationId xmlns:a16="http://schemas.microsoft.com/office/drawing/2014/main" id="{19C95F85-A868-BC44-A20F-052D83707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50" name="Group 1132">
                <a:extLst>
                  <a:ext uri="{FF2B5EF4-FFF2-40B4-BE49-F238E27FC236}">
                    <a16:creationId xmlns:a16="http://schemas.microsoft.com/office/drawing/2014/main" id="{5205D55D-37E4-5240-8414-1C75B1B18E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61" name="Line 1133">
                  <a:extLst>
                    <a:ext uri="{FF2B5EF4-FFF2-40B4-BE49-F238E27FC236}">
                      <a16:creationId xmlns:a16="http://schemas.microsoft.com/office/drawing/2014/main" id="{5B595CB3-057B-D24F-926B-7188DD7DC3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2" name="Line 1134">
                  <a:extLst>
                    <a:ext uri="{FF2B5EF4-FFF2-40B4-BE49-F238E27FC236}">
                      <a16:creationId xmlns:a16="http://schemas.microsoft.com/office/drawing/2014/main" id="{90E82440-4870-7842-BAEC-80E7788E54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3" name="Line 1135">
                  <a:extLst>
                    <a:ext uri="{FF2B5EF4-FFF2-40B4-BE49-F238E27FC236}">
                      <a16:creationId xmlns:a16="http://schemas.microsoft.com/office/drawing/2014/main" id="{61C97743-31C2-384B-A57F-62E5FCA470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51" name="Group 1136">
                <a:extLst>
                  <a:ext uri="{FF2B5EF4-FFF2-40B4-BE49-F238E27FC236}">
                    <a16:creationId xmlns:a16="http://schemas.microsoft.com/office/drawing/2014/main" id="{C6FCF4B5-FFAC-7247-96EC-61E41AD526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58" name="Line 1137">
                  <a:extLst>
                    <a:ext uri="{FF2B5EF4-FFF2-40B4-BE49-F238E27FC236}">
                      <a16:creationId xmlns:a16="http://schemas.microsoft.com/office/drawing/2014/main" id="{414D29B3-D286-BA4A-805D-3C25AE44F9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59" name="Line 1138">
                  <a:extLst>
                    <a:ext uri="{FF2B5EF4-FFF2-40B4-BE49-F238E27FC236}">
                      <a16:creationId xmlns:a16="http://schemas.microsoft.com/office/drawing/2014/main" id="{EFC67E88-3E39-1E47-BA83-1DE0A689D9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0" name="Line 1139">
                  <a:extLst>
                    <a:ext uri="{FF2B5EF4-FFF2-40B4-BE49-F238E27FC236}">
                      <a16:creationId xmlns:a16="http://schemas.microsoft.com/office/drawing/2014/main" id="{FE1372B5-8162-9C4A-B7E0-15A901D14B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52" name="Rectangle 1140">
                <a:extLst>
                  <a:ext uri="{FF2B5EF4-FFF2-40B4-BE49-F238E27FC236}">
                    <a16:creationId xmlns:a16="http://schemas.microsoft.com/office/drawing/2014/main" id="{F2300FAC-728C-C745-80C1-63F08574B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3" name="Rectangle 1141">
                <a:extLst>
                  <a:ext uri="{FF2B5EF4-FFF2-40B4-BE49-F238E27FC236}">
                    <a16:creationId xmlns:a16="http://schemas.microsoft.com/office/drawing/2014/main" id="{95B52B96-DE8B-B044-ADE7-4F3817D51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4" name="Line 1142">
                <a:extLst>
                  <a:ext uri="{FF2B5EF4-FFF2-40B4-BE49-F238E27FC236}">
                    <a16:creationId xmlns:a16="http://schemas.microsoft.com/office/drawing/2014/main" id="{07C226AD-1B7B-604B-8DAC-D2E94B1EBF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5" name="Line 1143">
                <a:extLst>
                  <a:ext uri="{FF2B5EF4-FFF2-40B4-BE49-F238E27FC236}">
                    <a16:creationId xmlns:a16="http://schemas.microsoft.com/office/drawing/2014/main" id="{11842F45-C0D1-8045-8EF5-82FB2197B8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6" name="Rectangle 1144">
                <a:extLst>
                  <a:ext uri="{FF2B5EF4-FFF2-40B4-BE49-F238E27FC236}">
                    <a16:creationId xmlns:a16="http://schemas.microsoft.com/office/drawing/2014/main" id="{138918B5-FD1A-E84A-BAA0-5E94F613D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7" name="Text Box 1145">
                <a:extLst>
                  <a:ext uri="{FF2B5EF4-FFF2-40B4-BE49-F238E27FC236}">
                    <a16:creationId xmlns:a16="http://schemas.microsoft.com/office/drawing/2014/main" id="{CB46CAF3-8C1E-074B-829B-7F64B3C7B2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1" name="Group 1146">
              <a:extLst>
                <a:ext uri="{FF2B5EF4-FFF2-40B4-BE49-F238E27FC236}">
                  <a16:creationId xmlns:a16="http://schemas.microsoft.com/office/drawing/2014/main" id="{714EBDEC-EB90-3748-881D-F244B6420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9" y="2239"/>
              <a:ext cx="513" cy="442"/>
              <a:chOff x="3937" y="633"/>
              <a:chExt cx="513" cy="442"/>
            </a:xfrm>
          </p:grpSpPr>
          <p:sp>
            <p:nvSpPr>
              <p:cNvPr id="44222" name="Line 1147">
                <a:extLst>
                  <a:ext uri="{FF2B5EF4-FFF2-40B4-BE49-F238E27FC236}">
                    <a16:creationId xmlns:a16="http://schemas.microsoft.com/office/drawing/2014/main" id="{AC93AF9A-E5E2-B548-8198-5C2440841F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3" name="Line 1148">
                <a:extLst>
                  <a:ext uri="{FF2B5EF4-FFF2-40B4-BE49-F238E27FC236}">
                    <a16:creationId xmlns:a16="http://schemas.microsoft.com/office/drawing/2014/main" id="{391781D6-8DC6-C74B-B8E3-2A3FD25BE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4" name="Oval 1149">
                <a:extLst>
                  <a:ext uri="{FF2B5EF4-FFF2-40B4-BE49-F238E27FC236}">
                    <a16:creationId xmlns:a16="http://schemas.microsoft.com/office/drawing/2014/main" id="{BFFC9C7D-E30C-F84E-BBCF-5D804BD7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25" name="Line 1150">
                <a:extLst>
                  <a:ext uri="{FF2B5EF4-FFF2-40B4-BE49-F238E27FC236}">
                    <a16:creationId xmlns:a16="http://schemas.microsoft.com/office/drawing/2014/main" id="{E806399F-BFE3-2140-8DD1-B69B8E060A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6" name="Line 1151">
                <a:extLst>
                  <a:ext uri="{FF2B5EF4-FFF2-40B4-BE49-F238E27FC236}">
                    <a16:creationId xmlns:a16="http://schemas.microsoft.com/office/drawing/2014/main" id="{03EDE873-AB6B-EA4B-B38A-D3188B74C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7" name="Rectangle 1152">
                <a:extLst>
                  <a:ext uri="{FF2B5EF4-FFF2-40B4-BE49-F238E27FC236}">
                    <a16:creationId xmlns:a16="http://schemas.microsoft.com/office/drawing/2014/main" id="{B75EB6D6-B992-F648-95DC-6095DCDD1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28" name="Oval 1153">
                <a:extLst>
                  <a:ext uri="{FF2B5EF4-FFF2-40B4-BE49-F238E27FC236}">
                    <a16:creationId xmlns:a16="http://schemas.microsoft.com/office/drawing/2014/main" id="{5C9803F1-6AFF-EC46-9C64-98ABFD86E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29" name="Group 1154">
                <a:extLst>
                  <a:ext uri="{FF2B5EF4-FFF2-40B4-BE49-F238E27FC236}">
                    <a16:creationId xmlns:a16="http://schemas.microsoft.com/office/drawing/2014/main" id="{0815A138-10E6-0A47-8E33-4EBE5F0A20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40" name="Line 1155">
                  <a:extLst>
                    <a:ext uri="{FF2B5EF4-FFF2-40B4-BE49-F238E27FC236}">
                      <a16:creationId xmlns:a16="http://schemas.microsoft.com/office/drawing/2014/main" id="{61623120-DEB8-3E47-A69C-1E3C1046AF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41" name="Line 1156">
                  <a:extLst>
                    <a:ext uri="{FF2B5EF4-FFF2-40B4-BE49-F238E27FC236}">
                      <a16:creationId xmlns:a16="http://schemas.microsoft.com/office/drawing/2014/main" id="{1D4C6E3E-0C4E-6E42-A9A6-6C3582AAE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42" name="Line 1157">
                  <a:extLst>
                    <a:ext uri="{FF2B5EF4-FFF2-40B4-BE49-F238E27FC236}">
                      <a16:creationId xmlns:a16="http://schemas.microsoft.com/office/drawing/2014/main" id="{723A3779-0590-D14B-84BC-AB2B6631F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30" name="Group 1158">
                <a:extLst>
                  <a:ext uri="{FF2B5EF4-FFF2-40B4-BE49-F238E27FC236}">
                    <a16:creationId xmlns:a16="http://schemas.microsoft.com/office/drawing/2014/main" id="{C7F2C073-0BBD-3D48-BF99-164EB2AF3F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37" name="Line 1159">
                  <a:extLst>
                    <a:ext uri="{FF2B5EF4-FFF2-40B4-BE49-F238E27FC236}">
                      <a16:creationId xmlns:a16="http://schemas.microsoft.com/office/drawing/2014/main" id="{FF1A336D-08A8-5C42-B2AB-340195A137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38" name="Line 1160">
                  <a:extLst>
                    <a:ext uri="{FF2B5EF4-FFF2-40B4-BE49-F238E27FC236}">
                      <a16:creationId xmlns:a16="http://schemas.microsoft.com/office/drawing/2014/main" id="{47E34B2F-0993-1C48-BC57-3D5F1936A3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39" name="Line 1161">
                  <a:extLst>
                    <a:ext uri="{FF2B5EF4-FFF2-40B4-BE49-F238E27FC236}">
                      <a16:creationId xmlns:a16="http://schemas.microsoft.com/office/drawing/2014/main" id="{58E6866F-566A-C446-A402-3853959208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31" name="Rectangle 1162">
                <a:extLst>
                  <a:ext uri="{FF2B5EF4-FFF2-40B4-BE49-F238E27FC236}">
                    <a16:creationId xmlns:a16="http://schemas.microsoft.com/office/drawing/2014/main" id="{6DEB01C5-7A71-F343-9AD3-C4CC1313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2" name="Rectangle 1163">
                <a:extLst>
                  <a:ext uri="{FF2B5EF4-FFF2-40B4-BE49-F238E27FC236}">
                    <a16:creationId xmlns:a16="http://schemas.microsoft.com/office/drawing/2014/main" id="{C23489AB-0201-8B43-B6CA-DD1797C65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3" name="Line 1164">
                <a:extLst>
                  <a:ext uri="{FF2B5EF4-FFF2-40B4-BE49-F238E27FC236}">
                    <a16:creationId xmlns:a16="http://schemas.microsoft.com/office/drawing/2014/main" id="{0CC0D092-629E-1447-ACC0-2C3B8FF1CA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4" name="Line 1165">
                <a:extLst>
                  <a:ext uri="{FF2B5EF4-FFF2-40B4-BE49-F238E27FC236}">
                    <a16:creationId xmlns:a16="http://schemas.microsoft.com/office/drawing/2014/main" id="{190B1526-DF88-064E-9CCE-AE2FD43CC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5" name="Rectangle 1166">
                <a:extLst>
                  <a:ext uri="{FF2B5EF4-FFF2-40B4-BE49-F238E27FC236}">
                    <a16:creationId xmlns:a16="http://schemas.microsoft.com/office/drawing/2014/main" id="{767694CC-1690-3D42-8A9C-08C0261D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6" name="Text Box 1167">
                <a:extLst>
                  <a:ext uri="{FF2B5EF4-FFF2-40B4-BE49-F238E27FC236}">
                    <a16:creationId xmlns:a16="http://schemas.microsoft.com/office/drawing/2014/main" id="{B5ED2EAF-4D65-5F40-A131-533CE62505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2" name="Group 1168">
              <a:extLst>
                <a:ext uri="{FF2B5EF4-FFF2-40B4-BE49-F238E27FC236}">
                  <a16:creationId xmlns:a16="http://schemas.microsoft.com/office/drawing/2014/main" id="{D0CDF91B-F552-C74D-9048-2F5ECB1B04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5" y="1995"/>
              <a:ext cx="513" cy="442"/>
              <a:chOff x="3937" y="633"/>
              <a:chExt cx="513" cy="442"/>
            </a:xfrm>
          </p:grpSpPr>
          <p:sp>
            <p:nvSpPr>
              <p:cNvPr id="44201" name="Line 1169">
                <a:extLst>
                  <a:ext uri="{FF2B5EF4-FFF2-40B4-BE49-F238E27FC236}">
                    <a16:creationId xmlns:a16="http://schemas.microsoft.com/office/drawing/2014/main" id="{664870E9-EBD1-F94F-B9E3-DB7D55AC84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2" name="Line 1170">
                <a:extLst>
                  <a:ext uri="{FF2B5EF4-FFF2-40B4-BE49-F238E27FC236}">
                    <a16:creationId xmlns:a16="http://schemas.microsoft.com/office/drawing/2014/main" id="{335AE73F-87B0-1948-889C-2C79B84FD1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3" name="Oval 1171">
                <a:extLst>
                  <a:ext uri="{FF2B5EF4-FFF2-40B4-BE49-F238E27FC236}">
                    <a16:creationId xmlns:a16="http://schemas.microsoft.com/office/drawing/2014/main" id="{3AFF342D-B786-3440-AAE5-632759BD7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04" name="Line 1172">
                <a:extLst>
                  <a:ext uri="{FF2B5EF4-FFF2-40B4-BE49-F238E27FC236}">
                    <a16:creationId xmlns:a16="http://schemas.microsoft.com/office/drawing/2014/main" id="{806CB47A-8D70-0046-831F-D8823696D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5" name="Line 1173">
                <a:extLst>
                  <a:ext uri="{FF2B5EF4-FFF2-40B4-BE49-F238E27FC236}">
                    <a16:creationId xmlns:a16="http://schemas.microsoft.com/office/drawing/2014/main" id="{70363C62-3668-AB47-9F3C-A7C85D6532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6" name="Rectangle 1174">
                <a:extLst>
                  <a:ext uri="{FF2B5EF4-FFF2-40B4-BE49-F238E27FC236}">
                    <a16:creationId xmlns:a16="http://schemas.microsoft.com/office/drawing/2014/main" id="{F9637153-2933-EC44-977D-E68267366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07" name="Oval 1175">
                <a:extLst>
                  <a:ext uri="{FF2B5EF4-FFF2-40B4-BE49-F238E27FC236}">
                    <a16:creationId xmlns:a16="http://schemas.microsoft.com/office/drawing/2014/main" id="{7347ACE2-FCE5-934C-AFC1-3F61ECE23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08" name="Group 1176">
                <a:extLst>
                  <a:ext uri="{FF2B5EF4-FFF2-40B4-BE49-F238E27FC236}">
                    <a16:creationId xmlns:a16="http://schemas.microsoft.com/office/drawing/2014/main" id="{3EEBA7DC-0265-D148-AB43-EA5E6C78B5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19" name="Line 1177">
                  <a:extLst>
                    <a:ext uri="{FF2B5EF4-FFF2-40B4-BE49-F238E27FC236}">
                      <a16:creationId xmlns:a16="http://schemas.microsoft.com/office/drawing/2014/main" id="{32445E5E-9361-444F-A4D3-FB5801F245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20" name="Line 1178">
                  <a:extLst>
                    <a:ext uri="{FF2B5EF4-FFF2-40B4-BE49-F238E27FC236}">
                      <a16:creationId xmlns:a16="http://schemas.microsoft.com/office/drawing/2014/main" id="{DE548752-65BA-6843-BD08-1F3588F756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21" name="Line 1179">
                  <a:extLst>
                    <a:ext uri="{FF2B5EF4-FFF2-40B4-BE49-F238E27FC236}">
                      <a16:creationId xmlns:a16="http://schemas.microsoft.com/office/drawing/2014/main" id="{C4695081-060C-8F40-A802-B4C8FC6E2D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09" name="Group 1180">
                <a:extLst>
                  <a:ext uri="{FF2B5EF4-FFF2-40B4-BE49-F238E27FC236}">
                    <a16:creationId xmlns:a16="http://schemas.microsoft.com/office/drawing/2014/main" id="{837F047C-2789-DA45-BDC8-2DF6FC9A54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16" name="Line 1181">
                  <a:extLst>
                    <a:ext uri="{FF2B5EF4-FFF2-40B4-BE49-F238E27FC236}">
                      <a16:creationId xmlns:a16="http://schemas.microsoft.com/office/drawing/2014/main" id="{01AF9559-261D-AE44-907A-76C6AFEE8C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17" name="Line 1182">
                  <a:extLst>
                    <a:ext uri="{FF2B5EF4-FFF2-40B4-BE49-F238E27FC236}">
                      <a16:creationId xmlns:a16="http://schemas.microsoft.com/office/drawing/2014/main" id="{2469438F-CF31-8A40-B2F4-CF1CAEDF29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18" name="Line 1183">
                  <a:extLst>
                    <a:ext uri="{FF2B5EF4-FFF2-40B4-BE49-F238E27FC236}">
                      <a16:creationId xmlns:a16="http://schemas.microsoft.com/office/drawing/2014/main" id="{2D6333CE-4179-D54F-9B04-37B7742C05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10" name="Rectangle 1184">
                <a:extLst>
                  <a:ext uri="{FF2B5EF4-FFF2-40B4-BE49-F238E27FC236}">
                    <a16:creationId xmlns:a16="http://schemas.microsoft.com/office/drawing/2014/main" id="{8E178784-6705-AB4F-B227-A240B47B6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1" name="Rectangle 1185">
                <a:extLst>
                  <a:ext uri="{FF2B5EF4-FFF2-40B4-BE49-F238E27FC236}">
                    <a16:creationId xmlns:a16="http://schemas.microsoft.com/office/drawing/2014/main" id="{BAA08AC7-9F77-BA4D-9A1A-A3DCC978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2" name="Line 1186">
                <a:extLst>
                  <a:ext uri="{FF2B5EF4-FFF2-40B4-BE49-F238E27FC236}">
                    <a16:creationId xmlns:a16="http://schemas.microsoft.com/office/drawing/2014/main" id="{CA45A15A-895E-8A49-9ED5-2A52CE10B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3" name="Line 1187">
                <a:extLst>
                  <a:ext uri="{FF2B5EF4-FFF2-40B4-BE49-F238E27FC236}">
                    <a16:creationId xmlns:a16="http://schemas.microsoft.com/office/drawing/2014/main" id="{9C05B571-D659-FB41-B594-C94C1838AB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4" name="Rectangle 1188">
                <a:extLst>
                  <a:ext uri="{FF2B5EF4-FFF2-40B4-BE49-F238E27FC236}">
                    <a16:creationId xmlns:a16="http://schemas.microsoft.com/office/drawing/2014/main" id="{A9E3E96C-F69A-344D-993D-230A16465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5" name="Text Box 1189">
                <a:extLst>
                  <a:ext uri="{FF2B5EF4-FFF2-40B4-BE49-F238E27FC236}">
                    <a16:creationId xmlns:a16="http://schemas.microsoft.com/office/drawing/2014/main" id="{EEE4E9D3-43A2-9E4B-8166-2728A2066B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3" name="Group 1190">
              <a:extLst>
                <a:ext uri="{FF2B5EF4-FFF2-40B4-BE49-F238E27FC236}">
                  <a16:creationId xmlns:a16="http://schemas.microsoft.com/office/drawing/2014/main" id="{AB61FE6B-2336-964B-AE59-474B6B917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8" y="2003"/>
              <a:ext cx="513" cy="442"/>
              <a:chOff x="3937" y="633"/>
              <a:chExt cx="513" cy="442"/>
            </a:xfrm>
          </p:grpSpPr>
          <p:sp>
            <p:nvSpPr>
              <p:cNvPr id="44180" name="Line 1191">
                <a:extLst>
                  <a:ext uri="{FF2B5EF4-FFF2-40B4-BE49-F238E27FC236}">
                    <a16:creationId xmlns:a16="http://schemas.microsoft.com/office/drawing/2014/main" id="{D70B5BD8-21FD-294A-B302-53427A6ABF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1" name="Line 1192">
                <a:extLst>
                  <a:ext uri="{FF2B5EF4-FFF2-40B4-BE49-F238E27FC236}">
                    <a16:creationId xmlns:a16="http://schemas.microsoft.com/office/drawing/2014/main" id="{64058710-9936-634E-A9D6-F6A2F18C60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2" name="Oval 1193">
                <a:extLst>
                  <a:ext uri="{FF2B5EF4-FFF2-40B4-BE49-F238E27FC236}">
                    <a16:creationId xmlns:a16="http://schemas.microsoft.com/office/drawing/2014/main" id="{8525B465-2A85-CF4A-8F28-BC8B1F635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83" name="Line 1194">
                <a:extLst>
                  <a:ext uri="{FF2B5EF4-FFF2-40B4-BE49-F238E27FC236}">
                    <a16:creationId xmlns:a16="http://schemas.microsoft.com/office/drawing/2014/main" id="{BA1E85FD-B915-304C-B572-27F58D3B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4" name="Line 1195">
                <a:extLst>
                  <a:ext uri="{FF2B5EF4-FFF2-40B4-BE49-F238E27FC236}">
                    <a16:creationId xmlns:a16="http://schemas.microsoft.com/office/drawing/2014/main" id="{FDE81767-D8FA-2E4D-BC9F-930E6C63C8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5" name="Rectangle 1196">
                <a:extLst>
                  <a:ext uri="{FF2B5EF4-FFF2-40B4-BE49-F238E27FC236}">
                    <a16:creationId xmlns:a16="http://schemas.microsoft.com/office/drawing/2014/main" id="{E59032F7-5981-2240-8213-DCFC025F3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86" name="Oval 1197">
                <a:extLst>
                  <a:ext uri="{FF2B5EF4-FFF2-40B4-BE49-F238E27FC236}">
                    <a16:creationId xmlns:a16="http://schemas.microsoft.com/office/drawing/2014/main" id="{1EC69F9A-1D53-E548-91DC-70E1A23A2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87" name="Group 1198">
                <a:extLst>
                  <a:ext uri="{FF2B5EF4-FFF2-40B4-BE49-F238E27FC236}">
                    <a16:creationId xmlns:a16="http://schemas.microsoft.com/office/drawing/2014/main" id="{B2381608-9F94-AC48-A27C-27B050A709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98" name="Line 1199">
                  <a:extLst>
                    <a:ext uri="{FF2B5EF4-FFF2-40B4-BE49-F238E27FC236}">
                      <a16:creationId xmlns:a16="http://schemas.microsoft.com/office/drawing/2014/main" id="{4FB501DE-8456-CA4D-8281-7749799E3A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9" name="Line 1200">
                  <a:extLst>
                    <a:ext uri="{FF2B5EF4-FFF2-40B4-BE49-F238E27FC236}">
                      <a16:creationId xmlns:a16="http://schemas.microsoft.com/office/drawing/2014/main" id="{A7DA127A-0E99-0846-BFE8-6CFA831452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00" name="Line 1201">
                  <a:extLst>
                    <a:ext uri="{FF2B5EF4-FFF2-40B4-BE49-F238E27FC236}">
                      <a16:creationId xmlns:a16="http://schemas.microsoft.com/office/drawing/2014/main" id="{47A7EDEC-086E-4D49-9076-6B342CCD30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88" name="Group 1202">
                <a:extLst>
                  <a:ext uri="{FF2B5EF4-FFF2-40B4-BE49-F238E27FC236}">
                    <a16:creationId xmlns:a16="http://schemas.microsoft.com/office/drawing/2014/main" id="{4FEAF1DB-9FCC-6144-8CE8-E3119EE503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95" name="Line 1203">
                  <a:extLst>
                    <a:ext uri="{FF2B5EF4-FFF2-40B4-BE49-F238E27FC236}">
                      <a16:creationId xmlns:a16="http://schemas.microsoft.com/office/drawing/2014/main" id="{CCC8A4C6-F2CC-0C41-8D9A-94F89A7BFB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6" name="Line 1204">
                  <a:extLst>
                    <a:ext uri="{FF2B5EF4-FFF2-40B4-BE49-F238E27FC236}">
                      <a16:creationId xmlns:a16="http://schemas.microsoft.com/office/drawing/2014/main" id="{845CF6B4-31C7-2A4D-B4AF-8D08275C7A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7" name="Line 1205">
                  <a:extLst>
                    <a:ext uri="{FF2B5EF4-FFF2-40B4-BE49-F238E27FC236}">
                      <a16:creationId xmlns:a16="http://schemas.microsoft.com/office/drawing/2014/main" id="{37EA3EF8-3BE2-FD4F-8795-4107848A6F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89" name="Rectangle 1206">
                <a:extLst>
                  <a:ext uri="{FF2B5EF4-FFF2-40B4-BE49-F238E27FC236}">
                    <a16:creationId xmlns:a16="http://schemas.microsoft.com/office/drawing/2014/main" id="{7063EAE8-67DE-5B45-A034-2EFEF9E77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0" name="Rectangle 1207">
                <a:extLst>
                  <a:ext uri="{FF2B5EF4-FFF2-40B4-BE49-F238E27FC236}">
                    <a16:creationId xmlns:a16="http://schemas.microsoft.com/office/drawing/2014/main" id="{36AA0C24-9A10-734F-B0F0-139DD9DD6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1" name="Line 1208">
                <a:extLst>
                  <a:ext uri="{FF2B5EF4-FFF2-40B4-BE49-F238E27FC236}">
                    <a16:creationId xmlns:a16="http://schemas.microsoft.com/office/drawing/2014/main" id="{55C17AEF-4A29-E440-BE29-834E3F8256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2" name="Line 1209">
                <a:extLst>
                  <a:ext uri="{FF2B5EF4-FFF2-40B4-BE49-F238E27FC236}">
                    <a16:creationId xmlns:a16="http://schemas.microsoft.com/office/drawing/2014/main" id="{541C2243-16F6-6C49-8B53-F85190D1D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3" name="Rectangle 1210">
                <a:extLst>
                  <a:ext uri="{FF2B5EF4-FFF2-40B4-BE49-F238E27FC236}">
                    <a16:creationId xmlns:a16="http://schemas.microsoft.com/office/drawing/2014/main" id="{2E74F4E9-D203-2546-9E87-54A316F66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4" name="Text Box 1211">
                <a:extLst>
                  <a:ext uri="{FF2B5EF4-FFF2-40B4-BE49-F238E27FC236}">
                    <a16:creationId xmlns:a16="http://schemas.microsoft.com/office/drawing/2014/main" id="{B256BB2B-3D67-6640-B084-6C8462F04E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4" name="Group 1212">
              <a:extLst>
                <a:ext uri="{FF2B5EF4-FFF2-40B4-BE49-F238E27FC236}">
                  <a16:creationId xmlns:a16="http://schemas.microsoft.com/office/drawing/2014/main" id="{E879973C-A122-3A49-A286-D96A055A4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8" y="2771"/>
              <a:ext cx="513" cy="442"/>
              <a:chOff x="3937" y="633"/>
              <a:chExt cx="513" cy="442"/>
            </a:xfrm>
          </p:grpSpPr>
          <p:sp>
            <p:nvSpPr>
              <p:cNvPr id="44159" name="Line 1213">
                <a:extLst>
                  <a:ext uri="{FF2B5EF4-FFF2-40B4-BE49-F238E27FC236}">
                    <a16:creationId xmlns:a16="http://schemas.microsoft.com/office/drawing/2014/main" id="{FBD88AA2-3906-1C4B-843C-D4EC7B8044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0" name="Line 1214">
                <a:extLst>
                  <a:ext uri="{FF2B5EF4-FFF2-40B4-BE49-F238E27FC236}">
                    <a16:creationId xmlns:a16="http://schemas.microsoft.com/office/drawing/2014/main" id="{876AC317-F32F-F244-B174-2910758C86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1" name="Oval 1215">
                <a:extLst>
                  <a:ext uri="{FF2B5EF4-FFF2-40B4-BE49-F238E27FC236}">
                    <a16:creationId xmlns:a16="http://schemas.microsoft.com/office/drawing/2014/main" id="{0ABB86B3-24B8-EC47-B9DD-1613DFB7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62" name="Line 1216">
                <a:extLst>
                  <a:ext uri="{FF2B5EF4-FFF2-40B4-BE49-F238E27FC236}">
                    <a16:creationId xmlns:a16="http://schemas.microsoft.com/office/drawing/2014/main" id="{9FD23A73-96B3-3A4D-A831-60211DE13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3" name="Line 1217">
                <a:extLst>
                  <a:ext uri="{FF2B5EF4-FFF2-40B4-BE49-F238E27FC236}">
                    <a16:creationId xmlns:a16="http://schemas.microsoft.com/office/drawing/2014/main" id="{A8A8D2A8-0A8E-C646-A994-C4035EB6AB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4" name="Rectangle 1218">
                <a:extLst>
                  <a:ext uri="{FF2B5EF4-FFF2-40B4-BE49-F238E27FC236}">
                    <a16:creationId xmlns:a16="http://schemas.microsoft.com/office/drawing/2014/main" id="{5A20D2DB-8A9E-0043-A348-215DA9E5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65" name="Oval 1219">
                <a:extLst>
                  <a:ext uri="{FF2B5EF4-FFF2-40B4-BE49-F238E27FC236}">
                    <a16:creationId xmlns:a16="http://schemas.microsoft.com/office/drawing/2014/main" id="{D2C1439D-EA50-A14E-8237-CA3E99B0D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66" name="Group 1220">
                <a:extLst>
                  <a:ext uri="{FF2B5EF4-FFF2-40B4-BE49-F238E27FC236}">
                    <a16:creationId xmlns:a16="http://schemas.microsoft.com/office/drawing/2014/main" id="{010C803F-7D73-6241-A2C6-4D07B421BB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77" name="Line 1221">
                  <a:extLst>
                    <a:ext uri="{FF2B5EF4-FFF2-40B4-BE49-F238E27FC236}">
                      <a16:creationId xmlns:a16="http://schemas.microsoft.com/office/drawing/2014/main" id="{1F04ECF5-7A9F-F347-94CB-6DEDBF8FC0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8" name="Line 1222">
                  <a:extLst>
                    <a:ext uri="{FF2B5EF4-FFF2-40B4-BE49-F238E27FC236}">
                      <a16:creationId xmlns:a16="http://schemas.microsoft.com/office/drawing/2014/main" id="{2599E4BA-3C3B-064A-BE73-C97D41F52F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9" name="Line 1223">
                  <a:extLst>
                    <a:ext uri="{FF2B5EF4-FFF2-40B4-BE49-F238E27FC236}">
                      <a16:creationId xmlns:a16="http://schemas.microsoft.com/office/drawing/2014/main" id="{29CB6F83-6ED1-D14A-AEEF-2BF34F3E1A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67" name="Group 1224">
                <a:extLst>
                  <a:ext uri="{FF2B5EF4-FFF2-40B4-BE49-F238E27FC236}">
                    <a16:creationId xmlns:a16="http://schemas.microsoft.com/office/drawing/2014/main" id="{5966A739-39F7-1F4E-8010-33CE8BC148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74" name="Line 1225">
                  <a:extLst>
                    <a:ext uri="{FF2B5EF4-FFF2-40B4-BE49-F238E27FC236}">
                      <a16:creationId xmlns:a16="http://schemas.microsoft.com/office/drawing/2014/main" id="{B5E1631C-8720-0740-B492-9B1A2D84FF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5" name="Line 1226">
                  <a:extLst>
                    <a:ext uri="{FF2B5EF4-FFF2-40B4-BE49-F238E27FC236}">
                      <a16:creationId xmlns:a16="http://schemas.microsoft.com/office/drawing/2014/main" id="{D87F55C0-1CC9-CA49-B7B6-34474894A5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6" name="Line 1227">
                  <a:extLst>
                    <a:ext uri="{FF2B5EF4-FFF2-40B4-BE49-F238E27FC236}">
                      <a16:creationId xmlns:a16="http://schemas.microsoft.com/office/drawing/2014/main" id="{134E0F83-EEE8-E441-9AF8-51E60CA43C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68" name="Rectangle 1228">
                <a:extLst>
                  <a:ext uri="{FF2B5EF4-FFF2-40B4-BE49-F238E27FC236}">
                    <a16:creationId xmlns:a16="http://schemas.microsoft.com/office/drawing/2014/main" id="{29C940A2-94D8-794B-BA64-65DE84340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69" name="Rectangle 1229">
                <a:extLst>
                  <a:ext uri="{FF2B5EF4-FFF2-40B4-BE49-F238E27FC236}">
                    <a16:creationId xmlns:a16="http://schemas.microsoft.com/office/drawing/2014/main" id="{EEB5211B-B142-A64E-8E06-3B5646E23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70" name="Line 1230">
                <a:extLst>
                  <a:ext uri="{FF2B5EF4-FFF2-40B4-BE49-F238E27FC236}">
                    <a16:creationId xmlns:a16="http://schemas.microsoft.com/office/drawing/2014/main" id="{AD70BC41-4226-E74A-9F6A-343A3D317D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71" name="Line 1231">
                <a:extLst>
                  <a:ext uri="{FF2B5EF4-FFF2-40B4-BE49-F238E27FC236}">
                    <a16:creationId xmlns:a16="http://schemas.microsoft.com/office/drawing/2014/main" id="{7C6E9832-C5B6-9047-944A-EB82004CA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72" name="Rectangle 1232">
                <a:extLst>
                  <a:ext uri="{FF2B5EF4-FFF2-40B4-BE49-F238E27FC236}">
                    <a16:creationId xmlns:a16="http://schemas.microsoft.com/office/drawing/2014/main" id="{A4B1A80B-FDE9-0043-B0B8-D2EF474AA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73" name="Text Box 1233">
                <a:extLst>
                  <a:ext uri="{FF2B5EF4-FFF2-40B4-BE49-F238E27FC236}">
                    <a16:creationId xmlns:a16="http://schemas.microsoft.com/office/drawing/2014/main" id="{FB31D49C-5D5F-FC42-83BC-99E1F61466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5" name="Group 1234">
              <a:extLst>
                <a:ext uri="{FF2B5EF4-FFF2-40B4-BE49-F238E27FC236}">
                  <a16:creationId xmlns:a16="http://schemas.microsoft.com/office/drawing/2014/main" id="{A213500C-DA6B-3D42-B871-7B211A80AF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9" y="2640"/>
              <a:ext cx="513" cy="442"/>
              <a:chOff x="3937" y="633"/>
              <a:chExt cx="513" cy="442"/>
            </a:xfrm>
          </p:grpSpPr>
          <p:sp>
            <p:nvSpPr>
              <p:cNvPr id="44138" name="Line 1235">
                <a:extLst>
                  <a:ext uri="{FF2B5EF4-FFF2-40B4-BE49-F238E27FC236}">
                    <a16:creationId xmlns:a16="http://schemas.microsoft.com/office/drawing/2014/main" id="{88C639D0-3AF8-0145-8AA6-0B8E8CB096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9" name="Line 1236">
                <a:extLst>
                  <a:ext uri="{FF2B5EF4-FFF2-40B4-BE49-F238E27FC236}">
                    <a16:creationId xmlns:a16="http://schemas.microsoft.com/office/drawing/2014/main" id="{7CE80CD0-94E2-3F4E-86A3-F74741505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0" name="Oval 1237">
                <a:extLst>
                  <a:ext uri="{FF2B5EF4-FFF2-40B4-BE49-F238E27FC236}">
                    <a16:creationId xmlns:a16="http://schemas.microsoft.com/office/drawing/2014/main" id="{82745D56-78C6-304E-9805-18EE7E80E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1" name="Line 1238">
                <a:extLst>
                  <a:ext uri="{FF2B5EF4-FFF2-40B4-BE49-F238E27FC236}">
                    <a16:creationId xmlns:a16="http://schemas.microsoft.com/office/drawing/2014/main" id="{B68A5890-37F1-5947-93CE-99885869C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2" name="Line 1239">
                <a:extLst>
                  <a:ext uri="{FF2B5EF4-FFF2-40B4-BE49-F238E27FC236}">
                    <a16:creationId xmlns:a16="http://schemas.microsoft.com/office/drawing/2014/main" id="{1B8F4C9B-6E7B-A44D-965A-E2E5F1C71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3" name="Rectangle 1240">
                <a:extLst>
                  <a:ext uri="{FF2B5EF4-FFF2-40B4-BE49-F238E27FC236}">
                    <a16:creationId xmlns:a16="http://schemas.microsoft.com/office/drawing/2014/main" id="{FFDC1CA4-9857-5842-80AF-AA8616A87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44" name="Oval 1241">
                <a:extLst>
                  <a:ext uri="{FF2B5EF4-FFF2-40B4-BE49-F238E27FC236}">
                    <a16:creationId xmlns:a16="http://schemas.microsoft.com/office/drawing/2014/main" id="{730A39EE-937B-D346-B853-8FDC20E73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45" name="Group 1242">
                <a:extLst>
                  <a:ext uri="{FF2B5EF4-FFF2-40B4-BE49-F238E27FC236}">
                    <a16:creationId xmlns:a16="http://schemas.microsoft.com/office/drawing/2014/main" id="{30B8F753-58B4-7347-AAC5-5B6777EA15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56" name="Line 1243">
                  <a:extLst>
                    <a:ext uri="{FF2B5EF4-FFF2-40B4-BE49-F238E27FC236}">
                      <a16:creationId xmlns:a16="http://schemas.microsoft.com/office/drawing/2014/main" id="{443BE502-3F02-6C4C-9563-E199E71B7E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7" name="Line 1244">
                  <a:extLst>
                    <a:ext uri="{FF2B5EF4-FFF2-40B4-BE49-F238E27FC236}">
                      <a16:creationId xmlns:a16="http://schemas.microsoft.com/office/drawing/2014/main" id="{168488A1-DBC3-624A-B84B-0ACF84975D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8" name="Line 1245">
                  <a:extLst>
                    <a:ext uri="{FF2B5EF4-FFF2-40B4-BE49-F238E27FC236}">
                      <a16:creationId xmlns:a16="http://schemas.microsoft.com/office/drawing/2014/main" id="{EC0FBAC2-114A-D947-8B5B-50EE4F6F0D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46" name="Group 1246">
                <a:extLst>
                  <a:ext uri="{FF2B5EF4-FFF2-40B4-BE49-F238E27FC236}">
                    <a16:creationId xmlns:a16="http://schemas.microsoft.com/office/drawing/2014/main" id="{21D98594-D795-DD47-B05F-30DA928E92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53" name="Line 1247">
                  <a:extLst>
                    <a:ext uri="{FF2B5EF4-FFF2-40B4-BE49-F238E27FC236}">
                      <a16:creationId xmlns:a16="http://schemas.microsoft.com/office/drawing/2014/main" id="{BD32E591-C49D-5949-BCBD-9B494BE800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4" name="Line 1248">
                  <a:extLst>
                    <a:ext uri="{FF2B5EF4-FFF2-40B4-BE49-F238E27FC236}">
                      <a16:creationId xmlns:a16="http://schemas.microsoft.com/office/drawing/2014/main" id="{E448BFA8-C1D9-3046-AF84-99EA349AFF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5" name="Line 1249">
                  <a:extLst>
                    <a:ext uri="{FF2B5EF4-FFF2-40B4-BE49-F238E27FC236}">
                      <a16:creationId xmlns:a16="http://schemas.microsoft.com/office/drawing/2014/main" id="{EE912CF1-7A7D-1247-9E8E-1B822768B3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47" name="Rectangle 1250">
                <a:extLst>
                  <a:ext uri="{FF2B5EF4-FFF2-40B4-BE49-F238E27FC236}">
                    <a16:creationId xmlns:a16="http://schemas.microsoft.com/office/drawing/2014/main" id="{4C4C9990-8B23-F94A-9AFE-E5050C179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8" name="Rectangle 1251">
                <a:extLst>
                  <a:ext uri="{FF2B5EF4-FFF2-40B4-BE49-F238E27FC236}">
                    <a16:creationId xmlns:a16="http://schemas.microsoft.com/office/drawing/2014/main" id="{4EF9ED20-D5BD-224F-880A-008077FD1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9" name="Line 1252">
                <a:extLst>
                  <a:ext uri="{FF2B5EF4-FFF2-40B4-BE49-F238E27FC236}">
                    <a16:creationId xmlns:a16="http://schemas.microsoft.com/office/drawing/2014/main" id="{2D16AA9B-D988-1041-8DC8-84E49353EF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0" name="Line 1253">
                <a:extLst>
                  <a:ext uri="{FF2B5EF4-FFF2-40B4-BE49-F238E27FC236}">
                    <a16:creationId xmlns:a16="http://schemas.microsoft.com/office/drawing/2014/main" id="{36C6EE84-5CDE-0A49-BF6E-FDE3FD980F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1" name="Rectangle 1254">
                <a:extLst>
                  <a:ext uri="{FF2B5EF4-FFF2-40B4-BE49-F238E27FC236}">
                    <a16:creationId xmlns:a16="http://schemas.microsoft.com/office/drawing/2014/main" id="{EBCEF659-B6DC-D548-A90F-95BE3D671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52" name="Text Box 1255">
                <a:extLst>
                  <a:ext uri="{FF2B5EF4-FFF2-40B4-BE49-F238E27FC236}">
                    <a16:creationId xmlns:a16="http://schemas.microsoft.com/office/drawing/2014/main" id="{51018049-B139-EB41-B602-7B3A892A4D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  <p:grpSp>
          <p:nvGrpSpPr>
            <p:cNvPr id="44116" name="Group 1256">
              <a:extLst>
                <a:ext uri="{FF2B5EF4-FFF2-40B4-BE49-F238E27FC236}">
                  <a16:creationId xmlns:a16="http://schemas.microsoft.com/office/drawing/2014/main" id="{148AFFC7-B294-A048-8B90-69F57317EB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" y="2866"/>
              <a:ext cx="513" cy="442"/>
              <a:chOff x="3937" y="633"/>
              <a:chExt cx="513" cy="442"/>
            </a:xfrm>
          </p:grpSpPr>
          <p:sp>
            <p:nvSpPr>
              <p:cNvPr id="44117" name="Line 1257">
                <a:extLst>
                  <a:ext uri="{FF2B5EF4-FFF2-40B4-BE49-F238E27FC236}">
                    <a16:creationId xmlns:a16="http://schemas.microsoft.com/office/drawing/2014/main" id="{6E5735D5-24B1-994F-AB76-01D38E617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8" name="Line 1258">
                <a:extLst>
                  <a:ext uri="{FF2B5EF4-FFF2-40B4-BE49-F238E27FC236}">
                    <a16:creationId xmlns:a16="http://schemas.microsoft.com/office/drawing/2014/main" id="{54F3B2FE-F1E5-4B45-A613-FA964786D9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9" name="Oval 1259">
                <a:extLst>
                  <a:ext uri="{FF2B5EF4-FFF2-40B4-BE49-F238E27FC236}">
                    <a16:creationId xmlns:a16="http://schemas.microsoft.com/office/drawing/2014/main" id="{EA458E95-A8A0-7F43-8162-C53606388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0" name="Line 1260">
                <a:extLst>
                  <a:ext uri="{FF2B5EF4-FFF2-40B4-BE49-F238E27FC236}">
                    <a16:creationId xmlns:a16="http://schemas.microsoft.com/office/drawing/2014/main" id="{C702AE1E-30C6-2A4F-8D9D-5DC36B028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1" name="Line 1261">
                <a:extLst>
                  <a:ext uri="{FF2B5EF4-FFF2-40B4-BE49-F238E27FC236}">
                    <a16:creationId xmlns:a16="http://schemas.microsoft.com/office/drawing/2014/main" id="{1EB37661-0589-9843-9372-41DEBE167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2" name="Rectangle 1262">
                <a:extLst>
                  <a:ext uri="{FF2B5EF4-FFF2-40B4-BE49-F238E27FC236}">
                    <a16:creationId xmlns:a16="http://schemas.microsoft.com/office/drawing/2014/main" id="{1CDFA2F4-ED34-F741-8B19-BC422C09E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23" name="Oval 1263">
                <a:extLst>
                  <a:ext uri="{FF2B5EF4-FFF2-40B4-BE49-F238E27FC236}">
                    <a16:creationId xmlns:a16="http://schemas.microsoft.com/office/drawing/2014/main" id="{D613F83D-D3B7-ED4B-81F2-DEDF8B872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24" name="Group 1264">
                <a:extLst>
                  <a:ext uri="{FF2B5EF4-FFF2-40B4-BE49-F238E27FC236}">
                    <a16:creationId xmlns:a16="http://schemas.microsoft.com/office/drawing/2014/main" id="{CA38EF00-5D99-C948-B9C0-D2A30ADCF8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35" name="Line 1265">
                  <a:extLst>
                    <a:ext uri="{FF2B5EF4-FFF2-40B4-BE49-F238E27FC236}">
                      <a16:creationId xmlns:a16="http://schemas.microsoft.com/office/drawing/2014/main" id="{F67BB788-830A-144B-B0DF-2F03908ACB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6" name="Line 1266">
                  <a:extLst>
                    <a:ext uri="{FF2B5EF4-FFF2-40B4-BE49-F238E27FC236}">
                      <a16:creationId xmlns:a16="http://schemas.microsoft.com/office/drawing/2014/main" id="{21F94EE8-3729-EC44-8F6D-5FA2E5397D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7" name="Line 1267">
                  <a:extLst>
                    <a:ext uri="{FF2B5EF4-FFF2-40B4-BE49-F238E27FC236}">
                      <a16:creationId xmlns:a16="http://schemas.microsoft.com/office/drawing/2014/main" id="{A4302E7C-3444-934F-A857-AC38C8C1AC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25" name="Group 1268">
                <a:extLst>
                  <a:ext uri="{FF2B5EF4-FFF2-40B4-BE49-F238E27FC236}">
                    <a16:creationId xmlns:a16="http://schemas.microsoft.com/office/drawing/2014/main" id="{8C51C88A-37E8-5B47-AE25-CA5F75B783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32" name="Line 1269">
                  <a:extLst>
                    <a:ext uri="{FF2B5EF4-FFF2-40B4-BE49-F238E27FC236}">
                      <a16:creationId xmlns:a16="http://schemas.microsoft.com/office/drawing/2014/main" id="{2A43C4FA-18AF-6E4D-89C5-CCFB5A75FE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3" name="Line 1270">
                  <a:extLst>
                    <a:ext uri="{FF2B5EF4-FFF2-40B4-BE49-F238E27FC236}">
                      <a16:creationId xmlns:a16="http://schemas.microsoft.com/office/drawing/2014/main" id="{27367354-F1A5-9648-A7C5-EF0A07A19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4" name="Line 1271">
                  <a:extLst>
                    <a:ext uri="{FF2B5EF4-FFF2-40B4-BE49-F238E27FC236}">
                      <a16:creationId xmlns:a16="http://schemas.microsoft.com/office/drawing/2014/main" id="{73C50C19-A70F-0746-9CD2-09D596D439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26" name="Rectangle 1272">
                <a:extLst>
                  <a:ext uri="{FF2B5EF4-FFF2-40B4-BE49-F238E27FC236}">
                    <a16:creationId xmlns:a16="http://schemas.microsoft.com/office/drawing/2014/main" id="{989C18AC-7AA4-FD41-9FEA-55E70E55C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7" name="Rectangle 1273">
                <a:extLst>
                  <a:ext uri="{FF2B5EF4-FFF2-40B4-BE49-F238E27FC236}">
                    <a16:creationId xmlns:a16="http://schemas.microsoft.com/office/drawing/2014/main" id="{6BA762DE-EC55-0C4B-BCC3-4453FB975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8" name="Line 1274">
                <a:extLst>
                  <a:ext uri="{FF2B5EF4-FFF2-40B4-BE49-F238E27FC236}">
                    <a16:creationId xmlns:a16="http://schemas.microsoft.com/office/drawing/2014/main" id="{1549BBDE-4854-044C-B3A8-DFA3C9CC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9" name="Line 1275">
                <a:extLst>
                  <a:ext uri="{FF2B5EF4-FFF2-40B4-BE49-F238E27FC236}">
                    <a16:creationId xmlns:a16="http://schemas.microsoft.com/office/drawing/2014/main" id="{F85B0CF9-29C4-2E45-B638-F94F79FCC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0" name="Rectangle 1276">
                <a:extLst>
                  <a:ext uri="{FF2B5EF4-FFF2-40B4-BE49-F238E27FC236}">
                    <a16:creationId xmlns:a16="http://schemas.microsoft.com/office/drawing/2014/main" id="{A103AA26-528D-EC43-B9A0-A7BCFF5AE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31" name="Text Box 1277">
                <a:extLst>
                  <a:ext uri="{FF2B5EF4-FFF2-40B4-BE49-F238E27FC236}">
                    <a16:creationId xmlns:a16="http://schemas.microsoft.com/office/drawing/2014/main" id="{19F44330-7902-1D42-B52A-37BB774359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</p:grpSp>
      </p:grpSp>
      <p:sp>
        <p:nvSpPr>
          <p:cNvPr id="632064" name="Rectangle 1280">
            <a:extLst>
              <a:ext uri="{FF2B5EF4-FFF2-40B4-BE49-F238E27FC236}">
                <a16:creationId xmlns:a16="http://schemas.microsoft.com/office/drawing/2014/main" id="{1626AAC8-2026-6841-9005-AADCA3C3B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5350" y="858838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32065" name="Rectangle 1281">
            <a:extLst>
              <a:ext uri="{FF2B5EF4-FFF2-40B4-BE49-F238E27FC236}">
                <a16:creationId xmlns:a16="http://schemas.microsoft.com/office/drawing/2014/main" id="{8291F924-FA89-4F47-A3BD-767A65DFA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5500" y="1509713"/>
            <a:ext cx="596900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32066" name="Rectangle 1282">
            <a:extLst>
              <a:ext uri="{FF2B5EF4-FFF2-40B4-BE49-F238E27FC236}">
                <a16:creationId xmlns:a16="http://schemas.microsoft.com/office/drawing/2014/main" id="{461A037F-15E4-C544-BB5B-368B425DA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01250" y="4487863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44104" name="Slide Number Placeholder 5">
            <a:extLst>
              <a:ext uri="{FF2B5EF4-FFF2-40B4-BE49-F238E27FC236}">
                <a16:creationId xmlns:a16="http://schemas.microsoft.com/office/drawing/2014/main" id="{B162EEBD-E27C-9444-9DA0-4C015B9803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charset="0"/>
                <a:ea typeface="Arial" charset="0"/>
                <a:cs typeface="Arial" charset="0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US" altLang="en-US"/>
              <a:t>2-</a:t>
            </a:r>
            <a:fld id="{39532C48-9CBA-9F46-A251-983D9EF301CE}" type="slidenum">
              <a:rPr lang="en-US" altLang="en-US" smtClean="0"/>
              <a:pPr/>
              <a:t>29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4105" name="Footer Placeholder 2">
            <a:extLst>
              <a:ext uri="{FF2B5EF4-FFF2-40B4-BE49-F238E27FC236}">
                <a16:creationId xmlns:a16="http://schemas.microsoft.com/office/drawing/2014/main" id="{DDB580D2-DD63-BC4F-85AB-2C0405C5A5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/>
            <a:r>
              <a:rPr lang="en-US"/>
              <a:t>引言</a:t>
            </a:r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9033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9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19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44 0.01227 L 0.00382 0.0949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4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0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48148E-6 L 2.5E-6 0.07269 L 0.02726 0.18982 L 0.02726 0.1132 L 0.07118 0.11112 L 0.07257 0.18982 L 0.11667 0.14144 L 0.11667 0.07871 L 0.16059 0.07686 L 0.10903 0.23426 L 0.11511 0.15949 L 0.1559 0.15949 L 0.15747 0.23635 L 0.1059 0.34537 L 0.10295 0.27061 L 0.14236 0.26875 L 0.14688 0.39584 L 0.1559 0.3213 L 0.19236 0.31922 L 0.19688 0.39792 L 0.1059 0.49908 L 0.1059 0.41621 L 0.14236 0.41621 L 0.14236 0.49699 L 0.18785 0.53542 L 0.18785 0.44653 L 0.2257 0.44653 L 0.22865 0.52732 L 0.31198 0.50301 L 0.31198 0.43843 " pathEditMode="relative" ptsTypes="AAAAAAAAAAAAAAAAAAAAAAAAAAAAAA">
                                      <p:cBhvr>
                                        <p:cTn id="31" dur="5000" fill="hold"/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3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9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42" presetID="42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0 L -0.00156 -0.07106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" y="-35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2064" grpId="0" animBg="1"/>
      <p:bldP spid="632064" grpId="1" animBg="1"/>
      <p:bldP spid="632064" grpId="2" animBg="1"/>
      <p:bldP spid="632065" grpId="0" animBg="1"/>
      <p:bldP spid="632065" grpId="1" animBg="1"/>
      <p:bldP spid="632065" grpId="2" animBg="1"/>
      <p:bldP spid="632066" grpId="0" animBg="1"/>
      <p:bldP spid="632066" grpId="1" animBg="1"/>
      <p:bldP spid="632066" grpId="2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Rectangle 2">
            <a:extLst>
              <a:ext uri="{FF2B5EF4-FFF2-40B4-BE49-F238E27FC236}">
                <a16:creationId xmlns:a16="http://schemas.microsoft.com/office/drawing/2014/main" id="{AE11EA8C-818B-FE47-B3A7-B815BA82A7A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协议栈：实现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D244D0E-3746-D34E-99DC-350C061270AB}"/>
              </a:ext>
            </a:extLst>
          </p:cNvPr>
          <p:cNvGrpSpPr/>
          <p:nvPr/>
        </p:nvGrpSpPr>
        <p:grpSpPr>
          <a:xfrm>
            <a:off x="1521866" y="2342630"/>
            <a:ext cx="9052473" cy="3967163"/>
            <a:chOff x="-2135" y="1708150"/>
            <a:chExt cx="9052473" cy="3967163"/>
          </a:xfrm>
        </p:grpSpPr>
        <p:sp>
          <p:nvSpPr>
            <p:cNvPr id="44034" name="Text Box 7">
              <a:extLst>
                <a:ext uri="{FF2B5EF4-FFF2-40B4-BE49-F238E27FC236}">
                  <a16:creationId xmlns:a16="http://schemas.microsoft.com/office/drawing/2014/main" id="{FAEC679B-3FBF-4E45-A787-55442ECA3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3741" y="2228850"/>
              <a:ext cx="1713931" cy="341632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应用层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传输层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网络层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链路层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2400">
                <a:ea typeface="宋体" panose="02010600030101010101" pitchFamily="2" charset="-122"/>
              </a:endParaRP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物理层</a:t>
              </a:r>
            </a:p>
          </p:txBody>
        </p:sp>
        <p:sp>
          <p:nvSpPr>
            <p:cNvPr id="44035" name="Line 8">
              <a:extLst>
                <a:ext uri="{FF2B5EF4-FFF2-40B4-BE49-F238E27FC236}">
                  <a16:creationId xmlns:a16="http://schemas.microsoft.com/office/drawing/2014/main" id="{7810748C-078D-A744-B68D-357E215E09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1075" y="2801938"/>
              <a:ext cx="1765300" cy="2698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6" name="Line 9">
              <a:extLst>
                <a:ext uri="{FF2B5EF4-FFF2-40B4-BE49-F238E27FC236}">
                  <a16:creationId xmlns:a16="http://schemas.microsoft.com/office/drawing/2014/main" id="{75305965-CE27-B049-83EA-C0503E148E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35734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7" name="Line 10">
              <a:extLst>
                <a:ext uri="{FF2B5EF4-FFF2-40B4-BE49-F238E27FC236}">
                  <a16:creationId xmlns:a16="http://schemas.microsoft.com/office/drawing/2014/main" id="{6BDE2EF7-A2EA-4241-A5A9-1EFDED5D42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6175" y="4259263"/>
              <a:ext cx="143827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8" name="Line 11">
              <a:extLst>
                <a:ext uri="{FF2B5EF4-FFF2-40B4-BE49-F238E27FC236}">
                  <a16:creationId xmlns:a16="http://schemas.microsoft.com/office/drawing/2014/main" id="{C9E1FD83-DA45-F64F-85DA-2936DA378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3925" y="5003800"/>
              <a:ext cx="1816100" cy="2857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39" name="Rectangle 1">
              <a:extLst>
                <a:ext uri="{FF2B5EF4-FFF2-40B4-BE49-F238E27FC236}">
                  <a16:creationId xmlns:a16="http://schemas.microsoft.com/office/drawing/2014/main" id="{2AB3BE85-1E01-CA42-972D-C1CD2D1133E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632618" y="2386806"/>
              <a:ext cx="1817688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FF0000"/>
                  </a:solidFill>
                  <a:ea typeface="宋体" panose="02010600030101010101" pitchFamily="2" charset="-122"/>
                </a:rPr>
                <a:t>端到端</a:t>
              </a:r>
            </a:p>
          </p:txBody>
        </p:sp>
        <p:sp>
          <p:nvSpPr>
            <p:cNvPr id="44040" name="Line 19">
              <a:extLst>
                <a:ext uri="{FF2B5EF4-FFF2-40B4-BE49-F238E27FC236}">
                  <a16:creationId xmlns:a16="http://schemas.microsoft.com/office/drawing/2014/main" id="{07205E3E-A27B-6144-A022-69B8B6D3F6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0" y="3541713"/>
              <a:ext cx="3387725" cy="31750"/>
            </a:xfrm>
            <a:prstGeom prst="line">
              <a:avLst/>
            </a:prstGeom>
            <a:noFill/>
            <a:ln w="44450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Rectangle 3">
              <a:extLst>
                <a:ext uri="{FF2B5EF4-FFF2-40B4-BE49-F238E27FC236}">
                  <a16:creationId xmlns:a16="http://schemas.microsoft.com/office/drawing/2014/main" id="{A46BBEBF-1C35-724A-A4DF-B55EDC23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2509" y="3295650"/>
              <a:ext cx="1652587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操作系统内核</a:t>
              </a:r>
            </a:p>
          </p:txBody>
        </p:sp>
        <p:sp>
          <p:nvSpPr>
            <p:cNvPr id="44042" name="Left Brace 27">
              <a:extLst>
                <a:ext uri="{FF2B5EF4-FFF2-40B4-BE49-F238E27FC236}">
                  <a16:creationId xmlns:a16="http://schemas.microsoft.com/office/drawing/2014/main" id="{88B04AC3-B86A-7F42-B8D1-0E3F781828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372100" y="4486275"/>
              <a:ext cx="465138" cy="914400"/>
            </a:xfrm>
            <a:prstGeom prst="leftBrace">
              <a:avLst>
                <a:gd name="adj1" fmla="val 8337"/>
                <a:gd name="adj2" fmla="val 5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44043" name="Left Brace 28">
              <a:extLst>
                <a:ext uri="{FF2B5EF4-FFF2-40B4-BE49-F238E27FC236}">
                  <a16:creationId xmlns:a16="http://schemas.microsoft.com/office/drawing/2014/main" id="{B3021A39-9148-4742-AB3D-3956E55F0C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381625" y="3095625"/>
              <a:ext cx="465138" cy="914400"/>
            </a:xfrm>
            <a:prstGeom prst="leftBrace">
              <a:avLst>
                <a:gd name="adj1" fmla="val 8337"/>
                <a:gd name="adj2" fmla="val 5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44044" name="Rectangle 29">
              <a:extLst>
                <a:ext uri="{FF2B5EF4-FFF2-40B4-BE49-F238E27FC236}">
                  <a16:creationId xmlns:a16="http://schemas.microsoft.com/office/drawing/2014/main" id="{50BB783D-D9A9-ED4D-B498-E30400758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4541838"/>
              <a:ext cx="3011488" cy="830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NIC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2400">
                  <a:ea typeface="宋体" panose="02010600030101010101" pitchFamily="2" charset="-122"/>
                </a:rPr>
                <a:t>（外设）</a:t>
              </a:r>
              <a:r>
                <a:rPr lang="en-US" altLang="en-US" sz="2400">
                  <a:latin typeface="Times New Roman" panose="02020603050405020304" pitchFamily="18" charset="0"/>
                  <a:ea typeface="宋体" panose="02010600030101010101" pitchFamily="2" charset="-122"/>
                </a:rPr>
                <a:t/>
              </a:r>
              <a:r>
                <a:rPr lang="zh-CN" altLang="en-US" sz="2400">
                  <a:ea typeface="宋体" panose="02010600030101010101" pitchFamily="2" charset="-122"/>
                </a:rPr>
                <a:t/>
              </a:r>
              <a:endParaRPr lang="en-US" altLang="zh-CN" sz="2400">
                <a:ea typeface="宋体" panose="02010600030101010101" pitchFamily="2" charset="-122"/>
              </a:endParaRPr>
            </a:p>
          </p:txBody>
        </p:sp>
        <p:sp>
          <p:nvSpPr>
            <p:cNvPr id="44045" name="Rectangle 30">
              <a:extLst>
                <a:ext uri="{FF2B5EF4-FFF2-40B4-BE49-F238E27FC236}">
                  <a16:creationId xmlns:a16="http://schemas.microsoft.com/office/drawing/2014/main" id="{146F068E-41ED-484A-B25E-5778B7DE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946" y="2327275"/>
              <a:ext cx="1765300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用户空间</a:t>
              </a:r>
            </a:p>
          </p:txBody>
        </p:sp>
        <p:sp>
          <p:nvSpPr>
            <p:cNvPr id="44046" name="Rectangle 4">
              <a:extLst>
                <a:ext uri="{FF2B5EF4-FFF2-40B4-BE49-F238E27FC236}">
                  <a16:creationId xmlns:a16="http://schemas.microsoft.com/office/drawing/2014/main" id="{331D7BCC-52DC-E545-A8DD-9039E6015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47" y="222885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HTTP, FTP,DNS</a:t>
              </a:r>
              <a:r>
                <a:rPr lang="mr-IN" altLang="zh-CN" sz="2400" dirty="0">
                  <a:ea typeface="宋体" panose="02010600030101010101" pitchFamily="2" charset="-122"/>
                </a:rPr>
                <a:t>……</a:t>
              </a:r>
              <a:endParaRPr lang="en-US" altLang="zh-CN" sz="2400" dirty="0">
                <a:ea typeface="宋体" panose="02010600030101010101" pitchFamily="2" charset="-122"/>
              </a:endParaRPr>
            </a:p>
          </p:txBody>
        </p:sp>
        <p:sp>
          <p:nvSpPr>
            <p:cNvPr id="44047" name="Rectangle 32">
              <a:extLst>
                <a:ext uri="{FF2B5EF4-FFF2-40B4-BE49-F238E27FC236}">
                  <a16:creationId xmlns:a16="http://schemas.microsoft.com/office/drawing/2014/main" id="{EAF23DD7-FE1A-6A4C-A8F9-9A6A6AD14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13" y="2895600"/>
              <a:ext cx="2957512" cy="461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ea typeface="宋体" panose="02010600030101010101" pitchFamily="2" charset="-122"/>
                </a:rPr>
                <a:t>TCP,UDP</a:t>
              </a:r>
            </a:p>
          </p:txBody>
        </p:sp>
        <p:sp>
          <p:nvSpPr>
            <p:cNvPr id="44048" name="Rectangle 33">
              <a:extLst>
                <a:ext uri="{FF2B5EF4-FFF2-40B4-BE49-F238E27FC236}">
                  <a16:creationId xmlns:a16="http://schemas.microsoft.com/office/drawing/2014/main" id="{030EF7AD-1237-D443-A7AB-385A67A93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000" y="3762375"/>
              <a:ext cx="2955925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ea typeface="宋体" panose="02010600030101010101" pitchFamily="2" charset="-122"/>
                </a:rPr>
                <a:t>IP</a:t>
              </a:r>
            </a:p>
          </p:txBody>
        </p:sp>
        <p:sp>
          <p:nvSpPr>
            <p:cNvPr id="44049" name="Rectangle 34">
              <a:extLst>
                <a:ext uri="{FF2B5EF4-FFF2-40B4-BE49-F238E27FC236}">
                  <a16:creationId xmlns:a16="http://schemas.microsoft.com/office/drawing/2014/main" id="{28E0B5A6-C672-554C-BAE8-6F7ADD34A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35" y="4424362"/>
              <a:ext cx="295592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ea typeface="宋体" panose="02010600030101010101" pitchFamily="2" charset="-122"/>
                </a:rPr>
                <a:t>CSMA,CDMA,TDMA</a:t>
              </a:r>
              <a:r>
                <a:rPr lang="mr-IN" altLang="zh-CN" sz="2000" dirty="0">
                  <a:ea typeface="宋体" panose="02010600030101010101" pitchFamily="2" charset="-122"/>
                </a:rPr>
                <a:t>…</a:t>
              </a:r>
              <a:endParaRPr lang="en-US" altLang="zh-CN" sz="2000" dirty="0">
                <a:ea typeface="宋体" panose="02010600030101010101" pitchFamily="2" charset="-122"/>
              </a:endParaRPr>
            </a:p>
          </p:txBody>
        </p:sp>
        <p:grpSp>
          <p:nvGrpSpPr>
            <p:cNvPr id="44050" name="Group 6">
              <a:extLst>
                <a:ext uri="{FF2B5EF4-FFF2-40B4-BE49-F238E27FC236}">
                  <a16:creationId xmlns:a16="http://schemas.microsoft.com/office/drawing/2014/main" id="{40CE23A8-7056-884F-B041-71E4C2E1A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4700" y="2135188"/>
              <a:ext cx="1641475" cy="3540125"/>
              <a:chOff x="2044454" y="2135189"/>
              <a:chExt cx="1641721" cy="3540125"/>
            </a:xfrm>
          </p:grpSpPr>
          <p:sp>
            <p:nvSpPr>
              <p:cNvPr id="6" name="Arc 5">
                <a:extLst>
                  <a:ext uri="{FF2B5EF4-FFF2-40B4-BE49-F238E27FC236}">
                    <a16:creationId xmlns:a16="http://schemas.microsoft.com/office/drawing/2014/main" id="{9971C973-26A7-6F43-BE18-CD2B8595D408}"/>
                  </a:ext>
                </a:extLst>
              </p:cNvPr>
              <p:cNvSpPr/>
              <p:nvPr/>
            </p:nvSpPr>
            <p:spPr bwMode="auto">
              <a:xfrm>
                <a:off x="2171473" y="2144714"/>
                <a:ext cx="1514702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AA3C7FAE-B564-8D45-AA35-52B1B812FD52}"/>
                  </a:ext>
                </a:extLst>
              </p:cNvPr>
              <p:cNvSpPr/>
              <p:nvPr/>
            </p:nvSpPr>
            <p:spPr bwMode="auto">
              <a:xfrm rot="10800000" flipH="1">
                <a:off x="2044454" y="2135189"/>
                <a:ext cx="1632195" cy="3530600"/>
              </a:xfrm>
              <a:prstGeom prst="arc">
                <a:avLst/>
              </a:prstGeom>
              <a:noFill/>
              <a:ln w="952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Times New Roman" pitchFamily="-48" charset="0"/>
                  <a:ea typeface="ＭＳ Ｐゴシック" charset="-128"/>
                </a:endParaRPr>
              </a:p>
            </p:txBody>
          </p:sp>
        </p:grpSp>
        <p:sp>
          <p:nvSpPr>
            <p:cNvPr id="42" name="Arc 41">
              <a:extLst>
                <a:ext uri="{FF2B5EF4-FFF2-40B4-BE49-F238E27FC236}">
                  <a16:creationId xmlns:a16="http://schemas.microsoft.com/office/drawing/2014/main" id="{9987496F-D6DE-5F43-BD1C-CC158275A9F5}"/>
                </a:ext>
              </a:extLst>
            </p:cNvPr>
            <p:cNvSpPr/>
            <p:nvPr/>
          </p:nvSpPr>
          <p:spPr bwMode="auto">
            <a:xfrm flipH="1">
              <a:off x="5124450" y="2125663"/>
              <a:ext cx="1439863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3" name="Arc 42">
              <a:extLst>
                <a:ext uri="{FF2B5EF4-FFF2-40B4-BE49-F238E27FC236}">
                  <a16:creationId xmlns:a16="http://schemas.microsoft.com/office/drawing/2014/main" id="{F9425E1F-F561-BF43-9BDB-C97F175B2032}"/>
                </a:ext>
              </a:extLst>
            </p:cNvPr>
            <p:cNvSpPr/>
            <p:nvPr/>
          </p:nvSpPr>
          <p:spPr bwMode="auto">
            <a:xfrm rot="10800000">
              <a:off x="5105400" y="2116138"/>
              <a:ext cx="1550988" cy="3530600"/>
            </a:xfrm>
            <a:prstGeom prst="arc">
              <a:avLst/>
            </a:prstGeom>
            <a:noFill/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 New Roman" pitchFamily="-48" charset="0"/>
                <a:ea typeface="ＭＳ Ｐゴシック" charset="-128"/>
              </a:endParaRPr>
            </a:p>
          </p:txBody>
        </p:sp>
        <p:sp>
          <p:nvSpPr>
            <p:cNvPr id="44053" name="Line 11">
              <a:extLst>
                <a:ext uri="{FF2B5EF4-FFF2-40B4-BE49-F238E27FC236}">
                  <a16:creationId xmlns:a16="http://schemas.microsoft.com/office/drawing/2014/main" id="{B2C2495C-7E8E-694F-840A-EA25180E4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0675" y="5637213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4" name="Line 11">
              <a:extLst>
                <a:ext uri="{FF2B5EF4-FFF2-40B4-BE49-F238E27FC236}">
                  <a16:creationId xmlns:a16="http://schemas.microsoft.com/office/drawing/2014/main" id="{2BACD0FC-22D6-A54D-9CB2-192F4371A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8775" y="2103438"/>
              <a:ext cx="2986088" cy="1905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5" name="Line 11">
              <a:extLst>
                <a:ext uri="{FF2B5EF4-FFF2-40B4-BE49-F238E27FC236}">
                  <a16:creationId xmlns:a16="http://schemas.microsoft.com/office/drawing/2014/main" id="{4943537C-1E74-6844-972F-C864D497A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2900" y="2538413"/>
              <a:ext cx="3746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8" name="Rectangle 4">
            <a:extLst>
              <a:ext uri="{FF2B5EF4-FFF2-40B4-BE49-F238E27FC236}">
                <a16:creationId xmlns:a16="http://schemas.microsoft.com/office/drawing/2014/main" id="{7D638607-41F9-1F41-96C4-83315C722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8381" y="1734203"/>
            <a:ext cx="253578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在哪里实现</a:t>
            </a:r>
          </a:p>
        </p:txBody>
      </p:sp>
      <p:sp>
        <p:nvSpPr>
          <p:cNvPr id="29" name="Rectangle 4">
            <a:extLst>
              <a:ext uri="{FF2B5EF4-FFF2-40B4-BE49-F238E27FC236}">
                <a16:creationId xmlns:a16="http://schemas.microsoft.com/office/drawing/2014/main" id="{402D8F38-DF71-C246-80D0-46282C0A9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8834" y="1918768"/>
            <a:ext cx="213107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</a:t>
            </a:r>
          </a:p>
        </p:txBody>
      </p:sp>
      <p:sp>
        <p:nvSpPr>
          <p:cNvPr id="30" name="Rectangle 4">
            <a:extLst>
              <a:ext uri="{FF2B5EF4-FFF2-40B4-BE49-F238E27FC236}">
                <a16:creationId xmlns:a16="http://schemas.microsoft.com/office/drawing/2014/main" id="{3DDBF17A-A7AA-B14E-B843-8A9D06DA19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303" y="1940215"/>
            <a:ext cx="25357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Char char="q"/>
              <a:defRPr sz="28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itchFamily="2" charset="2"/>
              <a:buChar char="v"/>
              <a:defRPr sz="24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协议栈</a:t>
            </a:r>
          </a:p>
        </p:txBody>
      </p:sp>
      <p:pic>
        <p:nvPicPr>
          <p:cNvPr id="31" name="Picture 712" descr="underline_base">
            <a:extLst>
              <a:ext uri="{FF2B5EF4-FFF2-40B4-BE49-F238E27FC236}">
                <a16:creationId xmlns:a16="http://schemas.microsoft.com/office/drawing/2014/main" id="{51BB6D04-FD5A-AE47-A01C-F2AD64B4966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232491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AFA980B5-13AE-DB45-8AD7-80A1575C833B}"/>
              </a:ext>
            </a:extLst>
          </p:cNvPr>
          <p:cNvCxnSpPr/>
          <p:nvPr/>
        </p:nvCxnSpPr>
        <p:spPr bwMode="auto">
          <a:xfrm>
            <a:off x="4321159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3083BC1C-C93E-7C4C-B990-8C0E2C6981C0}"/>
              </a:ext>
            </a:extLst>
          </p:cNvPr>
          <p:cNvCxnSpPr/>
          <p:nvPr/>
        </p:nvCxnSpPr>
        <p:spPr bwMode="auto">
          <a:xfrm>
            <a:off x="7562850" y="1758917"/>
            <a:ext cx="0" cy="48345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629148C-CBBD-3742-A486-2F76C0815D16}"/>
              </a:ext>
            </a:extLst>
          </p:cNvPr>
          <p:cNvCxnSpPr>
            <a:cxnSpLocks/>
          </p:cNvCxnSpPr>
          <p:nvPr/>
        </p:nvCxnSpPr>
        <p:spPr bwMode="auto">
          <a:xfrm flipV="1">
            <a:off x="2030415" y="3489907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48782FB4-ACAB-1547-AAA1-C83A6500745C}"/>
              </a:ext>
            </a:extLst>
          </p:cNvPr>
          <p:cNvCxnSpPr>
            <a:cxnSpLocks/>
          </p:cNvCxnSpPr>
          <p:nvPr/>
        </p:nvCxnSpPr>
        <p:spPr bwMode="auto">
          <a:xfrm flipV="1">
            <a:off x="2182815" y="4873940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D816E838-D443-CE4F-B690-9C21295D2B3E}"/>
              </a:ext>
            </a:extLst>
          </p:cNvPr>
          <p:cNvCxnSpPr>
            <a:cxnSpLocks/>
          </p:cNvCxnSpPr>
          <p:nvPr/>
        </p:nvCxnSpPr>
        <p:spPr bwMode="auto">
          <a:xfrm flipV="1">
            <a:off x="2182815" y="2578620"/>
            <a:ext cx="7461929" cy="129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751204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多路访问链路与协议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链路层：6-31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两类“链路”：</a:t>
            </a:r>
            <a:r>
              <a:rPr lang="en-US" altLang="ja-JP" kern="0" dirty="0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</a:p>
          <a:p>
            <a:pPr>
              <a:defRPr/>
            </a:pPr>
            <a:r>
              <a:rPr lang="en-US" kern="0" dirty="0">
                <a:cs typeface="+mn-cs"/>
              </a:rPr>
              <a:t>点到点</a:t>
            </a:r>
          </a:p>
          <a:p>
            <a:pPr lvl="1">
              <a:defRPr/>
            </a:pPr>
            <a:r>
              <a:rPr lang="en-US" sz="2000" kern="0" dirty="0"/>
              <a:t>Ethernet 交换机与主机之间的点到点链路</a:t>
            </a:r>
          </a:p>
          <a:p>
            <a:pPr lvl="1">
              <a:defRPr/>
            </a:pPr>
            <a:r>
              <a:rPr lang="en-US" sz="2000" kern="0" dirty="0"/>
              <a:t>用于拨号接入的 PPP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广播（共享导线或介质）</a:t>
            </a:r>
          </a:p>
          <a:p>
            <a:pPr lvl="1">
              <a:defRPr/>
            </a:pPr>
            <a:r>
              <a:rPr lang="en-US" sz="2000" kern="0" dirty="0"/>
              <a:t>老式 Ethernet</a:t>
            </a:r>
          </a:p>
          <a:p>
            <a:pPr lvl="1">
              <a:defRPr/>
            </a:pPr>
            <a:r>
              <a:rPr lang="en-US" sz="2000" kern="0" dirty="0"/>
              <a:t>电缆接入网中的上行 HFC</a:t>
            </a:r>
          </a:p>
          <a:p>
            <a:pPr lvl="1">
              <a:defRPr/>
            </a:pPr>
            <a:r>
              <a:rPr lang="en-US" sz="2000" kern="0" dirty="0"/>
              <a:t>802.11 无线 LAN、4G/5G、卫星</a:t>
            </a:r>
            <a:r>
              <a:rPr lang="en-US" sz="2000" kern="0"/>
              <a:t/>
            </a:r>
            <a:r>
              <a:rPr lang="en-US" sz="2000" kern="0" dirty="0"/>
              <a:t/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有线 Ethernet）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共享无线电：WiFi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/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共享无线电：卫星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鸡尾酒会中的人们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（共享空气、声学信道）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共享无线电：4G/5G</a:t>
            </a:r>
          </a:p>
        </p:txBody>
      </p:sp>
    </p:spTree>
    <p:extLst>
      <p:ext uri="{BB962C8B-B14F-4D97-AF65-F5344CB8AC3E}">
        <p14:creationId xmlns:p14="http://schemas.microsoft.com/office/powerpoint/2010/main" val="42076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多路访问协议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链路层：6-32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1" name="Rectangle 3">
            <a:extLst>
              <a:ext uri="{FF2B5EF4-FFF2-40B4-BE49-F238E27FC236}">
                <a16:creationId xmlns:a16="http://schemas.microsoft.com/office/drawing/2014/main" id="{E6233901-684E-DA4D-9AAB-1573F126922B}"/>
              </a:ext>
            </a:extLst>
          </p:cNvPr>
          <p:cNvSpPr txBox="1">
            <a:spLocks noChangeArrowheads="1"/>
          </p:cNvSpPr>
          <p:nvPr/>
        </p:nvSpPr>
        <p:spPr>
          <a:xfrm>
            <a:off x="765106" y="1363316"/>
            <a:ext cx="1114859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单个共享广播信道 </a:t>
            </a:r>
          </a:p>
          <a:p>
            <a:pPr marL="404813" indent="-274638">
              <a:defRPr/>
            </a:pPr>
            <a:r>
              <a:rPr lang="en-US" sz="3200" dirty="0"/>
              <a:t>两个或更多节点同时传输：干扰 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若节点同时接收到两个或更多信号，则发生碰撞</a:t>
            </a:r>
            <a:r>
              <a:rPr lang="en-US" sz="2800" dirty="0"/>
              <a:t/>
            </a:r>
            <a:endParaRPr lang="en-US" i="1" u="sng" dirty="0">
              <a:solidFill>
                <a:srgbClr val="FF0000"/>
              </a:solidFill>
            </a:endParaRPr>
          </a:p>
        </p:txBody>
      </p:sp>
      <p:sp>
        <p:nvSpPr>
          <p:cNvPr id="292" name="Rectangle 3">
            <a:extLst>
              <a:ext uri="{FF2B5EF4-FFF2-40B4-BE49-F238E27FC236}">
                <a16:creationId xmlns:a16="http://schemas.microsoft.com/office/drawing/2014/main" id="{4AA5F7D4-7DBD-9E45-B534-F9CDF4D8505D}"/>
              </a:ext>
            </a:extLst>
          </p:cNvPr>
          <p:cNvSpPr txBox="1">
            <a:spLocks noChangeArrowheads="1"/>
          </p:cNvSpPr>
          <p:nvPr/>
        </p:nvSpPr>
        <p:spPr>
          <a:xfrm>
            <a:off x="1156044" y="3848099"/>
            <a:ext cx="9962530" cy="240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274638">
              <a:defRPr/>
            </a:pPr>
            <a:r>
              <a:rPr lang="en-US" dirty="0"/>
              <a:t>决定节点如何共享信道的分布式算法，即决定节点何时可以发送</a:t>
            </a:r>
          </a:p>
          <a:p>
            <a:pPr marL="457200" indent="-274638">
              <a:defRPr/>
            </a:pPr>
            <a:r>
              <a:rPr lang="en-US" dirty="0"/>
              <a:t>有关信道共享的通信必须使用该信道本身！ </a:t>
            </a:r>
          </a:p>
          <a:p>
            <a:pPr marL="746125" lvl="1" indent="-223838">
              <a:defRPr/>
            </a:pPr>
            <a:r>
              <a:rPr lang="en-US" sz="2800" dirty="0"/>
              <a:t>没有带外信道用于协调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AA9627-8FEC-3848-AA80-2DDEF1AE2F67}"/>
              </a:ext>
            </a:extLst>
          </p:cNvPr>
          <p:cNvSpPr/>
          <p:nvPr/>
        </p:nvSpPr>
        <p:spPr>
          <a:xfrm>
            <a:off x="901148" y="3472071"/>
            <a:ext cx="10442713" cy="2358886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220334-D903-464A-8C54-83F2552D4599}"/>
              </a:ext>
            </a:extLst>
          </p:cNvPr>
          <p:cNvSpPr txBox="1"/>
          <p:nvPr/>
        </p:nvSpPr>
        <p:spPr>
          <a:xfrm>
            <a:off x="1258956" y="3154018"/>
            <a:ext cx="4224618" cy="58477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多路访问协议</a:t>
            </a:r>
          </a:p>
        </p:txBody>
      </p:sp>
    </p:spTree>
    <p:extLst>
      <p:ext uri="{BB962C8B-B14F-4D97-AF65-F5344CB8AC3E}">
        <p14:creationId xmlns:p14="http://schemas.microsoft.com/office/powerpoint/2010/main" val="220697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理想的多路访问协议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链路层：6-33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A702EAE9-EF5B-DD4F-BD34-31F1BD3532FC}"/>
              </a:ext>
            </a:extLst>
          </p:cNvPr>
          <p:cNvSpPr txBox="1">
            <a:spLocks noChangeArrowheads="1"/>
          </p:cNvSpPr>
          <p:nvPr/>
        </p:nvSpPr>
        <p:spPr>
          <a:xfrm>
            <a:off x="944216" y="1626703"/>
            <a:ext cx="100550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给定：速率为 R bps 的多路访问信道（MAC）</a:t>
            </a:r>
            <a:r>
              <a:rPr lang="en-US" sz="3200" dirty="0"/>
              <a:t/>
            </a:r>
            <a:r>
              <a:rPr lang="en-US" sz="3200" i="1" dirty="0"/>
              <a:t/>
            </a:r>
            <a:r>
              <a:rPr lang="en-US" sz="3200" dirty="0"/>
              <a:t/>
            </a:r>
          </a:p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期望性质：</a:t>
            </a:r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当一个节点想发送时，它可以以速率 R 发送。</a:t>
            </a:r>
            <a:r>
              <a:rPr lang="en-US" sz="2800" dirty="0"/>
              <a:t/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当 M 个节点想发送时，每个节点平均可按 R/M 的速率发送</a:t>
            </a:r>
            <a:r>
              <a:rPr lang="en-US" sz="2800" i="1" dirty="0"/>
              <a:t/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3. 完全分散式：</a:t>
            </a:r>
          </a:p>
          <a:p>
            <a:pPr lvl="2">
              <a:defRPr/>
            </a:pPr>
            <a:r>
              <a:rPr lang="en-US" sz="2800" dirty="0"/>
              <a:t>没有特殊节点来协调传输</a:t>
            </a:r>
          </a:p>
          <a:p>
            <a:pPr lvl="2">
              <a:defRPr/>
            </a:pPr>
            <a:r>
              <a:rPr lang="en-US" sz="2800" dirty="0"/>
              <a:t>无需时钟或时隙同步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4. 简单</a:t>
            </a:r>
          </a:p>
        </p:txBody>
      </p:sp>
    </p:spTree>
    <p:extLst>
      <p:ext uri="{BB962C8B-B14F-4D97-AF65-F5344CB8AC3E}">
        <p14:creationId xmlns:p14="http://schemas.microsoft.com/office/powerpoint/2010/main" val="334465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MAC 协议：分类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链路层：6-34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三大类：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信道划分</a:t>
            </a:r>
          </a:p>
          <a:p>
            <a:pPr lvl="1">
              <a:defRPr/>
            </a:pPr>
            <a:r>
              <a:rPr lang="en-US" sz="2800" dirty="0"/>
              <a:t>把信道划分成更小的“片段”（时隙、频率、码）</a:t>
            </a:r>
            <a:r>
              <a:rPr lang="en-US" altLang="ja-JP" sz="2800" dirty="0"/>
              <a:t/>
            </a:r>
            <a:r>
              <a:rPr lang="en-US" sz="2800" dirty="0"/>
              <a:t/>
            </a:r>
            <a:r>
              <a:rPr lang="en-US" altLang="ja-JP" sz="2800" dirty="0"/>
              <a:t/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/>
              <a:t>把片段分配给节点独占使用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随机访问</a:t>
            </a:r>
          </a:p>
          <a:p>
            <a:pPr lvl="1">
              <a:defRPr/>
            </a:pPr>
            <a:r>
              <a:rPr lang="en-US" sz="2800" dirty="0"/>
              <a:t>信道不划分，允许碰撞</a:t>
            </a:r>
          </a:p>
          <a:p>
            <a:pPr lvl="1">
              <a:defRPr/>
            </a:pPr>
            <a:r>
              <a:rPr lang="en-US" altLang="ja-JP" sz="2800" dirty="0"/>
              <a:t>从碰撞中“恢复”</a:t>
            </a:r>
            <a:r>
              <a:rPr lang="en-US" sz="2800" dirty="0"/>
              <a:t/>
            </a:r>
            <a:r>
              <a:rPr lang="en-US" altLang="ja-JP" sz="2800" dirty="0"/>
              <a:t/>
            </a:r>
            <a:r>
              <a:rPr lang="en-US" sz="2800" dirty="0"/>
              <a:t/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“轮流”</a:t>
            </a:r>
            <a:r>
              <a:rPr lang="en-US" altLang="ja-JP" sz="3200" dirty="0">
                <a:solidFill>
                  <a:srgbClr val="C00000"/>
                </a:solidFill>
              </a:rPr>
              <a:t/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节点轮流发送，但要发送更多数据的节点可占用更长轮次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09986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信道划分 MAC 协议：TDMA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链路层：6-35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0A448D7E-58D9-064C-A6F1-E4409D3F3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904" y="1459051"/>
            <a:ext cx="10230470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TDMA：时分多路访问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以“轮次”访问信道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每个站在每轮获得固定长度时隙（长度 = 分组传输时间）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未使用的时隙空闲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示例：6 站 LAN，1、3、4 有分组要发送，时隙 2、5、6 空闲 </a:t>
            </a:r>
            <a:endParaRPr lang="en-US" sz="3200" kern="0" dirty="0"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A162B864-328B-BB4E-A401-8C10A01CA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7001" y="5652397"/>
            <a:ext cx="60848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Rectangle 8">
            <a:extLst>
              <a:ext uri="{FF2B5EF4-FFF2-40B4-BE49-F238E27FC236}">
                <a16:creationId xmlns:a16="http://schemas.microsoft.com/office/drawing/2014/main" id="{5BF0ACED-1DF3-A344-A69A-823B25CE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251" y="5425384"/>
            <a:ext cx="479425" cy="230188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Rectangle 10">
            <a:extLst>
              <a:ext uri="{FF2B5EF4-FFF2-40B4-BE49-F238E27FC236}">
                <a16:creationId xmlns:a16="http://schemas.microsoft.com/office/drawing/2014/main" id="{B5DDDA64-5C9C-D148-8420-B5935655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101" y="5425384"/>
            <a:ext cx="479425" cy="230188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:a16="http://schemas.microsoft.com/office/drawing/2014/main" id="{D9985277-7968-C842-9231-012104EC2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763" y="5425384"/>
            <a:ext cx="479425" cy="230188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F7E6C5C0-28CB-2C46-906A-E86EFCC6E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838" y="5312672"/>
            <a:ext cx="0" cy="338137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6">
            <a:extLst>
              <a:ext uri="{FF2B5EF4-FFF2-40B4-BE49-F238E27FC236}">
                <a16:creationId xmlns:a16="http://schemas.microsoft.com/office/drawing/2014/main" id="{51E737FE-2977-8B4C-B4D9-80C37910A7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6276" y="5315847"/>
            <a:ext cx="0" cy="33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Text Box 23">
            <a:extLst>
              <a:ext uri="{FF2B5EF4-FFF2-40B4-BE49-F238E27FC236}">
                <a16:creationId xmlns:a16="http://schemas.microsoft.com/office/drawing/2014/main" id="{48F8A2A9-DBD4-9443-B624-51C1A0D8A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263" y="539204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4D91ED1E-2495-0E4F-9B3E-3AFE785C5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5377759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2" name="Text Box 25">
            <a:extLst>
              <a:ext uri="{FF2B5EF4-FFF2-40B4-BE49-F238E27FC236}">
                <a16:creationId xmlns:a16="http://schemas.microsoft.com/office/drawing/2014/main" id="{AAF51084-5D55-9047-9D10-B125F32EE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551" y="5384109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53" name="Rectangle 26">
            <a:extLst>
              <a:ext uri="{FF2B5EF4-FFF2-40B4-BE49-F238E27FC236}">
                <a16:creationId xmlns:a16="http://schemas.microsoft.com/office/drawing/2014/main" id="{EA2F25EA-1C55-8B45-8EA1-3A00A92F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751" y="5420622"/>
            <a:ext cx="479425" cy="230187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Rectangle 27">
            <a:extLst>
              <a:ext uri="{FF2B5EF4-FFF2-40B4-BE49-F238E27FC236}">
                <a16:creationId xmlns:a16="http://schemas.microsoft.com/office/drawing/2014/main" id="{39F06F1D-D0F6-4C49-99E0-AE58E606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601" y="5420622"/>
            <a:ext cx="479425" cy="230187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Rectangle 28">
            <a:extLst>
              <a:ext uri="{FF2B5EF4-FFF2-40B4-BE49-F238E27FC236}">
                <a16:creationId xmlns:a16="http://schemas.microsoft.com/office/drawing/2014/main" id="{80AEA40D-BFBF-704C-9415-CB79BC9B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263" y="5420622"/>
            <a:ext cx="479425" cy="230187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" name="Line 29">
            <a:extLst>
              <a:ext uri="{FF2B5EF4-FFF2-40B4-BE49-F238E27FC236}">
                <a16:creationId xmlns:a16="http://schemas.microsoft.com/office/drawing/2014/main" id="{5025264D-4923-CA41-AB44-0965E9585D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338" y="5307909"/>
            <a:ext cx="0" cy="3381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30">
            <a:extLst>
              <a:ext uri="{FF2B5EF4-FFF2-40B4-BE49-F238E27FC236}">
                <a16:creationId xmlns:a16="http://schemas.microsoft.com/office/drawing/2014/main" id="{9684285E-DFBE-DA4D-9AE4-55B5626A2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763" y="5387284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8" name="Text Box 31">
            <a:extLst>
              <a:ext uri="{FF2B5EF4-FFF2-40B4-BE49-F238E27FC236}">
                <a16:creationId xmlns:a16="http://schemas.microsoft.com/office/drawing/2014/main" id="{6E82E5EA-026E-7045-B1A4-9CC9C86E8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913" y="537299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9" name="Text Box 32">
            <a:extLst>
              <a:ext uri="{FF2B5EF4-FFF2-40B4-BE49-F238E27FC236}">
                <a16:creationId xmlns:a16="http://schemas.microsoft.com/office/drawing/2014/main" id="{5B3E3799-80A5-7142-9795-9DF13D5FF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051" y="5379347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60" name="Line 34">
            <a:extLst>
              <a:ext uri="{FF2B5EF4-FFF2-40B4-BE49-F238E27FC236}">
                <a16:creationId xmlns:a16="http://schemas.microsoft.com/office/drawing/2014/main" id="{14EBD35E-98E3-AF4C-839F-9C6CB952A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18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1" name="Line 35">
            <a:extLst>
              <a:ext uri="{FF2B5EF4-FFF2-40B4-BE49-F238E27FC236}">
                <a16:creationId xmlns:a16="http://schemas.microsoft.com/office/drawing/2014/main" id="{F002AB0E-BA6B-6448-B7B9-3028A445D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1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Line 36">
            <a:extLst>
              <a:ext uri="{FF2B5EF4-FFF2-40B4-BE49-F238E27FC236}">
                <a16:creationId xmlns:a16="http://schemas.microsoft.com/office/drawing/2014/main" id="{F10DFCB1-F5CE-2944-B5BD-75F801E54F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35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3" name="Line 37">
            <a:extLst>
              <a:ext uri="{FF2B5EF4-FFF2-40B4-BE49-F238E27FC236}">
                <a16:creationId xmlns:a16="http://schemas.microsoft.com/office/drawing/2014/main" id="{5C202F74-B0E9-054A-BA6A-ED679E08B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6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38">
            <a:extLst>
              <a:ext uri="{FF2B5EF4-FFF2-40B4-BE49-F238E27FC236}">
                <a16:creationId xmlns:a16="http://schemas.microsoft.com/office/drawing/2014/main" id="{17258870-A929-E743-9ABE-DE23B79D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613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Line 39">
            <a:extLst>
              <a:ext uri="{FF2B5EF4-FFF2-40B4-BE49-F238E27FC236}">
                <a16:creationId xmlns:a16="http://schemas.microsoft.com/office/drawing/2014/main" id="{8AD32332-0DC8-9E49-947E-1BAEF13A5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93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6" name="Line 40">
            <a:extLst>
              <a:ext uri="{FF2B5EF4-FFF2-40B4-BE49-F238E27FC236}">
                <a16:creationId xmlns:a16="http://schemas.microsoft.com/office/drawing/2014/main" id="{5AD88233-F39A-B84C-B2C9-4019C2559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7088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7" name="Line 41">
            <a:extLst>
              <a:ext uri="{FF2B5EF4-FFF2-40B4-BE49-F238E27FC236}">
                <a16:creationId xmlns:a16="http://schemas.microsoft.com/office/drawing/2014/main" id="{78671AB0-ED5E-5C4D-AC35-7C14A7C84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826" y="5407922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392BE166-36F8-ED44-B8F4-C49488BC9D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1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9" name="Line 43">
            <a:extLst>
              <a:ext uri="{FF2B5EF4-FFF2-40B4-BE49-F238E27FC236}">
                <a16:creationId xmlns:a16="http://schemas.microsoft.com/office/drawing/2014/main" id="{C6ED8042-7995-2346-BE45-DBFCD6A27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5838" y="5322197"/>
            <a:ext cx="0" cy="3381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" name="Line 44">
            <a:extLst>
              <a:ext uri="{FF2B5EF4-FFF2-40B4-BE49-F238E27FC236}">
                <a16:creationId xmlns:a16="http://schemas.microsoft.com/office/drawing/2014/main" id="{DD22EBBA-AEC8-5E4C-AABA-D5D9CC143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6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1" name="Text Box 45">
            <a:extLst>
              <a:ext uri="{FF2B5EF4-FFF2-40B4-BE49-F238E27FC236}">
                <a16:creationId xmlns:a16="http://schemas.microsoft.com/office/drawing/2014/main" id="{F54AF62A-48FF-814D-8354-2867F36F7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4793559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 时隙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帧</a:t>
            </a:r>
          </a:p>
        </p:txBody>
      </p:sp>
      <p:sp>
        <p:nvSpPr>
          <p:cNvPr id="72" name="Line 46">
            <a:extLst>
              <a:ext uri="{FF2B5EF4-FFF2-40B4-BE49-F238E27FC236}">
                <a16:creationId xmlns:a16="http://schemas.microsoft.com/office/drawing/2014/main" id="{7D7E0352-F8F2-5743-A848-9F53111F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6626" y="513010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3" name="Line 47">
            <a:extLst>
              <a:ext uri="{FF2B5EF4-FFF2-40B4-BE49-F238E27FC236}">
                <a16:creationId xmlns:a16="http://schemas.microsoft.com/office/drawing/2014/main" id="{EBD725BA-5097-D14C-982A-992BE18BD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31951" y="512534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4" name="Line 48">
            <a:extLst>
              <a:ext uri="{FF2B5EF4-FFF2-40B4-BE49-F238E27FC236}">
                <a16:creationId xmlns:a16="http://schemas.microsoft.com/office/drawing/2014/main" id="{E29434D8-2134-AC4C-88EE-1DEC7494A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313" y="5038034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5" name="Line 49">
            <a:extLst>
              <a:ext uri="{FF2B5EF4-FFF2-40B4-BE49-F238E27FC236}">
                <a16:creationId xmlns:a16="http://schemas.microsoft.com/office/drawing/2014/main" id="{DD6295BF-D109-B14A-8DA1-AE6AAF54D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0401" y="5028509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6" name="Text Box 51">
            <a:extLst>
              <a:ext uri="{FF2B5EF4-FFF2-40B4-BE49-F238E27FC236}">
                <a16:creationId xmlns:a16="http://schemas.microsoft.com/office/drawing/2014/main" id="{699B3453-7E1D-004F-906D-AF9515116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263" y="4766572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 时隙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帧</a:t>
            </a:r>
          </a:p>
        </p:txBody>
      </p:sp>
      <p:sp>
        <p:nvSpPr>
          <p:cNvPr id="77" name="Line 52">
            <a:extLst>
              <a:ext uri="{FF2B5EF4-FFF2-40B4-BE49-F238E27FC236}">
                <a16:creationId xmlns:a16="http://schemas.microsoft.com/office/drawing/2014/main" id="{93CF78E3-E304-1F47-A737-21BE287F40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476" y="513645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3">
            <a:extLst>
              <a:ext uri="{FF2B5EF4-FFF2-40B4-BE49-F238E27FC236}">
                <a16:creationId xmlns:a16="http://schemas.microsoft.com/office/drawing/2014/main" id="{AB3A3849-AE7D-284D-84DC-79BD81FCD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95801" y="513169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55">
            <a:extLst>
              <a:ext uri="{FF2B5EF4-FFF2-40B4-BE49-F238E27FC236}">
                <a16:creationId xmlns:a16="http://schemas.microsoft.com/office/drawing/2014/main" id="{AE222EAA-A862-9447-9545-E85FC863E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4251" y="5001522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0701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信道划分 MAC 协议：FDMA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链路层：6-36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06" name="Rectangle 3">
            <a:extLst>
              <a:ext uri="{FF2B5EF4-FFF2-40B4-BE49-F238E27FC236}">
                <a16:creationId xmlns:a16="http://schemas.microsoft.com/office/drawing/2014/main" id="{A94113D7-D843-6943-B334-D7CB4D1F9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997" y="1404730"/>
            <a:ext cx="10457898" cy="2398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FDMA：频分多路访问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信道频谱划分为频带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每个站分配固定频带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频带中未使用的传输时间空闲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示例：6 站 LAN，1、3、4 有分组要发送，频带 2、5、6 空闲 </a:t>
            </a:r>
            <a:endParaRPr lang="en-US" kern="0" dirty="0">
              <a:cs typeface="+mn-cs"/>
            </a:endParaRP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FB019CDD-E472-AF4E-8949-C4737F99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4416" y="4019343"/>
            <a:ext cx="627062" cy="2251075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5">
            <a:extLst>
              <a:ext uri="{FF2B5EF4-FFF2-40B4-BE49-F238E27FC236}">
                <a16:creationId xmlns:a16="http://schemas.microsoft.com/office/drawing/2014/main" id="{7AC0087E-78DE-BF46-9489-779BB31FF6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124243"/>
            <a:ext cx="622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9" name="Line 6">
            <a:extLst>
              <a:ext uri="{FF2B5EF4-FFF2-40B4-BE49-F238E27FC236}">
                <a16:creationId xmlns:a16="http://schemas.microsoft.com/office/drawing/2014/main" id="{9FC23187-FBDC-FA4B-B4E6-6E7E43341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5516355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E641A772-5023-C846-9FAC-463AEB27F3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902118"/>
            <a:ext cx="6270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8">
            <a:extLst>
              <a:ext uri="{FF2B5EF4-FFF2-40B4-BE49-F238E27FC236}">
                <a16:creationId xmlns:a16="http://schemas.microsoft.com/office/drawing/2014/main" id="{3C34D97D-BA0E-E54B-8121-E6DAAC9C5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4738480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9">
            <a:extLst>
              <a:ext uri="{FF2B5EF4-FFF2-40B4-BE49-F238E27FC236}">
                <a16:creationId xmlns:a16="http://schemas.microsoft.com/office/drawing/2014/main" id="{EADC3381-A525-5746-A4EC-3AFDB46D7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4352718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11">
            <a:extLst>
              <a:ext uri="{FF2B5EF4-FFF2-40B4-BE49-F238E27FC236}">
                <a16:creationId xmlns:a16="http://schemas.microsoft.com/office/drawing/2014/main" id="{CAEC1A74-CC07-704F-8130-3B0A0ED24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553" y="42923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Freeform 12">
            <a:extLst>
              <a:ext uri="{FF2B5EF4-FFF2-40B4-BE49-F238E27FC236}">
                <a16:creationId xmlns:a16="http://schemas.microsoft.com/office/drawing/2014/main" id="{4415498F-BA55-314D-A0E8-A4F7108E385D}"/>
              </a:ext>
            </a:extLst>
          </p:cNvPr>
          <p:cNvSpPr>
            <a:spLocks/>
          </p:cNvSpPr>
          <p:nvPr/>
        </p:nvSpPr>
        <p:spPr bwMode="auto">
          <a:xfrm>
            <a:off x="7641191" y="4173330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3333CC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5" name="Line 13">
            <a:extLst>
              <a:ext uri="{FF2B5EF4-FFF2-40B4-BE49-F238E27FC236}">
                <a16:creationId xmlns:a16="http://schemas.microsoft.com/office/drawing/2014/main" id="{F566D06F-DA9B-924F-A309-E705E26414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4695618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6" name="Line 15">
            <a:extLst>
              <a:ext uri="{FF2B5EF4-FFF2-40B4-BE49-F238E27FC236}">
                <a16:creationId xmlns:a16="http://schemas.microsoft.com/office/drawing/2014/main" id="{4AF0EC43-8F11-1A47-8304-4922215B1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5094080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7" name="Freeform 16">
            <a:extLst>
              <a:ext uri="{FF2B5EF4-FFF2-40B4-BE49-F238E27FC236}">
                <a16:creationId xmlns:a16="http://schemas.microsoft.com/office/drawing/2014/main" id="{AB06C57E-A006-8040-A27E-949550E4FE8F}"/>
              </a:ext>
            </a:extLst>
          </p:cNvPr>
          <p:cNvSpPr>
            <a:spLocks/>
          </p:cNvSpPr>
          <p:nvPr/>
        </p:nvSpPr>
        <p:spPr bwMode="auto">
          <a:xfrm>
            <a:off x="7688816" y="4975018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FF0000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8" name="Group 17">
            <a:extLst>
              <a:ext uri="{FF2B5EF4-FFF2-40B4-BE49-F238E27FC236}">
                <a16:creationId xmlns:a16="http://schemas.microsoft.com/office/drawing/2014/main" id="{0C46EA38-B2CC-E242-A036-92D6D5CB1BD1}"/>
              </a:ext>
            </a:extLst>
          </p:cNvPr>
          <p:cNvGrpSpPr>
            <a:grpSpLocks/>
          </p:cNvGrpSpPr>
          <p:nvPr/>
        </p:nvGrpSpPr>
        <p:grpSpPr bwMode="auto">
          <a:xfrm>
            <a:off x="7558641" y="5379830"/>
            <a:ext cx="2228850" cy="119063"/>
            <a:chOff x="1884" y="2826"/>
            <a:chExt cx="1404" cy="75"/>
          </a:xfrm>
        </p:grpSpPr>
        <p:sp>
          <p:nvSpPr>
            <p:cNvPr id="119" name="Line 18">
              <a:extLst>
                <a:ext uri="{FF2B5EF4-FFF2-40B4-BE49-F238E27FC236}">
                  <a16:creationId xmlns:a16="http://schemas.microsoft.com/office/drawing/2014/main" id="{4C5A6A23-131D-3D4A-A858-616AD50DE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" y="2901"/>
              <a:ext cx="1404" cy="0"/>
            </a:xfrm>
            <a:prstGeom prst="line">
              <a:avLst/>
            </a:prstGeom>
            <a:noFill/>
            <a:ln w="19050">
              <a:noFill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AD858F7D-3B6B-6C4E-9D01-B6641A9B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26"/>
              <a:ext cx="1089" cy="72"/>
            </a:xfrm>
            <a:custGeom>
              <a:avLst/>
              <a:gdLst>
                <a:gd name="T0" fmla="*/ 0 w 1089"/>
                <a:gd name="T1" fmla="*/ 72 h 72"/>
                <a:gd name="T2" fmla="*/ 0 w 1089"/>
                <a:gd name="T3" fmla="*/ 3 h 72"/>
                <a:gd name="T4" fmla="*/ 1089 w 1089"/>
                <a:gd name="T5" fmla="*/ 0 h 72"/>
                <a:gd name="T6" fmla="*/ 1089 w 1089"/>
                <a:gd name="T7" fmla="*/ 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9" h="72">
                  <a:moveTo>
                    <a:pt x="0" y="72"/>
                  </a:moveTo>
                  <a:lnTo>
                    <a:pt x="0" y="3"/>
                  </a:lnTo>
                  <a:lnTo>
                    <a:pt x="1089" y="0"/>
                  </a:lnTo>
                  <a:lnTo>
                    <a:pt x="1089" y="72"/>
                  </a:lnTo>
                </a:path>
              </a:pathLst>
            </a:custGeom>
            <a:solidFill>
              <a:srgbClr val="00CC66"/>
            </a:solidFill>
            <a:ln w="19050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21" name="Line 20">
            <a:extLst>
              <a:ext uri="{FF2B5EF4-FFF2-40B4-BE49-F238E27FC236}">
                <a16:creationId xmlns:a16="http://schemas.microsoft.com/office/drawing/2014/main" id="{C3DEAD67-CC99-8145-991E-0D18A9400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8803" y="59052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2" name="Text Box 22">
            <a:extLst>
              <a:ext uri="{FF2B5EF4-FFF2-40B4-BE49-F238E27FC236}">
                <a16:creationId xmlns:a16="http://schemas.microsoft.com/office/drawing/2014/main" id="{76166768-A0A0-D047-AF51-584B5A20077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570297" y="4899612"/>
            <a:ext cx="1873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频带</a:t>
            </a:r>
          </a:p>
        </p:txBody>
      </p:sp>
      <p:sp>
        <p:nvSpPr>
          <p:cNvPr id="123" name="Text Box 23">
            <a:extLst>
              <a:ext uri="{FF2B5EF4-FFF2-40B4-BE49-F238E27FC236}">
                <a16:creationId xmlns:a16="http://schemas.microsoft.com/office/drawing/2014/main" id="{17DE17BD-A94E-DA4D-AAF6-A402FC36902D}"/>
              </a:ext>
            </a:extLst>
          </p:cNvPr>
          <p:cNvSpPr txBox="1">
            <a:spLocks noChangeArrowheads="1"/>
          </p:cNvSpPr>
          <p:nvPr/>
        </p:nvSpPr>
        <p:spPr bwMode="auto">
          <a:xfrm rot="67766">
            <a:off x="9479516" y="3841543"/>
            <a:ext cx="615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时间</a:t>
            </a:r>
          </a:p>
        </p:txBody>
      </p:sp>
      <p:sp>
        <p:nvSpPr>
          <p:cNvPr id="124" name="Freeform 54">
            <a:extLst>
              <a:ext uri="{FF2B5EF4-FFF2-40B4-BE49-F238E27FC236}">
                <a16:creationId xmlns:a16="http://schemas.microsoft.com/office/drawing/2014/main" id="{7AD42071-4F64-B843-A1C6-7FCBFED04E99}"/>
              </a:ext>
            </a:extLst>
          </p:cNvPr>
          <p:cNvSpPr>
            <a:spLocks/>
          </p:cNvSpPr>
          <p:nvPr/>
        </p:nvSpPr>
        <p:spPr bwMode="auto">
          <a:xfrm>
            <a:off x="4178853" y="4228893"/>
            <a:ext cx="595313" cy="1538287"/>
          </a:xfrm>
          <a:custGeom>
            <a:avLst/>
            <a:gdLst>
              <a:gd name="T0" fmla="*/ 2147483647 w 375"/>
              <a:gd name="T1" fmla="*/ 0 h 969"/>
              <a:gd name="T2" fmla="*/ 0 w 375"/>
              <a:gd name="T3" fmla="*/ 2147483647 h 969"/>
              <a:gd name="T4" fmla="*/ 2147483647 w 375"/>
              <a:gd name="T5" fmla="*/ 2147483647 h 969"/>
              <a:gd name="T6" fmla="*/ 2147483647 w 375"/>
              <a:gd name="T7" fmla="*/ 0 h 9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5" h="969">
                <a:moveTo>
                  <a:pt x="375" y="0"/>
                </a:moveTo>
                <a:lnTo>
                  <a:pt x="0" y="485"/>
                </a:lnTo>
                <a:lnTo>
                  <a:pt x="375" y="969"/>
                </a:lnTo>
                <a:lnTo>
                  <a:pt x="375" y="0"/>
                </a:lnTo>
                <a:close/>
              </a:path>
            </a:pathLst>
          </a:custGeom>
          <a:gradFill rotWithShape="1">
            <a:gsLst>
              <a:gs pos="0">
                <a:srgbClr val="000000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175" cmpd="sng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34B5CE52-E522-7047-BA9D-9BB20B9F9ADA}"/>
              </a:ext>
            </a:extLst>
          </p:cNvPr>
          <p:cNvGrpSpPr>
            <a:grpSpLocks/>
          </p:cNvGrpSpPr>
          <p:nvPr/>
        </p:nvGrpSpPr>
        <p:grpSpPr bwMode="auto">
          <a:xfrm>
            <a:off x="2440541" y="4867068"/>
            <a:ext cx="1666875" cy="314325"/>
            <a:chOff x="1614" y="1494"/>
            <a:chExt cx="1050" cy="198"/>
          </a:xfrm>
        </p:grpSpPr>
        <p:sp>
          <p:nvSpPr>
            <p:cNvPr id="126" name="Rectangle 57">
              <a:extLst>
                <a:ext uri="{FF2B5EF4-FFF2-40B4-BE49-F238E27FC236}">
                  <a16:creationId xmlns:a16="http://schemas.microsoft.com/office/drawing/2014/main" id="{35185768-7475-464D-9B46-EAE33859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00"/>
              <a:ext cx="168" cy="1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DE23B659-5071-9E47-B3AE-975CCCF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94"/>
              <a:ext cx="896" cy="198"/>
            </a:xfrm>
            <a:custGeom>
              <a:avLst/>
              <a:gdLst>
                <a:gd name="T0" fmla="*/ 18 w 896"/>
                <a:gd name="T1" fmla="*/ 0 h 198"/>
                <a:gd name="T2" fmla="*/ 0 w 896"/>
                <a:gd name="T3" fmla="*/ 96 h 198"/>
                <a:gd name="T4" fmla="*/ 18 w 896"/>
                <a:gd name="T5" fmla="*/ 198 h 198"/>
                <a:gd name="T6" fmla="*/ 774 w 896"/>
                <a:gd name="T7" fmla="*/ 198 h 198"/>
                <a:gd name="T8" fmla="*/ 750 w 896"/>
                <a:gd name="T9" fmla="*/ 90 h 198"/>
                <a:gd name="T10" fmla="*/ 774 w 896"/>
                <a:gd name="T11" fmla="*/ 0 h 198"/>
                <a:gd name="T12" fmla="*/ 18 w 896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6" h="198">
                  <a:moveTo>
                    <a:pt x="18" y="0"/>
                  </a:moveTo>
                  <a:lnTo>
                    <a:pt x="0" y="96"/>
                  </a:lnTo>
                  <a:lnTo>
                    <a:pt x="18" y="198"/>
                  </a:lnTo>
                  <a:lnTo>
                    <a:pt x="774" y="198"/>
                  </a:lnTo>
                  <a:cubicBezTo>
                    <a:pt x="896" y="180"/>
                    <a:pt x="750" y="123"/>
                    <a:pt x="750" y="90"/>
                  </a:cubicBezTo>
                  <a:cubicBezTo>
                    <a:pt x="750" y="57"/>
                    <a:pt x="896" y="15"/>
                    <a:pt x="774" y="0"/>
                  </a:cubicBezTo>
                  <a:lnTo>
                    <a:pt x="18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00"/>
                </a:gs>
                <a:gs pos="50000">
                  <a:srgbClr val="FFFFFF"/>
                </a:gs>
                <a:gs pos="100000">
                  <a:srgbClr val="000000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Oval 59">
              <a:extLst>
                <a:ext uri="{FF2B5EF4-FFF2-40B4-BE49-F238E27FC236}">
                  <a16:creationId xmlns:a16="http://schemas.microsoft.com/office/drawing/2014/main" id="{4CF64D39-F6A5-B043-AE9F-C0E095A8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506"/>
              <a:ext cx="62" cy="16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1E0950E2-1737-0848-B4CE-20AE13DC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" y="1584"/>
              <a:ext cx="1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" name="Text Box 69">
            <a:extLst>
              <a:ext uri="{FF2B5EF4-FFF2-40B4-BE49-F238E27FC236}">
                <a16:creationId xmlns:a16="http://schemas.microsoft.com/office/drawing/2014/main" id="{D3E65D95-5225-584A-9047-05868BCE9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766" y="5579855"/>
            <a:ext cx="1289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FDM 电缆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A0270D6-4A2D-1440-9DDD-3F93BFED8457}"/>
              </a:ext>
            </a:extLst>
          </p:cNvPr>
          <p:cNvSpPr/>
          <p:nvPr/>
        </p:nvSpPr>
        <p:spPr>
          <a:xfrm>
            <a:off x="5002905" y="5527821"/>
            <a:ext cx="1003515" cy="275129"/>
          </a:xfrm>
          <a:custGeom>
            <a:avLst/>
            <a:gdLst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32613 h 448703"/>
              <a:gd name="connsiteX1" fmla="*/ 100739 w 1937289"/>
              <a:gd name="connsiteY1" fmla="*/ 4013 h 448703"/>
              <a:gd name="connsiteX2" fmla="*/ 286719 w 1937289"/>
              <a:gd name="connsiteY2" fmla="*/ 434091 h 448703"/>
              <a:gd name="connsiteX3" fmla="*/ 480448 w 1937289"/>
              <a:gd name="connsiteY3" fmla="*/ 11762 h 448703"/>
              <a:gd name="connsiteX4" fmla="*/ 681926 w 1937289"/>
              <a:gd name="connsiteY4" fmla="*/ 437966 h 448703"/>
              <a:gd name="connsiteX5" fmla="*/ 867905 w 1937289"/>
              <a:gd name="connsiteY5" fmla="*/ 11762 h 448703"/>
              <a:gd name="connsiteX6" fmla="*/ 1061634 w 1937289"/>
              <a:gd name="connsiteY6" fmla="*/ 434091 h 448703"/>
              <a:gd name="connsiteX7" fmla="*/ 1255363 w 1937289"/>
              <a:gd name="connsiteY7" fmla="*/ 7888 h 448703"/>
              <a:gd name="connsiteX8" fmla="*/ 1452966 w 1937289"/>
              <a:gd name="connsiteY8" fmla="*/ 434091 h 448703"/>
              <a:gd name="connsiteX9" fmla="*/ 1638946 w 1937289"/>
              <a:gd name="connsiteY9" fmla="*/ 7888 h 448703"/>
              <a:gd name="connsiteX10" fmla="*/ 1836550 w 1937289"/>
              <a:gd name="connsiteY10" fmla="*/ 441840 h 448703"/>
              <a:gd name="connsiteX11" fmla="*/ 1937289 w 1937289"/>
              <a:gd name="connsiteY11" fmla="*/ 228739 h 448703"/>
              <a:gd name="connsiteX0" fmla="*/ 0 w 1937289"/>
              <a:gd name="connsiteY0" fmla="*/ 228603 h 444693"/>
              <a:gd name="connsiteX1" fmla="*/ 100739 w 1937289"/>
              <a:gd name="connsiteY1" fmla="*/ 3 h 444693"/>
              <a:gd name="connsiteX2" fmla="*/ 286719 w 1937289"/>
              <a:gd name="connsiteY2" fmla="*/ 430081 h 444693"/>
              <a:gd name="connsiteX3" fmla="*/ 480448 w 1937289"/>
              <a:gd name="connsiteY3" fmla="*/ 7752 h 444693"/>
              <a:gd name="connsiteX4" fmla="*/ 681926 w 1937289"/>
              <a:gd name="connsiteY4" fmla="*/ 433956 h 444693"/>
              <a:gd name="connsiteX5" fmla="*/ 867905 w 1937289"/>
              <a:gd name="connsiteY5" fmla="*/ 7752 h 444693"/>
              <a:gd name="connsiteX6" fmla="*/ 1061634 w 1937289"/>
              <a:gd name="connsiteY6" fmla="*/ 430081 h 444693"/>
              <a:gd name="connsiteX7" fmla="*/ 1255363 w 1937289"/>
              <a:gd name="connsiteY7" fmla="*/ 3878 h 444693"/>
              <a:gd name="connsiteX8" fmla="*/ 1452966 w 1937289"/>
              <a:gd name="connsiteY8" fmla="*/ 430081 h 444693"/>
              <a:gd name="connsiteX9" fmla="*/ 1638946 w 1937289"/>
              <a:gd name="connsiteY9" fmla="*/ 3878 h 444693"/>
              <a:gd name="connsiteX10" fmla="*/ 1836550 w 1937289"/>
              <a:gd name="connsiteY10" fmla="*/ 437830 h 444693"/>
              <a:gd name="connsiteX11" fmla="*/ 1937289 w 1937289"/>
              <a:gd name="connsiteY11" fmla="*/ 224729 h 444693"/>
              <a:gd name="connsiteX0" fmla="*/ 0 w 1937289"/>
              <a:gd name="connsiteY0" fmla="*/ 228603 h 437864"/>
              <a:gd name="connsiteX1" fmla="*/ 100739 w 1937289"/>
              <a:gd name="connsiteY1" fmla="*/ 3 h 437864"/>
              <a:gd name="connsiteX2" fmla="*/ 286719 w 1937289"/>
              <a:gd name="connsiteY2" fmla="*/ 430081 h 437864"/>
              <a:gd name="connsiteX3" fmla="*/ 480448 w 1937289"/>
              <a:gd name="connsiteY3" fmla="*/ 7752 h 437864"/>
              <a:gd name="connsiteX4" fmla="*/ 681926 w 1937289"/>
              <a:gd name="connsiteY4" fmla="*/ 433956 h 437864"/>
              <a:gd name="connsiteX5" fmla="*/ 867905 w 1937289"/>
              <a:gd name="connsiteY5" fmla="*/ 7752 h 437864"/>
              <a:gd name="connsiteX6" fmla="*/ 1061634 w 1937289"/>
              <a:gd name="connsiteY6" fmla="*/ 430081 h 437864"/>
              <a:gd name="connsiteX7" fmla="*/ 1255363 w 1937289"/>
              <a:gd name="connsiteY7" fmla="*/ 3878 h 437864"/>
              <a:gd name="connsiteX8" fmla="*/ 1452966 w 1937289"/>
              <a:gd name="connsiteY8" fmla="*/ 430081 h 437864"/>
              <a:gd name="connsiteX9" fmla="*/ 1638946 w 1937289"/>
              <a:gd name="connsiteY9" fmla="*/ 3878 h 437864"/>
              <a:gd name="connsiteX10" fmla="*/ 1836550 w 1937289"/>
              <a:gd name="connsiteY10" fmla="*/ 437830 h 437864"/>
              <a:gd name="connsiteX11" fmla="*/ 1937289 w 1937289"/>
              <a:gd name="connsiteY11" fmla="*/ 224729 h 437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7289" h="437864">
                <a:moveTo>
                  <a:pt x="0" y="228603"/>
                </a:moveTo>
                <a:cubicBezTo>
                  <a:pt x="33580" y="152403"/>
                  <a:pt x="49079" y="1294"/>
                  <a:pt x="100739" y="3"/>
                </a:cubicBezTo>
                <a:cubicBezTo>
                  <a:pt x="152399" y="-1288"/>
                  <a:pt x="223434" y="428790"/>
                  <a:pt x="286719" y="430081"/>
                </a:cubicBezTo>
                <a:cubicBezTo>
                  <a:pt x="350004" y="431372"/>
                  <a:pt x="414580" y="7106"/>
                  <a:pt x="480448" y="7752"/>
                </a:cubicBezTo>
                <a:cubicBezTo>
                  <a:pt x="546316" y="8398"/>
                  <a:pt x="617350" y="433956"/>
                  <a:pt x="681926" y="433956"/>
                </a:cubicBezTo>
                <a:cubicBezTo>
                  <a:pt x="746502" y="433956"/>
                  <a:pt x="804620" y="8398"/>
                  <a:pt x="867905" y="7752"/>
                </a:cubicBezTo>
                <a:cubicBezTo>
                  <a:pt x="931190" y="7106"/>
                  <a:pt x="997058" y="430727"/>
                  <a:pt x="1061634" y="430081"/>
                </a:cubicBezTo>
                <a:cubicBezTo>
                  <a:pt x="1126210" y="429435"/>
                  <a:pt x="1190141" y="3878"/>
                  <a:pt x="1255363" y="3878"/>
                </a:cubicBezTo>
                <a:cubicBezTo>
                  <a:pt x="1320585" y="3878"/>
                  <a:pt x="1389036" y="430081"/>
                  <a:pt x="1452966" y="430081"/>
                </a:cubicBezTo>
                <a:cubicBezTo>
                  <a:pt x="1516896" y="430081"/>
                  <a:pt x="1575015" y="2587"/>
                  <a:pt x="1638946" y="3878"/>
                </a:cubicBezTo>
                <a:cubicBezTo>
                  <a:pt x="1702877" y="5170"/>
                  <a:pt x="1764224" y="435247"/>
                  <a:pt x="1836550" y="437830"/>
                </a:cubicBezTo>
                <a:cubicBezTo>
                  <a:pt x="1908876" y="440413"/>
                  <a:pt x="1903709" y="295763"/>
                  <a:pt x="1937289" y="22472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148A4D-594A-A94D-A5E8-FC72A487E4BC}"/>
              </a:ext>
            </a:extLst>
          </p:cNvPr>
          <p:cNvGrpSpPr/>
          <p:nvPr/>
        </p:nvGrpSpPr>
        <p:grpSpPr>
          <a:xfrm>
            <a:off x="5000976" y="4204816"/>
            <a:ext cx="907351" cy="280296"/>
            <a:chOff x="4298196" y="6444710"/>
            <a:chExt cx="907351" cy="28029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419FC4E-49FE-3642-80AD-AAE6918A7757}"/>
                </a:ext>
              </a:extLst>
            </p:cNvPr>
            <p:cNvSpPr/>
            <p:nvPr/>
          </p:nvSpPr>
          <p:spPr>
            <a:xfrm>
              <a:off x="4298196" y="6444710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73D5352-C1A7-7E4B-9326-FE6B9BF0A5AA}"/>
                </a:ext>
              </a:extLst>
            </p:cNvPr>
            <p:cNvSpPr/>
            <p:nvPr/>
          </p:nvSpPr>
          <p:spPr>
            <a:xfrm>
              <a:off x="4749638" y="6449877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F59B8CB-4346-D742-A279-4850646C075E}"/>
              </a:ext>
            </a:extLst>
          </p:cNvPr>
          <p:cNvGrpSpPr/>
          <p:nvPr/>
        </p:nvGrpSpPr>
        <p:grpSpPr>
          <a:xfrm>
            <a:off x="4979505" y="4883429"/>
            <a:ext cx="993354" cy="277839"/>
            <a:chOff x="4343400" y="5348498"/>
            <a:chExt cx="993354" cy="27783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56BD977-F2A8-9E41-ADA8-C51B7FED488E}"/>
                </a:ext>
              </a:extLst>
            </p:cNvPr>
            <p:cNvSpPr/>
            <p:nvPr/>
          </p:nvSpPr>
          <p:spPr>
            <a:xfrm>
              <a:off x="4343400" y="5348498"/>
              <a:ext cx="614122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FA4DA1D-7930-274D-A8BC-73EA2CC3EB94}"/>
                </a:ext>
              </a:extLst>
            </p:cNvPr>
            <p:cNvSpPr/>
            <p:nvPr/>
          </p:nvSpPr>
          <p:spPr>
            <a:xfrm>
              <a:off x="4951503" y="5353664"/>
              <a:ext cx="385251" cy="272673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  <a:gd name="connsiteX0" fmla="*/ 0 w 1836551"/>
                <a:gd name="connsiteY0" fmla="*/ 228603 h 437831"/>
                <a:gd name="connsiteX1" fmla="*/ 100739 w 1836551"/>
                <a:gd name="connsiteY1" fmla="*/ 3 h 437831"/>
                <a:gd name="connsiteX2" fmla="*/ 286719 w 1836551"/>
                <a:gd name="connsiteY2" fmla="*/ 430081 h 437831"/>
                <a:gd name="connsiteX3" fmla="*/ 480448 w 1836551"/>
                <a:gd name="connsiteY3" fmla="*/ 7752 h 437831"/>
                <a:gd name="connsiteX4" fmla="*/ 681926 w 1836551"/>
                <a:gd name="connsiteY4" fmla="*/ 433956 h 437831"/>
                <a:gd name="connsiteX5" fmla="*/ 867905 w 1836551"/>
                <a:gd name="connsiteY5" fmla="*/ 7752 h 437831"/>
                <a:gd name="connsiteX6" fmla="*/ 1061634 w 1836551"/>
                <a:gd name="connsiteY6" fmla="*/ 430081 h 437831"/>
                <a:gd name="connsiteX7" fmla="*/ 1255363 w 1836551"/>
                <a:gd name="connsiteY7" fmla="*/ 3878 h 437831"/>
                <a:gd name="connsiteX8" fmla="*/ 1452966 w 1836551"/>
                <a:gd name="connsiteY8" fmla="*/ 430081 h 437831"/>
                <a:gd name="connsiteX9" fmla="*/ 1638946 w 1836551"/>
                <a:gd name="connsiteY9" fmla="*/ 3878 h 437831"/>
                <a:gd name="connsiteX10" fmla="*/ 1836550 w 1836551"/>
                <a:gd name="connsiteY10" fmla="*/ 437830 h 437831"/>
                <a:gd name="connsiteX0" fmla="*/ 0 w 1638946"/>
                <a:gd name="connsiteY0" fmla="*/ 228603 h 433956"/>
                <a:gd name="connsiteX1" fmla="*/ 100739 w 1638946"/>
                <a:gd name="connsiteY1" fmla="*/ 3 h 433956"/>
                <a:gd name="connsiteX2" fmla="*/ 286719 w 1638946"/>
                <a:gd name="connsiteY2" fmla="*/ 430081 h 433956"/>
                <a:gd name="connsiteX3" fmla="*/ 480448 w 1638946"/>
                <a:gd name="connsiteY3" fmla="*/ 7752 h 433956"/>
                <a:gd name="connsiteX4" fmla="*/ 681926 w 1638946"/>
                <a:gd name="connsiteY4" fmla="*/ 433956 h 433956"/>
                <a:gd name="connsiteX5" fmla="*/ 867905 w 1638946"/>
                <a:gd name="connsiteY5" fmla="*/ 7752 h 433956"/>
                <a:gd name="connsiteX6" fmla="*/ 1061634 w 1638946"/>
                <a:gd name="connsiteY6" fmla="*/ 430081 h 433956"/>
                <a:gd name="connsiteX7" fmla="*/ 1255363 w 1638946"/>
                <a:gd name="connsiteY7" fmla="*/ 3878 h 433956"/>
                <a:gd name="connsiteX8" fmla="*/ 1452966 w 1638946"/>
                <a:gd name="connsiteY8" fmla="*/ 430081 h 433956"/>
                <a:gd name="connsiteX9" fmla="*/ 1638946 w 1638946"/>
                <a:gd name="connsiteY9" fmla="*/ 3878 h 433956"/>
                <a:gd name="connsiteX0" fmla="*/ 0 w 1452965"/>
                <a:gd name="connsiteY0" fmla="*/ 228603 h 433956"/>
                <a:gd name="connsiteX1" fmla="*/ 100739 w 1452965"/>
                <a:gd name="connsiteY1" fmla="*/ 3 h 433956"/>
                <a:gd name="connsiteX2" fmla="*/ 286719 w 1452965"/>
                <a:gd name="connsiteY2" fmla="*/ 430081 h 433956"/>
                <a:gd name="connsiteX3" fmla="*/ 480448 w 1452965"/>
                <a:gd name="connsiteY3" fmla="*/ 7752 h 433956"/>
                <a:gd name="connsiteX4" fmla="*/ 681926 w 1452965"/>
                <a:gd name="connsiteY4" fmla="*/ 433956 h 433956"/>
                <a:gd name="connsiteX5" fmla="*/ 867905 w 1452965"/>
                <a:gd name="connsiteY5" fmla="*/ 7752 h 433956"/>
                <a:gd name="connsiteX6" fmla="*/ 1061634 w 1452965"/>
                <a:gd name="connsiteY6" fmla="*/ 430081 h 433956"/>
                <a:gd name="connsiteX7" fmla="*/ 1255363 w 1452965"/>
                <a:gd name="connsiteY7" fmla="*/ 3878 h 433956"/>
                <a:gd name="connsiteX8" fmla="*/ 1452966 w 1452965"/>
                <a:gd name="connsiteY8" fmla="*/ 430081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15300"/>
                <a:gd name="connsiteY0" fmla="*/ 228603 h 433956"/>
                <a:gd name="connsiteX1" fmla="*/ 100739 w 1215300"/>
                <a:gd name="connsiteY1" fmla="*/ 3 h 433956"/>
                <a:gd name="connsiteX2" fmla="*/ 286719 w 1215300"/>
                <a:gd name="connsiteY2" fmla="*/ 430081 h 433956"/>
                <a:gd name="connsiteX3" fmla="*/ 480448 w 1215300"/>
                <a:gd name="connsiteY3" fmla="*/ 7752 h 433956"/>
                <a:gd name="connsiteX4" fmla="*/ 681926 w 1215300"/>
                <a:gd name="connsiteY4" fmla="*/ 433956 h 433956"/>
                <a:gd name="connsiteX5" fmla="*/ 867905 w 1215300"/>
                <a:gd name="connsiteY5" fmla="*/ 7752 h 433956"/>
                <a:gd name="connsiteX6" fmla="*/ 1061634 w 1215300"/>
                <a:gd name="connsiteY6" fmla="*/ 430081 h 433956"/>
                <a:gd name="connsiteX7" fmla="*/ 1215300 w 1215300"/>
                <a:gd name="connsiteY7" fmla="*/ 200945 h 43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00" h="433956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1003735" y="397882"/>
                    <a:pt x="1061634" y="430081"/>
                  </a:cubicBezTo>
                  <a:cubicBezTo>
                    <a:pt x="1119533" y="462280"/>
                    <a:pt x="1190142" y="281793"/>
                    <a:pt x="1215300" y="2009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748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“轮流”MAC 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链路层：6-37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7DEC012-599D-2741-982A-1E63B069D2CE}"/>
              </a:ext>
            </a:extLst>
          </p:cNvPr>
          <p:cNvSpPr txBox="1">
            <a:spLocks noChangeArrowheads="1"/>
          </p:cNvSpPr>
          <p:nvPr/>
        </p:nvSpPr>
        <p:spPr>
          <a:xfrm>
            <a:off x="997225" y="1454426"/>
            <a:ext cx="105984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信道划分 MAC 协议：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在高负载下高效且公平地共享信道</a:t>
            </a:r>
            <a:r>
              <a:rPr lang="en-US" sz="2800" i="1" dirty="0"/>
              <a:t/>
            </a:r>
            <a:r>
              <a:rPr lang="en-US" sz="2800" dirty="0"/>
              <a:t/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低负载下效率低：信道访问有时延，即使只有 1 个活跃节点也只分配 1/N 带宽！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随机访问 MAC 协议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低负载下高效：单个节点可充分利用信道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高负载：碰撞开销</a:t>
            </a:r>
          </a:p>
          <a:p>
            <a:pPr>
              <a:buFont typeface="Wingdings" charset="0"/>
              <a:buNone/>
              <a:defRPr/>
            </a:pPr>
            <a:r>
              <a:rPr lang="en-US" altLang="ja-JP" sz="3200" dirty="0">
                <a:solidFill>
                  <a:srgbClr val="C00000"/>
                </a:solidFill>
              </a:rPr>
              <a:t>“轮流”协议</a:t>
            </a:r>
            <a:r>
              <a:rPr lang="en-US" sz="3200" dirty="0">
                <a:solidFill>
                  <a:srgbClr val="C00000"/>
                </a:solidFill>
              </a:rPr>
              <a:t/>
            </a:r>
            <a:r>
              <a:rPr lang="en-US" altLang="ja-JP" sz="3200" dirty="0">
                <a:solidFill>
                  <a:srgbClr val="C00000"/>
                </a:solidFill>
              </a:rPr>
              <a:t/>
            </a:r>
            <a:r>
              <a:rPr lang="en-US" sz="3200" dirty="0">
                <a:solidFill>
                  <a:srgbClr val="C00000"/>
                </a:solidFill>
              </a:rPr>
              <a:t/>
            </a:r>
          </a:p>
          <a:p>
            <a:pPr lvl="1">
              <a:buFont typeface="Wingdings" pitchFamily="2" charset="2"/>
              <a:buChar char="§"/>
              <a:defRPr/>
            </a:pPr>
            <a:r>
              <a:rPr lang="en-US" sz="2800" dirty="0"/>
              <a:t>寻求两者兼得！</a:t>
            </a:r>
          </a:p>
        </p:txBody>
      </p:sp>
    </p:spTree>
    <p:extLst>
      <p:ext uri="{BB962C8B-B14F-4D97-AF65-F5344CB8AC3E}">
        <p14:creationId xmlns:p14="http://schemas.microsoft.com/office/powerpoint/2010/main" val="921872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“轮流”MAC 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链路层：6-38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40" name="Group 55">
            <a:extLst>
              <a:ext uri="{FF2B5EF4-FFF2-40B4-BE49-F238E27FC236}">
                <a16:creationId xmlns:a16="http://schemas.microsoft.com/office/drawing/2014/main" id="{3B6275CE-B441-9649-8D52-433B50F279F8}"/>
              </a:ext>
            </a:extLst>
          </p:cNvPr>
          <p:cNvGrpSpPr>
            <a:grpSpLocks/>
          </p:cNvGrpSpPr>
          <p:nvPr/>
        </p:nvGrpSpPr>
        <p:grpSpPr bwMode="auto">
          <a:xfrm>
            <a:off x="7380702" y="4061722"/>
            <a:ext cx="781050" cy="681037"/>
            <a:chOff x="-44" y="1473"/>
            <a:chExt cx="981" cy="1105"/>
          </a:xfrm>
        </p:grpSpPr>
        <p:pic>
          <p:nvPicPr>
            <p:cNvPr id="41" name="Picture 56" descr="desktop_computer_stylized_medium">
              <a:extLst>
                <a:ext uri="{FF2B5EF4-FFF2-40B4-BE49-F238E27FC236}">
                  <a16:creationId xmlns:a16="http://schemas.microsoft.com/office/drawing/2014/main" id="{AD5B23A8-9028-7946-A69F-6108F8C1F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7">
              <a:extLst>
                <a:ext uri="{FF2B5EF4-FFF2-40B4-BE49-F238E27FC236}">
                  <a16:creationId xmlns:a16="http://schemas.microsoft.com/office/drawing/2014/main" id="{7F6A05D1-B834-4E4F-A5F1-659DEF21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" name="Group 58">
            <a:extLst>
              <a:ext uri="{FF2B5EF4-FFF2-40B4-BE49-F238E27FC236}">
                <a16:creationId xmlns:a16="http://schemas.microsoft.com/office/drawing/2014/main" id="{188477DB-D708-704E-BA08-92555FFAD3B4}"/>
              </a:ext>
            </a:extLst>
          </p:cNvPr>
          <p:cNvGrpSpPr>
            <a:grpSpLocks/>
          </p:cNvGrpSpPr>
          <p:nvPr/>
        </p:nvGrpSpPr>
        <p:grpSpPr bwMode="auto">
          <a:xfrm>
            <a:off x="7672802" y="3456884"/>
            <a:ext cx="781050" cy="681038"/>
            <a:chOff x="-44" y="1473"/>
            <a:chExt cx="981" cy="1105"/>
          </a:xfrm>
        </p:grpSpPr>
        <p:pic>
          <p:nvPicPr>
            <p:cNvPr id="44" name="Picture 59" descr="desktop_computer_stylized_medium">
              <a:extLst>
                <a:ext uri="{FF2B5EF4-FFF2-40B4-BE49-F238E27FC236}">
                  <a16:creationId xmlns:a16="http://schemas.microsoft.com/office/drawing/2014/main" id="{C2F8AA46-92BF-A546-B4A7-AE313733B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60">
              <a:extLst>
                <a:ext uri="{FF2B5EF4-FFF2-40B4-BE49-F238E27FC236}">
                  <a16:creationId xmlns:a16="http://schemas.microsoft.com/office/drawing/2014/main" id="{9065835A-60BC-BD49-825D-D0AFA11391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" name="Group 61">
            <a:extLst>
              <a:ext uri="{FF2B5EF4-FFF2-40B4-BE49-F238E27FC236}">
                <a16:creationId xmlns:a16="http://schemas.microsoft.com/office/drawing/2014/main" id="{52722999-8FB6-144D-9185-CA88A310212E}"/>
              </a:ext>
            </a:extLst>
          </p:cNvPr>
          <p:cNvGrpSpPr>
            <a:grpSpLocks/>
          </p:cNvGrpSpPr>
          <p:nvPr/>
        </p:nvGrpSpPr>
        <p:grpSpPr bwMode="auto">
          <a:xfrm>
            <a:off x="7953789" y="2842522"/>
            <a:ext cx="781050" cy="681037"/>
            <a:chOff x="-44" y="1473"/>
            <a:chExt cx="981" cy="1105"/>
          </a:xfrm>
        </p:grpSpPr>
        <p:pic>
          <p:nvPicPr>
            <p:cNvPr id="47" name="Picture 62" descr="desktop_computer_stylized_medium">
              <a:extLst>
                <a:ext uri="{FF2B5EF4-FFF2-40B4-BE49-F238E27FC236}">
                  <a16:creationId xmlns:a16="http://schemas.microsoft.com/office/drawing/2014/main" id="{9A60243E-B953-C143-941F-989137B34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3">
              <a:extLst>
                <a:ext uri="{FF2B5EF4-FFF2-40B4-BE49-F238E27FC236}">
                  <a16:creationId xmlns:a16="http://schemas.microsoft.com/office/drawing/2014/main" id="{F9F8C73E-59BC-D44F-819C-84F05543B2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" name="Group 64">
            <a:extLst>
              <a:ext uri="{FF2B5EF4-FFF2-40B4-BE49-F238E27FC236}">
                <a16:creationId xmlns:a16="http://schemas.microsoft.com/office/drawing/2014/main" id="{F6093AD7-1BBF-0741-A28D-954BF1EE75A9}"/>
              </a:ext>
            </a:extLst>
          </p:cNvPr>
          <p:cNvGrpSpPr>
            <a:grpSpLocks/>
          </p:cNvGrpSpPr>
          <p:nvPr/>
        </p:nvGrpSpPr>
        <p:grpSpPr bwMode="auto">
          <a:xfrm>
            <a:off x="8255414" y="2261497"/>
            <a:ext cx="781050" cy="681037"/>
            <a:chOff x="-44" y="1473"/>
            <a:chExt cx="981" cy="1105"/>
          </a:xfrm>
        </p:grpSpPr>
        <p:pic>
          <p:nvPicPr>
            <p:cNvPr id="50" name="Picture 65" descr="desktop_computer_stylized_medium">
              <a:extLst>
                <a:ext uri="{FF2B5EF4-FFF2-40B4-BE49-F238E27FC236}">
                  <a16:creationId xmlns:a16="http://schemas.microsoft.com/office/drawing/2014/main" id="{C75E769A-797A-AD45-9E53-778E5328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F31ED49C-06C8-664E-A401-F2F8FC75AC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" name="Group 67">
            <a:extLst>
              <a:ext uri="{FF2B5EF4-FFF2-40B4-BE49-F238E27FC236}">
                <a16:creationId xmlns:a16="http://schemas.microsoft.com/office/drawing/2014/main" id="{289CD935-911A-2049-99E7-9636A57AD1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2688" y="2507559"/>
            <a:ext cx="781050" cy="681038"/>
            <a:chOff x="-44" y="1473"/>
            <a:chExt cx="981" cy="1105"/>
          </a:xfrm>
        </p:grpSpPr>
        <p:pic>
          <p:nvPicPr>
            <p:cNvPr id="53" name="Picture 68" descr="desktop_computer_stylized_medium">
              <a:extLst>
                <a:ext uri="{FF2B5EF4-FFF2-40B4-BE49-F238E27FC236}">
                  <a16:creationId xmlns:a16="http://schemas.microsoft.com/office/drawing/2014/main" id="{35A608C8-F6A3-CE45-8D68-148C5232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0AFF8366-6773-E840-A98C-F53B7E6143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5" name="Rectangle 3">
            <a:extLst>
              <a:ext uri="{FF2B5EF4-FFF2-40B4-BE49-F238E27FC236}">
                <a16:creationId xmlns:a16="http://schemas.microsoft.com/office/drawing/2014/main" id="{8CE0F95B-BCD3-FD4A-826E-885CC3FD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422400"/>
            <a:ext cx="5823828" cy="506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轮询： </a:t>
            </a:r>
            <a:r>
              <a:rPr lang="en-US" sz="3200" b="1" kern="0" dirty="0">
                <a:solidFill>
                  <a:srgbClr val="C00000"/>
                </a:solidFill>
                <a:cs typeface="+mn-cs"/>
              </a:rPr>
              <a:t/>
            </a:r>
            <a:endParaRPr lang="en-US" sz="3200" kern="0" dirty="0">
              <a:solidFill>
                <a:srgbClr val="C00000"/>
              </a:solidFill>
              <a:cs typeface="+mn-cs"/>
            </a:endParaRP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主节点“邀请”其他节点依次传输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通常用于“哑”设备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问题：</a:t>
            </a:r>
          </a:p>
          <a:p>
            <a:pPr lvl="1">
              <a:defRPr/>
            </a:pPr>
            <a:r>
              <a:rPr lang="en-US" sz="2800" kern="0" dirty="0"/>
              <a:t>轮询开销 </a:t>
            </a:r>
          </a:p>
          <a:p>
            <a:pPr lvl="1">
              <a:defRPr/>
            </a:pPr>
            <a:r>
              <a:rPr lang="en-US" sz="2800" kern="0" dirty="0"/>
              <a:t>时延</a:t>
            </a:r>
          </a:p>
          <a:p>
            <a:pPr lvl="1">
              <a:defRPr/>
            </a:pPr>
            <a:r>
              <a:rPr lang="en-US" sz="2800" kern="0" dirty="0"/>
              <a:t>单点故障（主节点）</a:t>
            </a:r>
          </a:p>
          <a:p>
            <a:pPr>
              <a:defRPr/>
            </a:pPr>
            <a:r>
              <a:rPr lang="en-US" sz="3200" kern="0" dirty="0"/>
              <a:t>应用：Bluetooth 网络</a:t>
            </a:r>
            <a:r>
              <a:rPr lang="en-US" sz="3200" kern="0" dirty="0" err="1"/>
              <a:t/>
            </a:r>
            <a:r>
              <a:rPr lang="en-US" sz="3200" kern="0" dirty="0"/>
              <a:t/>
            </a:r>
          </a:p>
        </p:txBody>
      </p:sp>
      <p:sp>
        <p:nvSpPr>
          <p:cNvPr id="57" name="Line 25">
            <a:extLst>
              <a:ext uri="{FF2B5EF4-FFF2-40B4-BE49-F238E27FC236}">
                <a16:creationId xmlns:a16="http://schemas.microsoft.com/office/drawing/2014/main" id="{60DD75F2-9C28-4F4A-A443-C13B58CBB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9464" y="2675834"/>
            <a:ext cx="254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Text Box 40">
            <a:extLst>
              <a:ext uri="{FF2B5EF4-FFF2-40B4-BE49-F238E27FC236}">
                <a16:creationId xmlns:a16="http://schemas.microsoft.com/office/drawing/2014/main" id="{FC29DBC1-B823-7945-9F89-5B714296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71237" y="3129859"/>
            <a:ext cx="958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主节点</a:t>
            </a:r>
          </a:p>
        </p:txBody>
      </p:sp>
      <p:sp>
        <p:nvSpPr>
          <p:cNvPr id="63" name="Text Box 41">
            <a:extLst>
              <a:ext uri="{FF2B5EF4-FFF2-40B4-BE49-F238E27FC236}">
                <a16:creationId xmlns:a16="http://schemas.microsoft.com/office/drawing/2014/main" id="{869514AF-D631-4E46-9113-AC5D4A63A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789" y="4715772"/>
            <a:ext cx="904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从节点</a:t>
            </a:r>
          </a:p>
        </p:txBody>
      </p:sp>
      <p:grpSp>
        <p:nvGrpSpPr>
          <p:cNvPr id="64" name="Group 44">
            <a:extLst>
              <a:ext uri="{FF2B5EF4-FFF2-40B4-BE49-F238E27FC236}">
                <a16:creationId xmlns:a16="http://schemas.microsoft.com/office/drawing/2014/main" id="{FE26AEED-6E71-8E40-930D-84DD30E921C6}"/>
              </a:ext>
            </a:extLst>
          </p:cNvPr>
          <p:cNvGrpSpPr>
            <a:grpSpLocks/>
          </p:cNvGrpSpPr>
          <p:nvPr/>
        </p:nvGrpSpPr>
        <p:grpSpPr bwMode="auto">
          <a:xfrm>
            <a:off x="9804814" y="2544072"/>
            <a:ext cx="560388" cy="336550"/>
            <a:chOff x="4212" y="2864"/>
            <a:chExt cx="353" cy="212"/>
          </a:xfrm>
        </p:grpSpPr>
        <p:sp>
          <p:nvSpPr>
            <p:cNvPr id="65" name="Rectangle 42">
              <a:extLst>
                <a:ext uri="{FF2B5EF4-FFF2-40B4-BE49-F238E27FC236}">
                  <a16:creationId xmlns:a16="http://schemas.microsoft.com/office/drawing/2014/main" id="{F8D43025-2512-314A-A510-1F4FB06B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916"/>
              <a:ext cx="353" cy="137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43">
              <a:extLst>
                <a:ext uri="{FF2B5EF4-FFF2-40B4-BE49-F238E27FC236}">
                  <a16:creationId xmlns:a16="http://schemas.microsoft.com/office/drawing/2014/main" id="{4C05FF3D-8B8E-004C-994F-0F93A71E4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7" y="2864"/>
              <a:ext cx="3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轮询</a:t>
              </a:r>
            </a:p>
          </p:txBody>
        </p:sp>
      </p:grpSp>
      <p:grpSp>
        <p:nvGrpSpPr>
          <p:cNvPr id="67" name="Group 48">
            <a:extLst>
              <a:ext uri="{FF2B5EF4-FFF2-40B4-BE49-F238E27FC236}">
                <a16:creationId xmlns:a16="http://schemas.microsoft.com/office/drawing/2014/main" id="{FBABE685-758D-8542-8F8A-B860741BB12D}"/>
              </a:ext>
            </a:extLst>
          </p:cNvPr>
          <p:cNvGrpSpPr>
            <a:grpSpLocks/>
          </p:cNvGrpSpPr>
          <p:nvPr/>
        </p:nvGrpSpPr>
        <p:grpSpPr bwMode="auto">
          <a:xfrm>
            <a:off x="7853777" y="3466409"/>
            <a:ext cx="595312" cy="336550"/>
            <a:chOff x="4415" y="2364"/>
            <a:chExt cx="375" cy="212"/>
          </a:xfrm>
        </p:grpSpPr>
        <p:sp>
          <p:nvSpPr>
            <p:cNvPr id="68" name="Rectangle 46">
              <a:extLst>
                <a:ext uri="{FF2B5EF4-FFF2-40B4-BE49-F238E27FC236}">
                  <a16:creationId xmlns:a16="http://schemas.microsoft.com/office/drawing/2014/main" id="{BC4AD792-1ADD-6C44-BAB4-C92901F5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Text Box 47">
              <a:extLst>
                <a:ext uri="{FF2B5EF4-FFF2-40B4-BE49-F238E27FC236}">
                  <a16:creationId xmlns:a16="http://schemas.microsoft.com/office/drawing/2014/main" id="{1F65274E-CD85-AC43-BFD4-1FA46A64C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数据</a:t>
              </a:r>
            </a:p>
          </p:txBody>
        </p:sp>
      </p:grpSp>
      <p:grpSp>
        <p:nvGrpSpPr>
          <p:cNvPr id="70" name="Group 49">
            <a:extLst>
              <a:ext uri="{FF2B5EF4-FFF2-40B4-BE49-F238E27FC236}">
                <a16:creationId xmlns:a16="http://schemas.microsoft.com/office/drawing/2014/main" id="{2EDB6C70-4A25-4D44-B1FD-20768EAD1E7B}"/>
              </a:ext>
            </a:extLst>
          </p:cNvPr>
          <p:cNvGrpSpPr>
            <a:grpSpLocks/>
          </p:cNvGrpSpPr>
          <p:nvPr/>
        </p:nvGrpSpPr>
        <p:grpSpPr bwMode="auto">
          <a:xfrm>
            <a:off x="8360189" y="2348809"/>
            <a:ext cx="595313" cy="336550"/>
            <a:chOff x="4415" y="2364"/>
            <a:chExt cx="375" cy="212"/>
          </a:xfrm>
        </p:grpSpPr>
        <p:sp>
          <p:nvSpPr>
            <p:cNvPr id="71" name="Rectangle 50">
              <a:extLst>
                <a:ext uri="{FF2B5EF4-FFF2-40B4-BE49-F238E27FC236}">
                  <a16:creationId xmlns:a16="http://schemas.microsoft.com/office/drawing/2014/main" id="{20480C82-EB8A-5240-8BAD-98AA2496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Text Box 51">
              <a:extLst>
                <a:ext uri="{FF2B5EF4-FFF2-40B4-BE49-F238E27FC236}">
                  <a16:creationId xmlns:a16="http://schemas.microsoft.com/office/drawing/2014/main" id="{D988106A-1869-B541-BA6D-CFB733C1B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数据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3E6D07A-A0BF-C74B-BB2B-A59B972B318B}"/>
              </a:ext>
            </a:extLst>
          </p:cNvPr>
          <p:cNvCxnSpPr>
            <a:cxnSpLocks/>
          </p:cNvCxnSpPr>
          <p:nvPr/>
        </p:nvCxnSpPr>
        <p:spPr>
          <a:xfrm>
            <a:off x="9003957" y="3002692"/>
            <a:ext cx="129334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172BE971-AA12-664E-93FB-DBB1931433BD}"/>
              </a:ext>
            </a:extLst>
          </p:cNvPr>
          <p:cNvCxnSpPr>
            <a:cxnSpLocks/>
            <a:endCxn id="57" idx="1"/>
          </p:cNvCxnSpPr>
          <p:nvPr/>
        </p:nvCxnSpPr>
        <p:spPr>
          <a:xfrm flipV="1">
            <a:off x="8896147" y="2675835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A478E79-5AC5-614B-8297-DD23BBE28695}"/>
              </a:ext>
            </a:extLst>
          </p:cNvPr>
          <p:cNvCxnSpPr>
            <a:cxnSpLocks/>
          </p:cNvCxnSpPr>
          <p:nvPr/>
        </p:nvCxnSpPr>
        <p:spPr>
          <a:xfrm flipV="1">
            <a:off x="8311979" y="2673178"/>
            <a:ext cx="848497" cy="177525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A69464FC-DF27-7B49-8A28-F58EF7D050CC}"/>
              </a:ext>
            </a:extLst>
          </p:cNvPr>
          <p:cNvCxnSpPr>
            <a:cxnSpLocks/>
          </p:cNvCxnSpPr>
          <p:nvPr/>
        </p:nvCxnSpPr>
        <p:spPr>
          <a:xfrm flipV="1">
            <a:off x="8607823" y="3240127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8C038B1A-EC48-DF49-BAF8-AAB10C7A0469}"/>
              </a:ext>
            </a:extLst>
          </p:cNvPr>
          <p:cNvCxnSpPr>
            <a:cxnSpLocks/>
          </p:cNvCxnSpPr>
          <p:nvPr/>
        </p:nvCxnSpPr>
        <p:spPr>
          <a:xfrm flipV="1">
            <a:off x="8327736" y="3862084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DD0EF837-C726-B14A-ACB8-A7DF9B1CD803}"/>
              </a:ext>
            </a:extLst>
          </p:cNvPr>
          <p:cNvCxnSpPr>
            <a:cxnSpLocks/>
          </p:cNvCxnSpPr>
          <p:nvPr/>
        </p:nvCxnSpPr>
        <p:spPr>
          <a:xfrm flipV="1">
            <a:off x="8051769" y="4446971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0078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7 L -0.09192 0.0007 L -0.07812 -0.03426 L -0.15195 -0.03426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30" y="-1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06119 -2.96296E-6 C 0.0582 0.00996 0.0552 0.02014 0.05234 0.0301 C 0.08268 0.0294 0.12057 0.03148 0.15117 0.03102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12 0.00116 L -0.05351 0.00069 L -0.08984 0.14306 L -0.15338 0.14306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75" y="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59259E-6 L 0.06706 -0.00185 L 0.10156 -0.13379 C 0.13294 -0.13426 0.17982 -0.1331 0.21133 -0.13356 " pathEditMode="relative" rAng="0" ptsTypes="AAAA">
                                      <p:cBhvr>
                                        <p:cTn id="37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60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“轮流”MAC 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链路层：6-39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8" name="Rectangle 4">
            <a:extLst>
              <a:ext uri="{FF2B5EF4-FFF2-40B4-BE49-F238E27FC236}">
                <a16:creationId xmlns:a16="http://schemas.microsoft.com/office/drawing/2014/main" id="{7ABC6A0D-B10D-5A4E-940B-72970522E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0" y="1490663"/>
            <a:ext cx="51943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令牌传递：</a:t>
            </a:r>
            <a:endParaRPr lang="en-US" sz="3200" b="1" dirty="0">
              <a:solidFill>
                <a:srgbClr val="C00000"/>
              </a:solidFill>
              <a:cs typeface="+mn-cs"/>
            </a:endParaRP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控制令牌按顺序从一个节点传递到下一个节点。</a:t>
            </a:r>
            <a:r>
              <a:rPr lang="en-US" sz="3200" i="1" dirty="0">
                <a:solidFill>
                  <a:srgbClr val="C00000"/>
                </a:solidFill>
                <a:cs typeface="+mn-cs"/>
              </a:rPr>
              <a:t/>
            </a:r>
            <a:r>
              <a:rPr lang="en-US" sz="2800" b="1" i="0" dirty="0">
                <a:cs typeface="+mn-cs"/>
              </a:rPr>
              <a:t/>
            </a:r>
            <a:r>
              <a:rPr lang="en-US" sz="2800" i="0" dirty="0">
                <a:cs typeface="+mn-cs"/>
              </a:rPr>
              <a:t/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令牌报文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问题：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令牌开销 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时延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单点故障（令牌）</a:t>
            </a:r>
          </a:p>
        </p:txBody>
      </p:sp>
      <p:grpSp>
        <p:nvGrpSpPr>
          <p:cNvPr id="90" name="Group 21">
            <a:extLst>
              <a:ext uri="{FF2B5EF4-FFF2-40B4-BE49-F238E27FC236}">
                <a16:creationId xmlns:a16="http://schemas.microsoft.com/office/drawing/2014/main" id="{F79F0332-2A39-5D4D-809F-42104668D479}"/>
              </a:ext>
            </a:extLst>
          </p:cNvPr>
          <p:cNvGrpSpPr>
            <a:grpSpLocks/>
          </p:cNvGrpSpPr>
          <p:nvPr/>
        </p:nvGrpSpPr>
        <p:grpSpPr bwMode="auto">
          <a:xfrm>
            <a:off x="9718675" y="3262312"/>
            <a:ext cx="781050" cy="681038"/>
            <a:chOff x="-44" y="1473"/>
            <a:chExt cx="981" cy="1105"/>
          </a:xfrm>
        </p:grpSpPr>
        <p:pic>
          <p:nvPicPr>
            <p:cNvPr id="91" name="Picture 22" descr="desktop_computer_stylized_medium">
              <a:extLst>
                <a:ext uri="{FF2B5EF4-FFF2-40B4-BE49-F238E27FC236}">
                  <a16:creationId xmlns:a16="http://schemas.microsoft.com/office/drawing/2014/main" id="{AA301A88-DFF1-7246-96EB-05C4256C8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AB1F938-F1F7-DD4B-A772-4AFC392D92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24">
            <a:extLst>
              <a:ext uri="{FF2B5EF4-FFF2-40B4-BE49-F238E27FC236}">
                <a16:creationId xmlns:a16="http://schemas.microsoft.com/office/drawing/2014/main" id="{6AA03958-EE62-044B-BF1C-41B2BCCE691A}"/>
              </a:ext>
            </a:extLst>
          </p:cNvPr>
          <p:cNvGrpSpPr>
            <a:grpSpLocks/>
          </p:cNvGrpSpPr>
          <p:nvPr/>
        </p:nvGrpSpPr>
        <p:grpSpPr bwMode="auto">
          <a:xfrm>
            <a:off x="7004050" y="3219450"/>
            <a:ext cx="781050" cy="681037"/>
            <a:chOff x="-44" y="1473"/>
            <a:chExt cx="981" cy="1105"/>
          </a:xfrm>
        </p:grpSpPr>
        <p:pic>
          <p:nvPicPr>
            <p:cNvPr id="94" name="Picture 25" descr="desktop_computer_stylized_medium">
              <a:extLst>
                <a:ext uri="{FF2B5EF4-FFF2-40B4-BE49-F238E27FC236}">
                  <a16:creationId xmlns:a16="http://schemas.microsoft.com/office/drawing/2014/main" id="{077F0454-E719-4041-9268-E18204D1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6FB8E7BB-59E7-CA4F-BB91-53C073626F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7">
            <a:extLst>
              <a:ext uri="{FF2B5EF4-FFF2-40B4-BE49-F238E27FC236}">
                <a16:creationId xmlns:a16="http://schemas.microsoft.com/office/drawing/2014/main" id="{70A0741A-F761-3D4A-B7B8-6775DC2EDAA6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1555750"/>
            <a:ext cx="781050" cy="681037"/>
            <a:chOff x="-44" y="1473"/>
            <a:chExt cx="981" cy="1105"/>
          </a:xfrm>
        </p:grpSpPr>
        <p:pic>
          <p:nvPicPr>
            <p:cNvPr id="97" name="Picture 28" descr="desktop_computer_stylized_medium">
              <a:extLst>
                <a:ext uri="{FF2B5EF4-FFF2-40B4-BE49-F238E27FC236}">
                  <a16:creationId xmlns:a16="http://schemas.microsoft.com/office/drawing/2014/main" id="{0DCB9A69-88E8-EF42-BA62-8E91745EA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77549C09-8E2F-B34B-A7BD-DE20ADB3FB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30">
            <a:extLst>
              <a:ext uri="{FF2B5EF4-FFF2-40B4-BE49-F238E27FC236}">
                <a16:creationId xmlns:a16="http://schemas.microsoft.com/office/drawing/2014/main" id="{A7706246-9BB2-2644-8142-F34F4D57B77F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5003800"/>
            <a:ext cx="781050" cy="681037"/>
            <a:chOff x="-44" y="1473"/>
            <a:chExt cx="981" cy="1105"/>
          </a:xfrm>
        </p:grpSpPr>
        <p:pic>
          <p:nvPicPr>
            <p:cNvPr id="100" name="Picture 31" descr="desktop_computer_stylized_medium">
              <a:extLst>
                <a:ext uri="{FF2B5EF4-FFF2-40B4-BE49-F238E27FC236}">
                  <a16:creationId xmlns:a16="http://schemas.microsoft.com/office/drawing/2014/main" id="{A1D9607F-7083-0E4A-A8CA-5863479A1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462AFBE0-4717-E74E-AB56-D544737FA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2" name="Oval 8">
            <a:extLst>
              <a:ext uri="{FF2B5EF4-FFF2-40B4-BE49-F238E27FC236}">
                <a16:creationId xmlns:a16="http://schemas.microsoft.com/office/drawing/2014/main" id="{A041F791-B432-CF4C-AACC-8AFE57D1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0188" y="2212975"/>
            <a:ext cx="2046287" cy="2778125"/>
          </a:xfrm>
          <a:prstGeom prst="ellips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Rectangle 12">
            <a:extLst>
              <a:ext uri="{FF2B5EF4-FFF2-40B4-BE49-F238E27FC236}">
                <a16:creationId xmlns:a16="http://schemas.microsoft.com/office/drawing/2014/main" id="{6AC22150-8F46-3041-AAEA-474DE6E3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1320800"/>
            <a:ext cx="274637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  <p:sp>
        <p:nvSpPr>
          <p:cNvPr id="104" name="Rectangle 15">
            <a:extLst>
              <a:ext uri="{FF2B5EF4-FFF2-40B4-BE49-F238E27FC236}">
                <a16:creationId xmlns:a16="http://schemas.microsoft.com/office/drawing/2014/main" id="{3468BED1-087C-6944-8F78-7663707B6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5603875"/>
            <a:ext cx="811213" cy="32067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数据</a:t>
            </a:r>
          </a:p>
        </p:txBody>
      </p:sp>
      <p:sp>
        <p:nvSpPr>
          <p:cNvPr id="105" name="Text Box 16">
            <a:extLst>
              <a:ext uri="{FF2B5EF4-FFF2-40B4-BE49-F238E27FC236}">
                <a16:creationId xmlns:a16="http://schemas.microsoft.com/office/drawing/2014/main" id="{334C38E1-E62C-0649-87D5-B690850A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2674937"/>
            <a:ext cx="1009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（没有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要发送）</a:t>
            </a:r>
          </a:p>
        </p:txBody>
      </p:sp>
      <p:sp>
        <p:nvSpPr>
          <p:cNvPr id="106" name="Rectangle 17">
            <a:extLst>
              <a:ext uri="{FF2B5EF4-FFF2-40B4-BE49-F238E27FC236}">
                <a16:creationId xmlns:a16="http://schemas.microsoft.com/office/drawing/2014/main" id="{729551C3-F670-FC4F-8E80-793BFE22C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0" y="3338512"/>
            <a:ext cx="274638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2522739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0.03658 C 0.0069 0.06435 0.00117 0.09283 0.00143 0.10509 C 0.00156 0.11736 0.00664 0.10695 0.00013 0.10996 C -0.00625 0.11297 -0.02357 0.11273 -0.03737 0.12338 C -0.05104 0.13403 -0.0694 0.14445 -0.08229 0.17338 C -0.09518 0.20232 -0.10326 0.27847 -0.11471 0.29676 C -0.12617 0.31505 -0.14336 0.28611 -0.15104 0.28334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1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C 0.01354 -0.0044 0.02708 -0.0088 0.03503 0.00671 C 0.0431 0.02222 0.04232 0.06875 0.04753 0.09328 C 0.05273 0.11782 0.05534 0.13402 0.06628 0.15347 C 0.07721 0.17291 0.09987 0.19861 0.11367 0.20995 C 0.1276 0.22129 0.14336 0.20925 0.15 0.22175 C 0.15664 0.23425 0.15521 0.25949 0.15378 0.28495 " pathEditMode="relative" rAng="0" ptsTypes="AAAAAAA">
                                      <p:cBhvr>
                                        <p:cTn id="19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47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75 -0.02431 C 0.01315 -0.0581 0.00768 -0.09167 0.01367 -0.10926 C 0.01979 -0.12685 0.04115 -0.11273 0.05508 -0.1294 C 0.06888 -0.14607 0.0875 -0.1794 0.09753 -0.20926 C 0.10768 -0.23912 0.11367 -0.27824 0.1151 -0.30926 C 0.11654 -0.34028 0.11367 -0.36782 0.10625 -0.39607 C 0.09883 -0.42431 0.08451 -0.45949 0.06992 -0.4794 C 0.05534 -0.49931 0.03138 -0.50995 0.01875 -0.51597 C 0.00612 -0.52199 0.00521 -0.51875 -0.00625 -0.51597 C -0.01771 -0.5132 -0.03698 -0.51134 -0.05 -0.49931 C -0.06302 -0.48727 -0.07604 -0.46343 -0.0849 -0.44421 C -0.09375 -0.425 -0.10013 -0.4044 -0.10365 -0.38426 C -0.10716 -0.36412 -0.1056 -0.34375 -0.10625 -0.32269 C -0.1069 -0.30162 -0.11029 -0.27801 -0.10742 -0.25764 C -0.10469 -0.23727 -0.097 -0.21852 -0.08997 -0.20093 C -0.08281 -0.18333 -0.07552 -0.1669 -0.06497 -0.15255 C -0.0543 -0.1382 -0.03763 -0.12107 -0.02617 -0.11435 C -0.01471 -0.10764 -0.00169 -0.11806 0.00378 -0.11273 C 0.00938 -0.10741 0.00677 -0.09931 0.00742 -0.08264 C 0.0082 -0.06597 0.00781 -0.03935 0.00742 -0.01273 " pathEditMode="relative" rAng="0" ptsTypes="AAAAAAAAAAAAAAAAAAAA">
                                      <p:cBhvr>
                                        <p:cTn id="23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-2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4" grpId="0" animBg="1"/>
      <p:bldP spid="104" grpId="1" animBg="1"/>
      <p:bldP spid="105" grpId="0"/>
      <p:bldP spid="106" grpId="0" animBg="1"/>
      <p:bldP spid="106" grpId="1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回顾：多路访问链路与协议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链路层：6-40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两类“链路”：</a:t>
            </a:r>
            <a:r>
              <a:rPr lang="en-US" altLang="ja-JP" kern="0" dirty="0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</a:p>
          <a:p>
            <a:pPr>
              <a:defRPr/>
            </a:pPr>
            <a:r>
              <a:rPr lang="en-US" kern="0" dirty="0">
                <a:cs typeface="+mn-cs"/>
              </a:rPr>
              <a:t>点到点</a:t>
            </a:r>
          </a:p>
          <a:p>
            <a:pPr lvl="1">
              <a:defRPr/>
            </a:pPr>
            <a:r>
              <a:rPr lang="en-US" sz="2000" kern="0" dirty="0"/>
              <a:t>Ethernet 交换机与主机之间的点到点链路</a:t>
            </a:r>
          </a:p>
          <a:p>
            <a:pPr lvl="1">
              <a:defRPr/>
            </a:pPr>
            <a:r>
              <a:rPr lang="en-US" sz="2000" kern="0" dirty="0"/>
              <a:t>用于拨号接入的 PPP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广播（共享导线或介质）</a:t>
            </a:r>
          </a:p>
          <a:p>
            <a:pPr lvl="1">
              <a:defRPr/>
            </a:pPr>
            <a:r>
              <a:rPr lang="en-US" sz="2000" kern="0" dirty="0"/>
              <a:t>老式 Ethernet</a:t>
            </a:r>
          </a:p>
          <a:p>
            <a:pPr lvl="1">
              <a:defRPr/>
            </a:pPr>
            <a:r>
              <a:rPr lang="en-US" sz="2000" kern="0" dirty="0"/>
              <a:t>电缆接入网中的上行 HFC</a:t>
            </a:r>
          </a:p>
          <a:p>
            <a:pPr lvl="1">
              <a:defRPr/>
            </a:pPr>
            <a:r>
              <a:rPr lang="en-US" sz="2000" kern="0" dirty="0"/>
              <a:t>802.11 无线 LAN、4G/5G、卫星</a:t>
            </a:r>
            <a:r>
              <a:rPr lang="en-US" sz="2000" kern="0"/>
              <a:t/>
            </a:r>
            <a:r>
              <a:rPr lang="en-US" sz="2000" kern="0" dirty="0"/>
              <a:t/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有线 Ethernet）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共享无线电：WiFi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/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共享无线电：卫星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鸡尾酒会中的人们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（共享空气、声学信道）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共享无线电：4G/5G</a:t>
            </a:r>
          </a:p>
        </p:txBody>
      </p:sp>
    </p:spTree>
    <p:extLst>
      <p:ext uri="{BB962C8B-B14F-4D97-AF65-F5344CB8AC3E}">
        <p14:creationId xmlns:p14="http://schemas.microsoft.com/office/powerpoint/2010/main" val="2077695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回顾：MAC 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链路层：6-41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三大类：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信道划分</a:t>
            </a:r>
          </a:p>
          <a:p>
            <a:pPr lvl="1">
              <a:defRPr/>
            </a:pPr>
            <a:r>
              <a:rPr lang="en-US" sz="2800" dirty="0"/>
              <a:t>把信道划分成更小的“片段”（时隙、频率、码）</a:t>
            </a:r>
            <a:r>
              <a:rPr lang="en-US" altLang="ja-JP" sz="2800" dirty="0"/>
              <a:t/>
            </a:r>
            <a:r>
              <a:rPr lang="en-US" sz="2800" dirty="0"/>
              <a:t/>
            </a:r>
            <a:r>
              <a:rPr lang="en-US" altLang="ja-JP" sz="2800" dirty="0"/>
              <a:t/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/>
              <a:t>把片段分配给节点独占使用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随机访问</a:t>
            </a:r>
          </a:p>
          <a:p>
            <a:pPr lvl="1">
              <a:defRPr/>
            </a:pPr>
            <a:r>
              <a:rPr lang="en-US" sz="2800" dirty="0"/>
              <a:t>信道不划分，允许碰撞</a:t>
            </a:r>
          </a:p>
          <a:p>
            <a:pPr lvl="1">
              <a:defRPr/>
            </a:pPr>
            <a:r>
              <a:rPr lang="en-US" altLang="ja-JP" sz="2800" dirty="0"/>
              <a:t>从碰撞中“恢复”</a:t>
            </a:r>
            <a:r>
              <a:rPr lang="en-US" sz="2800" dirty="0"/>
              <a:t/>
            </a:r>
            <a:r>
              <a:rPr lang="en-US" altLang="ja-JP" sz="2800" dirty="0"/>
              <a:t/>
            </a:r>
            <a:r>
              <a:rPr lang="en-US" sz="2800" dirty="0"/>
              <a:t/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“轮流”</a:t>
            </a:r>
            <a:r>
              <a:rPr lang="en-US" altLang="ja-JP" sz="3200" dirty="0">
                <a:solidFill>
                  <a:srgbClr val="C00000"/>
                </a:solidFill>
              </a:rPr>
              <a:t/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节点轮流发送，但要发送更多数据的节点可占用更长轮次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2767508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随机访问协议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链路层：6-42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0F0D1BE9-A129-4E48-8684-AB67559565A2}"/>
              </a:ext>
            </a:extLst>
          </p:cNvPr>
          <p:cNvSpPr txBox="1">
            <a:spLocks noChangeArrowheads="1"/>
          </p:cNvSpPr>
          <p:nvPr/>
        </p:nvSpPr>
        <p:spPr>
          <a:xfrm>
            <a:off x="904460" y="1438619"/>
            <a:ext cx="11393557" cy="4895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当节点有分组要发送时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以信道完整数据速率 R 发送。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节点之间没有预先协调</a:t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两个或更多节点发送：“碰撞” </a:t>
            </a:r>
            <a:r>
              <a:rPr lang="en-US" altLang="ja-JP" sz="3200" dirty="0"/>
              <a:t/>
            </a:r>
            <a:r>
              <a:rPr lang="en-US" sz="3200" dirty="0"/>
              <a:t/>
            </a:r>
            <a:r>
              <a:rPr lang="en-US" altLang="ja-JP" sz="3200" dirty="0"/>
              <a:t/>
            </a:r>
            <a:r>
              <a:rPr lang="en-US" sz="3200" dirty="0"/>
              <a:t/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随机访问 MAC 协议规定： </a:t>
            </a:r>
            <a:r>
              <a:rPr lang="en-US" sz="3200" dirty="0"/>
              <a:t/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如何检测碰撞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如何从碰撞中恢复（例如通过延迟重传）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随机访问 MAC 协议示例：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ALOHA、时隙 ALOHA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CSMA、CSMA/CD、CSMA/CA</a:t>
            </a:r>
          </a:p>
        </p:txBody>
      </p:sp>
    </p:spTree>
    <p:extLst>
      <p:ext uri="{BB962C8B-B14F-4D97-AF65-F5344CB8AC3E}">
        <p14:creationId xmlns:p14="http://schemas.microsoft.com/office/powerpoint/2010/main" val="124558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时隙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链路层：6-43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D6383C-7665-4746-86A3-DB2B42D7440C}"/>
              </a:ext>
            </a:extLst>
          </p:cNvPr>
          <p:cNvSpPr txBox="1">
            <a:spLocks noChangeArrowheads="1"/>
          </p:cNvSpPr>
          <p:nvPr/>
        </p:nvSpPr>
        <p:spPr>
          <a:xfrm>
            <a:off x="845584" y="1416396"/>
            <a:ext cx="51046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假设：</a:t>
            </a:r>
            <a:r>
              <a:rPr lang="en-US" dirty="0">
                <a:solidFill>
                  <a:srgbClr val="0000A8"/>
                </a:solidFill>
              </a:rPr>
              <a:t/>
            </a:r>
          </a:p>
          <a:p>
            <a:pPr marL="404813">
              <a:defRPr/>
            </a:pPr>
            <a:r>
              <a:rPr lang="en-US" dirty="0"/>
              <a:t>所有帧大小相同</a:t>
            </a:r>
          </a:p>
          <a:p>
            <a:pPr marL="404813">
              <a:defRPr/>
            </a:pPr>
            <a:r>
              <a:rPr lang="en-US" dirty="0"/>
              <a:t>时间划分为等长时隙（发送 1 个帧所需时间）</a:t>
            </a:r>
          </a:p>
          <a:p>
            <a:pPr marL="404813">
              <a:defRPr/>
            </a:pPr>
            <a:r>
              <a:rPr lang="en-US" dirty="0"/>
              <a:t>节点只在时隙开始时发送 </a:t>
            </a:r>
          </a:p>
          <a:p>
            <a:pPr marL="404813">
              <a:defRPr/>
            </a:pPr>
            <a:r>
              <a:rPr lang="en-US" dirty="0"/>
              <a:t>节点是同步的</a:t>
            </a:r>
          </a:p>
          <a:p>
            <a:pPr marL="404813">
              <a:defRPr/>
            </a:pPr>
            <a:r>
              <a:rPr lang="en-US" dirty="0"/>
              <a:t>若 2 个或更多节点在同一时隙发送，所有节点都检测到碰撞</a:t>
            </a:r>
            <a:endParaRPr lang="en-US" sz="24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BFE15C25-BB28-9543-9419-B80CD8AA3C64}"/>
              </a:ext>
            </a:extLst>
          </p:cNvPr>
          <p:cNvSpPr txBox="1">
            <a:spLocks noChangeArrowheads="1"/>
          </p:cNvSpPr>
          <p:nvPr/>
        </p:nvSpPr>
        <p:spPr>
          <a:xfrm>
            <a:off x="6440557" y="1447181"/>
            <a:ext cx="516834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操作：</a:t>
            </a:r>
          </a:p>
          <a:p>
            <a:pPr marL="457200" indent="-234950">
              <a:defRPr/>
            </a:pPr>
            <a:r>
              <a:rPr lang="en-US" dirty="0"/>
              <a:t>当节点获得新帧时，在下一个时隙发送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若无碰撞：节点可在下一个时隙发送新帧</a:t>
            </a:r>
            <a:r>
              <a:rPr lang="en-US" sz="2800" dirty="0"/>
              <a:t/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若发生碰撞：节点在后续每个时隙以概率 p 重传该帧，直到成功</a:t>
            </a:r>
            <a:r>
              <a:rPr lang="en-US" sz="2800" dirty="0"/>
              <a:t/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E15E43E-EE56-8544-9198-B2CDA59DD294}"/>
              </a:ext>
            </a:extLst>
          </p:cNvPr>
          <p:cNvGrpSpPr/>
          <p:nvPr/>
        </p:nvGrpSpPr>
        <p:grpSpPr>
          <a:xfrm>
            <a:off x="7222435" y="4651513"/>
            <a:ext cx="3379304" cy="1707369"/>
            <a:chOff x="7222435" y="4651513"/>
            <a:chExt cx="3379304" cy="170736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3B4B840C-7E28-C04D-8CE9-682705AEE59B}"/>
                </a:ext>
              </a:extLst>
            </p:cNvPr>
            <p:cNvSpPr txBox="1"/>
            <p:nvPr/>
          </p:nvSpPr>
          <p:spPr>
            <a:xfrm>
              <a:off x="7222435" y="5897217"/>
              <a:ext cx="2942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为什么需要随机化？</a:t>
              </a:r>
              <a:r>
                <a:rPr lang="en-US" sz="2400" dirty="0"/>
                <a:t/>
              </a:r>
              <a:r>
                <a:rPr lang="en-US" sz="2400" i="1" dirty="0"/>
                <a:t/>
              </a:r>
              <a:r>
                <a:rPr lang="en-US" sz="2400" dirty="0"/>
                <a:t/>
              </a: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78318A-B74F-CF47-A0AD-52CC631467FC}"/>
                </a:ext>
              </a:extLst>
            </p:cNvPr>
            <p:cNvSpPr/>
            <p:nvPr/>
          </p:nvSpPr>
          <p:spPr>
            <a:xfrm>
              <a:off x="10058399" y="4651513"/>
              <a:ext cx="543340" cy="54334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232C45-BB94-AB4D-BDBB-4AF8C10F7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8481" y="5181601"/>
              <a:ext cx="1636301" cy="70236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347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时隙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链路层：6-44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72A8C484-9F3B-7140-9873-AC4A42E47C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1" y="3654425"/>
            <a:ext cx="4846983" cy="320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优点：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单个活跃节点可持续以信道全速发送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高度分散：只需节点中的时隙同步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简单</a:t>
            </a:r>
          </a:p>
          <a:p>
            <a:pPr>
              <a:defRPr/>
            </a:pPr>
            <a:endParaRPr lang="en-US" sz="2400" kern="0" dirty="0">
              <a:latin typeface="Gill Sans MT" charset="0"/>
              <a:cs typeface="+mn-cs"/>
            </a:endParaRP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2C1441D0-D6C4-E649-93D0-1ECA14AFD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008" y="3631167"/>
            <a:ext cx="5579166" cy="2743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缺点：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碰撞，浪费时隙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空闲时隙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节点可能在小于分组传输时间内检测到碰撞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时钟同步</a:t>
            </a:r>
          </a:p>
        </p:txBody>
      </p:sp>
      <p:grpSp>
        <p:nvGrpSpPr>
          <p:cNvPr id="69" name="Group 9">
            <a:extLst>
              <a:ext uri="{FF2B5EF4-FFF2-40B4-BE49-F238E27FC236}">
                <a16:creationId xmlns:a16="http://schemas.microsoft.com/office/drawing/2014/main" id="{21164FC9-FE4C-614D-972E-A00FCAE25C23}"/>
              </a:ext>
            </a:extLst>
          </p:cNvPr>
          <p:cNvGrpSpPr>
            <a:grpSpLocks/>
          </p:cNvGrpSpPr>
          <p:nvPr/>
        </p:nvGrpSpPr>
        <p:grpSpPr bwMode="auto">
          <a:xfrm>
            <a:off x="3258866" y="1417223"/>
            <a:ext cx="449263" cy="338137"/>
            <a:chOff x="1185" y="903"/>
            <a:chExt cx="283" cy="213"/>
          </a:xfrm>
        </p:grpSpPr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B6FB277F-EDE2-1049-9ABF-92D11D6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1" name="Text Box 8">
              <a:extLst>
                <a:ext uri="{FF2B5EF4-FFF2-40B4-BE49-F238E27FC236}">
                  <a16:creationId xmlns:a16="http://schemas.microsoft.com/office/drawing/2014/main" id="{C293767F-FCDF-8642-A612-4649CC7D0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0" name="Group 10">
            <a:extLst>
              <a:ext uri="{FF2B5EF4-FFF2-40B4-BE49-F238E27FC236}">
                <a16:creationId xmlns:a16="http://schemas.microsoft.com/office/drawing/2014/main" id="{CD7A64E0-8DFE-1E45-8F86-C8EBCFF9F9DA}"/>
              </a:ext>
            </a:extLst>
          </p:cNvPr>
          <p:cNvGrpSpPr>
            <a:grpSpLocks/>
          </p:cNvGrpSpPr>
          <p:nvPr/>
        </p:nvGrpSpPr>
        <p:grpSpPr bwMode="auto">
          <a:xfrm>
            <a:off x="4239941" y="1420398"/>
            <a:ext cx="449263" cy="338137"/>
            <a:chOff x="1185" y="903"/>
            <a:chExt cx="283" cy="213"/>
          </a:xfrm>
        </p:grpSpPr>
        <p:sp>
          <p:nvSpPr>
            <p:cNvPr id="118" name="Rectangle 11">
              <a:extLst>
                <a:ext uri="{FF2B5EF4-FFF2-40B4-BE49-F238E27FC236}">
                  <a16:creationId xmlns:a16="http://schemas.microsoft.com/office/drawing/2014/main" id="{07CCF55F-4FAA-894C-888B-199900ED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9" name="Text Box 12">
              <a:extLst>
                <a:ext uri="{FF2B5EF4-FFF2-40B4-BE49-F238E27FC236}">
                  <a16:creationId xmlns:a16="http://schemas.microsoft.com/office/drawing/2014/main" id="{6E547B66-C5F6-F343-A739-58397CBF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1" name="Group 13">
            <a:extLst>
              <a:ext uri="{FF2B5EF4-FFF2-40B4-BE49-F238E27FC236}">
                <a16:creationId xmlns:a16="http://schemas.microsoft.com/office/drawing/2014/main" id="{5E7B8AAA-4C6F-564D-BA83-59E54AD6FA2A}"/>
              </a:ext>
            </a:extLst>
          </p:cNvPr>
          <p:cNvGrpSpPr>
            <a:grpSpLocks/>
          </p:cNvGrpSpPr>
          <p:nvPr/>
        </p:nvGrpSpPr>
        <p:grpSpPr bwMode="auto">
          <a:xfrm>
            <a:off x="5776641" y="1421985"/>
            <a:ext cx="449263" cy="338137"/>
            <a:chOff x="1185" y="903"/>
            <a:chExt cx="283" cy="213"/>
          </a:xfrm>
        </p:grpSpPr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4646B359-A79E-F349-BF8A-9D2512A6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Text Box 15">
              <a:extLst>
                <a:ext uri="{FF2B5EF4-FFF2-40B4-BE49-F238E27FC236}">
                  <a16:creationId xmlns:a16="http://schemas.microsoft.com/office/drawing/2014/main" id="{6ECCB147-A652-0C45-8411-FDEFE8B7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2" name="Group 16">
            <a:extLst>
              <a:ext uri="{FF2B5EF4-FFF2-40B4-BE49-F238E27FC236}">
                <a16:creationId xmlns:a16="http://schemas.microsoft.com/office/drawing/2014/main" id="{034C0BC2-FAFB-954B-8184-7437ED6443FF}"/>
              </a:ext>
            </a:extLst>
          </p:cNvPr>
          <p:cNvGrpSpPr>
            <a:grpSpLocks/>
          </p:cNvGrpSpPr>
          <p:nvPr/>
        </p:nvGrpSpPr>
        <p:grpSpPr bwMode="auto">
          <a:xfrm>
            <a:off x="6792641" y="1417223"/>
            <a:ext cx="449263" cy="338137"/>
            <a:chOff x="1185" y="903"/>
            <a:chExt cx="283" cy="213"/>
          </a:xfrm>
        </p:grpSpPr>
        <p:sp>
          <p:nvSpPr>
            <p:cNvPr id="114" name="Rectangle 17">
              <a:extLst>
                <a:ext uri="{FF2B5EF4-FFF2-40B4-BE49-F238E27FC236}">
                  <a16:creationId xmlns:a16="http://schemas.microsoft.com/office/drawing/2014/main" id="{B5E231FA-D60E-3344-A54A-AE1CCAC2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" name="Text Box 18">
              <a:extLst>
                <a:ext uri="{FF2B5EF4-FFF2-40B4-BE49-F238E27FC236}">
                  <a16:creationId xmlns:a16="http://schemas.microsoft.com/office/drawing/2014/main" id="{C4C08E10-907C-DD42-A551-372531B7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3" name="Group 24">
            <a:extLst>
              <a:ext uri="{FF2B5EF4-FFF2-40B4-BE49-F238E27FC236}">
                <a16:creationId xmlns:a16="http://schemas.microsoft.com/office/drawing/2014/main" id="{647D2F6D-CE64-8B4B-B615-A2D4A4BABDA1}"/>
              </a:ext>
            </a:extLst>
          </p:cNvPr>
          <p:cNvGrpSpPr>
            <a:grpSpLocks/>
          </p:cNvGrpSpPr>
          <p:nvPr/>
        </p:nvGrpSpPr>
        <p:grpSpPr bwMode="auto">
          <a:xfrm>
            <a:off x="3260453" y="1934748"/>
            <a:ext cx="449263" cy="338137"/>
            <a:chOff x="4584" y="1229"/>
            <a:chExt cx="283" cy="213"/>
          </a:xfrm>
        </p:grpSpPr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40A791FB-0B4E-E54D-A7B1-9F64A6BA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3" name="Text Box 21">
              <a:extLst>
                <a:ext uri="{FF2B5EF4-FFF2-40B4-BE49-F238E27FC236}">
                  <a16:creationId xmlns:a16="http://schemas.microsoft.com/office/drawing/2014/main" id="{B1F1A4C1-13C1-264C-B2A5-E57D85AD5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A513746B-2BA9-7842-A3F9-4C806D4C430D}"/>
              </a:ext>
            </a:extLst>
          </p:cNvPr>
          <p:cNvGrpSpPr>
            <a:grpSpLocks/>
          </p:cNvGrpSpPr>
          <p:nvPr/>
        </p:nvGrpSpPr>
        <p:grpSpPr bwMode="auto">
          <a:xfrm>
            <a:off x="3262041" y="2444335"/>
            <a:ext cx="449263" cy="338137"/>
            <a:chOff x="4827" y="1591"/>
            <a:chExt cx="283" cy="213"/>
          </a:xfrm>
        </p:grpSpPr>
        <p:sp>
          <p:nvSpPr>
            <p:cNvPr id="110" name="Rectangle 22">
              <a:extLst>
                <a:ext uri="{FF2B5EF4-FFF2-40B4-BE49-F238E27FC236}">
                  <a16:creationId xmlns:a16="http://schemas.microsoft.com/office/drawing/2014/main" id="{D2113151-CB73-5B4D-B726-093BB119A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1" name="Text Box 23">
              <a:extLst>
                <a:ext uri="{FF2B5EF4-FFF2-40B4-BE49-F238E27FC236}">
                  <a16:creationId xmlns:a16="http://schemas.microsoft.com/office/drawing/2014/main" id="{F159D2A5-6D5C-0349-BF63-4ECC249F3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5" name="Group 25">
            <a:extLst>
              <a:ext uri="{FF2B5EF4-FFF2-40B4-BE49-F238E27FC236}">
                <a16:creationId xmlns:a16="http://schemas.microsoft.com/office/drawing/2014/main" id="{94B00C29-0193-D349-BFB1-CF44B881490C}"/>
              </a:ext>
            </a:extLst>
          </p:cNvPr>
          <p:cNvGrpSpPr>
            <a:grpSpLocks/>
          </p:cNvGrpSpPr>
          <p:nvPr/>
        </p:nvGrpSpPr>
        <p:grpSpPr bwMode="auto">
          <a:xfrm>
            <a:off x="4249466" y="1936335"/>
            <a:ext cx="449263" cy="338137"/>
            <a:chOff x="4584" y="1229"/>
            <a:chExt cx="283" cy="213"/>
          </a:xfrm>
        </p:grpSpPr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A1DD3D1-8785-3040-A4F2-5147DB88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9" name="Text Box 27">
              <a:extLst>
                <a:ext uri="{FF2B5EF4-FFF2-40B4-BE49-F238E27FC236}">
                  <a16:creationId xmlns:a16="http://schemas.microsoft.com/office/drawing/2014/main" id="{09BBF762-4792-7643-BA15-B59BC2E2D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6" name="Group 28">
            <a:extLst>
              <a:ext uri="{FF2B5EF4-FFF2-40B4-BE49-F238E27FC236}">
                <a16:creationId xmlns:a16="http://schemas.microsoft.com/office/drawing/2014/main" id="{E38A06E9-F095-D04D-91F9-81DAFE4FE972}"/>
              </a:ext>
            </a:extLst>
          </p:cNvPr>
          <p:cNvGrpSpPr>
            <a:grpSpLocks/>
          </p:cNvGrpSpPr>
          <p:nvPr/>
        </p:nvGrpSpPr>
        <p:grpSpPr bwMode="auto">
          <a:xfrm>
            <a:off x="4766991" y="1937923"/>
            <a:ext cx="449263" cy="338137"/>
            <a:chOff x="4584" y="1229"/>
            <a:chExt cx="283" cy="213"/>
          </a:xfrm>
        </p:grpSpPr>
        <p:sp>
          <p:nvSpPr>
            <p:cNvPr id="106" name="Rectangle 29">
              <a:extLst>
                <a:ext uri="{FF2B5EF4-FFF2-40B4-BE49-F238E27FC236}">
                  <a16:creationId xmlns:a16="http://schemas.microsoft.com/office/drawing/2014/main" id="{0987B743-D2A1-9D4F-A662-FFB579A91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7" name="Text Box 30">
              <a:extLst>
                <a:ext uri="{FF2B5EF4-FFF2-40B4-BE49-F238E27FC236}">
                  <a16:creationId xmlns:a16="http://schemas.microsoft.com/office/drawing/2014/main" id="{89D7FAA9-9F94-0C4F-B4C3-025342E3F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7" name="Group 32">
            <a:extLst>
              <a:ext uri="{FF2B5EF4-FFF2-40B4-BE49-F238E27FC236}">
                <a16:creationId xmlns:a16="http://schemas.microsoft.com/office/drawing/2014/main" id="{DEC4F61B-7F47-6D40-A1E6-9647D3850BE9}"/>
              </a:ext>
            </a:extLst>
          </p:cNvPr>
          <p:cNvGrpSpPr>
            <a:grpSpLocks/>
          </p:cNvGrpSpPr>
          <p:nvPr/>
        </p:nvGrpSpPr>
        <p:grpSpPr bwMode="auto">
          <a:xfrm>
            <a:off x="5778228" y="2445922"/>
            <a:ext cx="449263" cy="338137"/>
            <a:chOff x="4827" y="1591"/>
            <a:chExt cx="283" cy="213"/>
          </a:xfrm>
        </p:grpSpPr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78D56CA1-57DA-D349-81DF-1FE3F45A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5" name="Text Box 34">
              <a:extLst>
                <a:ext uri="{FF2B5EF4-FFF2-40B4-BE49-F238E27FC236}">
                  <a16:creationId xmlns:a16="http://schemas.microsoft.com/office/drawing/2014/main" id="{90B9F9DD-82FB-9540-93E1-DE1323F00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8" name="Group 35">
            <a:extLst>
              <a:ext uri="{FF2B5EF4-FFF2-40B4-BE49-F238E27FC236}">
                <a16:creationId xmlns:a16="http://schemas.microsoft.com/office/drawing/2014/main" id="{9515035B-221C-F640-AD70-3EDAE35D9A46}"/>
              </a:ext>
            </a:extLst>
          </p:cNvPr>
          <p:cNvGrpSpPr>
            <a:grpSpLocks/>
          </p:cNvGrpSpPr>
          <p:nvPr/>
        </p:nvGrpSpPr>
        <p:grpSpPr bwMode="auto">
          <a:xfrm>
            <a:off x="7289528" y="2447510"/>
            <a:ext cx="449263" cy="338137"/>
            <a:chOff x="4827" y="1591"/>
            <a:chExt cx="283" cy="213"/>
          </a:xfrm>
        </p:grpSpPr>
        <p:sp>
          <p:nvSpPr>
            <p:cNvPr id="102" name="Rectangle 36">
              <a:extLst>
                <a:ext uri="{FF2B5EF4-FFF2-40B4-BE49-F238E27FC236}">
                  <a16:creationId xmlns:a16="http://schemas.microsoft.com/office/drawing/2014/main" id="{011AA78D-6081-1E4C-B13C-ABA03976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3" name="Text Box 37">
              <a:extLst>
                <a:ext uri="{FF2B5EF4-FFF2-40B4-BE49-F238E27FC236}">
                  <a16:creationId xmlns:a16="http://schemas.microsoft.com/office/drawing/2014/main" id="{E9D6FFEE-F33E-FF42-9FA7-54026C2F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sp>
        <p:nvSpPr>
          <p:cNvPr id="79" name="Text Box 38">
            <a:extLst>
              <a:ext uri="{FF2B5EF4-FFF2-40B4-BE49-F238E27FC236}">
                <a16:creationId xmlns:a16="http://schemas.microsoft.com/office/drawing/2014/main" id="{BC3667BC-568F-5D45-AA96-AD633C981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141" y="145214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节点 1</a:t>
            </a:r>
          </a:p>
        </p:txBody>
      </p:sp>
      <p:sp>
        <p:nvSpPr>
          <p:cNvPr id="80" name="Text Box 39">
            <a:extLst>
              <a:ext uri="{FF2B5EF4-FFF2-40B4-BE49-F238E27FC236}">
                <a16:creationId xmlns:a16="http://schemas.microsoft.com/office/drawing/2014/main" id="{54EFAF25-FCFE-594D-BB9A-4C06F0108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678" y="196649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节点 2</a:t>
            </a:r>
          </a:p>
        </p:txBody>
      </p:sp>
      <p:sp>
        <p:nvSpPr>
          <p:cNvPr id="81" name="Text Box 40">
            <a:extLst>
              <a:ext uri="{FF2B5EF4-FFF2-40B4-BE49-F238E27FC236}">
                <a16:creationId xmlns:a16="http://schemas.microsoft.com/office/drawing/2014/main" id="{047D14B7-CD88-0D4A-AD77-5823FBA99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716" y="2469735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节点 3</a:t>
            </a:r>
          </a:p>
        </p:txBody>
      </p:sp>
      <p:sp>
        <p:nvSpPr>
          <p:cNvPr id="82" name="Line 41">
            <a:extLst>
              <a:ext uri="{FF2B5EF4-FFF2-40B4-BE49-F238E27FC236}">
                <a16:creationId xmlns:a16="http://schemas.microsoft.com/office/drawing/2014/main" id="{EF48CFD5-90F6-EF43-A053-5A2BD2F09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641" y="2977735"/>
            <a:ext cx="52101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3" name="Line 42">
            <a:extLst>
              <a:ext uri="{FF2B5EF4-FFF2-40B4-BE49-F238E27FC236}">
                <a16:creationId xmlns:a16="http://schemas.microsoft.com/office/drawing/2014/main" id="{000967D4-6D82-3C45-A172-150191F96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9816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4" name="Line 43">
            <a:extLst>
              <a:ext uri="{FF2B5EF4-FFF2-40B4-BE49-F238E27FC236}">
                <a16:creationId xmlns:a16="http://schemas.microsoft.com/office/drawing/2014/main" id="{F238DB4A-BE5F-9743-9947-04D5215C9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8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5" name="Line 44">
            <a:extLst>
              <a:ext uri="{FF2B5EF4-FFF2-40B4-BE49-F238E27FC236}">
                <a16:creationId xmlns:a16="http://schemas.microsoft.com/office/drawing/2014/main" id="{C6957062-2774-324C-BCB0-B11EB113A3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3116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6" name="Line 45">
            <a:extLst>
              <a:ext uri="{FF2B5EF4-FFF2-40B4-BE49-F238E27FC236}">
                <a16:creationId xmlns:a16="http://schemas.microsoft.com/office/drawing/2014/main" id="{242EDB35-EDA5-084B-9AA4-62A7C146A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952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7" name="Line 46">
            <a:extLst>
              <a:ext uri="{FF2B5EF4-FFF2-40B4-BE49-F238E27FC236}">
                <a16:creationId xmlns:a16="http://schemas.microsoft.com/office/drawing/2014/main" id="{E0FAA97E-3CAE-F145-BE6E-2931C7A40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35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8" name="Line 47">
            <a:extLst>
              <a:ext uri="{FF2B5EF4-FFF2-40B4-BE49-F238E27FC236}">
                <a16:creationId xmlns:a16="http://schemas.microsoft.com/office/drawing/2014/main" id="{9EAB79C7-5AED-CD47-BF01-F04C67454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353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9" name="Line 48">
            <a:extLst>
              <a:ext uri="{FF2B5EF4-FFF2-40B4-BE49-F238E27FC236}">
                <a16:creationId xmlns:a16="http://schemas.microsoft.com/office/drawing/2014/main" id="{ED1E52C2-A2DF-7244-888D-8BC965C7B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1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49">
            <a:extLst>
              <a:ext uri="{FF2B5EF4-FFF2-40B4-BE49-F238E27FC236}">
                <a16:creationId xmlns:a16="http://schemas.microsoft.com/office/drawing/2014/main" id="{0337F98B-B062-E149-AA28-4B72BC8AD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200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50">
            <a:extLst>
              <a:ext uri="{FF2B5EF4-FFF2-40B4-BE49-F238E27FC236}">
                <a16:creationId xmlns:a16="http://schemas.microsoft.com/office/drawing/2014/main" id="{A8A55C4A-1AC8-E64D-A11D-781712E97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0003" y="287137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51">
            <a:extLst>
              <a:ext uri="{FF2B5EF4-FFF2-40B4-BE49-F238E27FC236}">
                <a16:creationId xmlns:a16="http://schemas.microsoft.com/office/drawing/2014/main" id="{68413A17-8D6D-6F4A-9006-440A683FD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8953" y="286819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3" name="Text Box 54">
            <a:extLst>
              <a:ext uri="{FF2B5EF4-FFF2-40B4-BE49-F238E27FC236}">
                <a16:creationId xmlns:a16="http://schemas.microsoft.com/office/drawing/2014/main" id="{EFB9B6C9-55C7-9543-BEDB-3C9A6C2B1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172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4" name="Text Box 55">
            <a:extLst>
              <a:ext uri="{FF2B5EF4-FFF2-40B4-BE49-F238E27FC236}">
                <a16:creationId xmlns:a16="http://schemas.microsoft.com/office/drawing/2014/main" id="{A8BF3599-17CC-C54D-A1F4-204FFCEF5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03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5" name="Text Box 56">
            <a:extLst>
              <a:ext uri="{FF2B5EF4-FFF2-40B4-BE49-F238E27FC236}">
                <a16:creationId xmlns:a16="http://schemas.microsoft.com/office/drawing/2014/main" id="{016A40F4-F886-714E-966E-BFDE0F62F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37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6" name="Text Box 58">
            <a:extLst>
              <a:ext uri="{FF2B5EF4-FFF2-40B4-BE49-F238E27FC236}">
                <a16:creationId xmlns:a16="http://schemas.microsoft.com/office/drawing/2014/main" id="{807DF3EC-AAB1-B04A-A023-C5893F6D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525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7" name="Text Box 59">
            <a:extLst>
              <a:ext uri="{FF2B5EF4-FFF2-40B4-BE49-F238E27FC236}">
                <a16:creationId xmlns:a16="http://schemas.microsoft.com/office/drawing/2014/main" id="{17BF9D31-70E0-5A45-BE2F-E528E811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50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8" name="Text Box 60">
            <a:extLst>
              <a:ext uri="{FF2B5EF4-FFF2-40B4-BE49-F238E27FC236}">
                <a16:creationId xmlns:a16="http://schemas.microsoft.com/office/drawing/2014/main" id="{FE3B7D2B-E773-5048-9CD2-02409182F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278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9" name="Text Box 61">
            <a:extLst>
              <a:ext uri="{FF2B5EF4-FFF2-40B4-BE49-F238E27FC236}">
                <a16:creationId xmlns:a16="http://schemas.microsoft.com/office/drawing/2014/main" id="{67899F9D-5059-EB46-BE3E-E0710E91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016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0" name="Text Box 62">
            <a:extLst>
              <a:ext uri="{FF2B5EF4-FFF2-40B4-BE49-F238E27FC236}">
                <a16:creationId xmlns:a16="http://schemas.microsoft.com/office/drawing/2014/main" id="{0537C8B8-45B8-534A-B936-B66DF9D0E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078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1" name="Text Box 63">
            <a:extLst>
              <a:ext uri="{FF2B5EF4-FFF2-40B4-BE49-F238E27FC236}">
                <a16:creationId xmlns:a16="http://schemas.microsoft.com/office/drawing/2014/main" id="{A95F6825-15C2-894C-A225-C35D931A8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0203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11076B-DA1C-6740-8643-B478EA3CF6E2}"/>
              </a:ext>
            </a:extLst>
          </p:cNvPr>
          <p:cNvSpPr txBox="1"/>
          <p:nvPr/>
        </p:nvSpPr>
        <p:spPr>
          <a:xfrm>
            <a:off x="8693431" y="1736034"/>
            <a:ext cx="151419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C：碰撞</a:t>
            </a:r>
            <a:r>
              <a:rPr lang="en-US" sz="2400" dirty="0"/>
              <a:t/>
            </a:r>
          </a:p>
          <a:p>
            <a:r>
              <a:rPr lang="en-US" sz="2400" dirty="0">
                <a:solidFill>
                  <a:srgbClr val="0000A8"/>
                </a:solidFill>
              </a:rPr>
              <a:t>S：成功</a:t>
            </a:r>
            <a:r>
              <a:rPr lang="en-US" sz="2400" dirty="0"/>
              <a:t/>
            </a:r>
          </a:p>
          <a:p>
            <a:r>
              <a:rPr lang="en-US" sz="2400" dirty="0">
                <a:solidFill>
                  <a:srgbClr val="0000A8"/>
                </a:solidFill>
              </a:rPr>
              <a:t>E：空闲</a:t>
            </a:r>
            <a:r>
              <a:rPr lang="en-US" sz="2400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164503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13571B-5A38-7249-BDB3-42189BDDBF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948" y="1697523"/>
            <a:ext cx="10515600" cy="4743034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效率：长期来看成功时隙所占比例（许多节点且都有许多帧要发送）</a:t>
            </a:r>
            <a:r>
              <a:rPr lang="en-US" dirty="0"/>
              <a:t/>
            </a:r>
          </a:p>
          <a:p>
            <a:pPr marL="457200" indent="-274638">
              <a:defRPr/>
            </a:pPr>
            <a:r>
              <a:rPr lang="en-US" i="1" dirty="0"/>
              <a:t>假设：N 个节点都有许多帧要发送，每个节点以概率 p 在时隙中发送</a:t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r>
              <a:rPr lang="en-US" i="1" dirty="0"/>
              <a:t/>
            </a:r>
          </a:p>
          <a:p>
            <a:pPr marL="800100" lvl="1" indent="-274638">
              <a:defRPr/>
            </a:pPr>
            <a:r>
              <a:rPr lang="en-US" sz="2600" dirty="0"/>
              <a:t>给定节点在某时隙成功的概率 = p(1-p)N-1</a:t>
            </a:r>
            <a:r>
              <a:rPr lang="en-US" sz="2600" i="1" dirty="0"/>
              <a:t/>
            </a:r>
            <a:r>
              <a:rPr lang="en-US" sz="2600" b="1" i="1" baseline="30000" dirty="0"/>
              <a:t/>
            </a:r>
          </a:p>
          <a:p>
            <a:pPr marL="800100" lvl="1" indent="-274638">
              <a:defRPr/>
            </a:pPr>
            <a:r>
              <a:rPr lang="en-US" sz="2600" dirty="0"/>
              <a:t>任一节点成功的概率 = Np(1-p)N-1</a:t>
            </a:r>
            <a:r>
              <a:rPr lang="en-US" sz="2600" i="1" dirty="0"/>
              <a:t/>
            </a:r>
            <a:r>
              <a:rPr lang="en-US" sz="2600" dirty="0"/>
              <a:t/>
            </a:r>
            <a:r>
              <a:rPr lang="en-US" sz="2600" i="1" dirty="0"/>
              <a:t/>
            </a:r>
            <a:r>
              <a:rPr lang="en-US" sz="2600" b="1" i="1" baseline="30000" dirty="0"/>
              <a:t/>
            </a:r>
          </a:p>
          <a:p>
            <a:pPr marL="800100" lvl="1" indent="-274638">
              <a:defRPr/>
            </a:pPr>
            <a:r>
              <a:rPr lang="en-US" sz="2600" dirty="0"/>
              <a:t>最大效率：寻找使 Np(1-p)N-1 最大的 p*</a:t>
            </a:r>
            <a:r>
              <a:rPr lang="en-US" sz="2600" i="1" dirty="0"/>
              <a:t/>
            </a:r>
            <a:r>
              <a:rPr lang="en-US" sz="2600" dirty="0"/>
              <a:t/>
            </a:r>
            <a:r>
              <a:rPr lang="en-US" sz="2600" i="1" dirty="0"/>
              <a:t/>
            </a:r>
            <a:r>
              <a:rPr lang="en-US" sz="2600" b="1" i="1" baseline="30000" dirty="0"/>
              <a:t/>
            </a:r>
          </a:p>
          <a:p>
            <a:pPr marL="800100" lvl="1" indent="-274638">
              <a:defRPr/>
            </a:pPr>
            <a:r>
              <a:rPr lang="en-US" sz="2600" dirty="0"/>
              <a:t>对许多节点，当 N 趋于无穷时取 Np*(1-p*)N-1 的极限，得到：</a:t>
            </a:r>
            <a:r>
              <a:rPr lang="en-US" sz="2600" i="1" dirty="0"/>
              <a:t/>
            </a:r>
            <a:r>
              <a:rPr lang="en-US" sz="2600" b="1" i="1" baseline="30000" dirty="0"/>
              <a:t/>
            </a:r>
            <a:r>
              <a:rPr lang="en-US" sz="2600" dirty="0"/>
              <a:t/>
            </a:r>
            <a:r>
              <a:rPr lang="en-US" sz="2600" i="1" dirty="0"/>
              <a:t/>
            </a:r>
            <a:r>
              <a:rPr lang="en-US" sz="2600" dirty="0"/>
              <a:t/>
            </a:r>
            <a:r>
              <a:rPr lang="en-US" dirty="0"/>
              <a:t/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    最大效率 = 1/e = .37</a:t>
            </a:r>
            <a:r>
              <a:rPr lang="en-US" i="1" dirty="0">
                <a:solidFill>
                  <a:srgbClr val="C00000"/>
                </a:solidFill>
              </a:rPr>
              <a:t/>
            </a:r>
            <a:endParaRPr lang="en-US" b="1" i="1" baseline="30000" dirty="0">
              <a:solidFill>
                <a:srgbClr val="C00000"/>
              </a:solidFill>
            </a:endParaRPr>
          </a:p>
          <a:p>
            <a:pPr marL="457200" indent="-274638">
              <a:lnSpc>
                <a:spcPct val="85000"/>
              </a:lnSpc>
              <a:defRPr/>
            </a:pPr>
            <a:r>
              <a:rPr lang="en-US" i="1" dirty="0">
                <a:solidFill>
                  <a:srgbClr val="0000A8"/>
                </a:solidFill>
              </a:rPr>
              <a:t>最好情况下：信道只有 37% 的时间用于有效传输！</a:t>
            </a:r>
            <a:r>
              <a:rPr lang="en-US" sz="2400" i="1" dirty="0">
                <a:solidFill>
                  <a:srgbClr val="0000A8"/>
                </a:solidFill>
              </a:rPr>
              <a:t/>
            </a:r>
            <a:r>
              <a:rPr lang="en-US" sz="2400" dirty="0"/>
              <a:t/>
            </a:r>
          </a:p>
          <a:p>
            <a:pPr>
              <a:defRPr/>
            </a:pPr>
            <a:endParaRPr lang="en-US" i="1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11A8D2D-09AD-0C49-9183-F486B93711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时隙 ALOHA：效率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FC8BF5-34FB-B64D-8803-0F740A1B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链路层：6-45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13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纯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链路层：6-46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0" name="Rectangle 3">
            <a:extLst>
              <a:ext uri="{FF2B5EF4-FFF2-40B4-BE49-F238E27FC236}">
                <a16:creationId xmlns:a16="http://schemas.microsoft.com/office/drawing/2014/main" id="{756184F9-23FF-CD49-83C3-B99C5857535A}"/>
              </a:ext>
            </a:extLst>
          </p:cNvPr>
          <p:cNvSpPr txBox="1">
            <a:spLocks noChangeArrowheads="1"/>
          </p:cNvSpPr>
          <p:nvPr/>
        </p:nvSpPr>
        <p:spPr>
          <a:xfrm>
            <a:off x="891209" y="1435652"/>
            <a:ext cx="10518913" cy="2314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非时隙 ALOHA：更简单，无需同步</a:t>
            </a:r>
          </a:p>
          <a:p>
            <a:pPr marL="747713" lvl="1" indent="-274638">
              <a:defRPr/>
            </a:pPr>
            <a:r>
              <a:rPr lang="en-US" sz="2800" dirty="0"/>
              <a:t>帧刚到达时：立即发送 </a:t>
            </a:r>
            <a:r>
              <a:rPr lang="en-US" dirty="0"/>
              <a:t/>
            </a:r>
          </a:p>
          <a:p>
            <a:pPr marL="404813" indent="-274638">
              <a:defRPr/>
            </a:pPr>
            <a:r>
              <a:rPr lang="en-US" dirty="0"/>
              <a:t>没有同步时碰撞概率增加：</a:t>
            </a:r>
          </a:p>
          <a:p>
            <a:pPr lvl="1">
              <a:defRPr/>
            </a:pPr>
            <a:r>
              <a:rPr lang="en-US" sz="2800" dirty="0"/>
              <a:t>在 t0 发送的帧会与 [t0-1,t0+1] 内发送的其他帧碰撞</a:t>
            </a:r>
            <a:r>
              <a:rPr lang="en-US" sz="2800" baseline="-25000" dirty="0"/>
              <a:t/>
            </a:r>
            <a:r>
              <a:rPr lang="en-US" sz="2800" dirty="0"/>
              <a:t/>
            </a:r>
            <a:r>
              <a:rPr lang="en-US" sz="2800" baseline="-25000" dirty="0"/>
              <a:t/>
            </a:r>
            <a:r>
              <a:rPr lang="en-US" sz="2800" dirty="0"/>
              <a:t/>
            </a:r>
            <a:r>
              <a:rPr lang="en-US" sz="2800" baseline="-25000" dirty="0"/>
              <a:t/>
            </a:r>
            <a:r>
              <a:rPr lang="en-US" sz="2800" dirty="0"/>
              <a:t/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58FCDAC-4991-8E41-8E42-FF4F98922CAC}"/>
              </a:ext>
            </a:extLst>
          </p:cNvPr>
          <p:cNvGrpSpPr/>
          <p:nvPr/>
        </p:nvGrpSpPr>
        <p:grpSpPr>
          <a:xfrm>
            <a:off x="2981739" y="3590924"/>
            <a:ext cx="6215270" cy="1680396"/>
            <a:chOff x="2981739" y="3590924"/>
            <a:chExt cx="6215270" cy="1680396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F04F1C7F-2BD1-DB49-8C42-5F936FEE4314}"/>
                </a:ext>
              </a:extLst>
            </p:cNvPr>
            <p:cNvGrpSpPr/>
            <p:nvPr/>
          </p:nvGrpSpPr>
          <p:grpSpPr>
            <a:xfrm>
              <a:off x="3709987" y="4014790"/>
              <a:ext cx="1533525" cy="57150"/>
              <a:chOff x="5229225" y="5548314"/>
              <a:chExt cx="1533525" cy="57150"/>
            </a:xfrm>
          </p:grpSpPr>
          <p:cxnSp>
            <p:nvCxnSpPr>
              <p:cNvPr id="129" name="Straight Arrow Connector 128">
                <a:extLst>
                  <a:ext uri="{FF2B5EF4-FFF2-40B4-BE49-F238E27FC236}">
                    <a16:creationId xmlns:a16="http://schemas.microsoft.com/office/drawing/2014/main" id="{F65A0A69-1573-6D44-ADDC-67D7500383D8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FF60540F-6305-BF46-A035-95A71A5A3EF6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BEC5DF1-BB4C-B643-9EEC-F5897534DF4F}"/>
                </a:ext>
              </a:extLst>
            </p:cNvPr>
            <p:cNvGrpSpPr/>
            <p:nvPr/>
          </p:nvGrpSpPr>
          <p:grpSpPr>
            <a:xfrm>
              <a:off x="5262562" y="4014791"/>
              <a:ext cx="1533525" cy="57150"/>
              <a:chOff x="5229225" y="5548314"/>
              <a:chExt cx="1533525" cy="57150"/>
            </a:xfrm>
          </p:grpSpPr>
          <p:cxnSp>
            <p:nvCxnSpPr>
              <p:cNvPr id="13" name="Straight Arrow Connector 12">
                <a:extLst>
                  <a:ext uri="{FF2B5EF4-FFF2-40B4-BE49-F238E27FC236}">
                    <a16:creationId xmlns:a16="http://schemas.microsoft.com/office/drawing/2014/main" id="{FD0212D6-BC99-A34D-831C-31550FCEDFE4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E133521-4038-3047-A618-9452E9464C0A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274D194-4596-F343-A104-292FA9948F3C}"/>
                </a:ext>
              </a:extLst>
            </p:cNvPr>
            <p:cNvCxnSpPr/>
            <p:nvPr/>
          </p:nvCxnSpPr>
          <p:spPr>
            <a:xfrm>
              <a:off x="2981739" y="4890052"/>
              <a:ext cx="62152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EB99DB7-822A-FD4D-BE48-51D15528B1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8365" y="3817663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9AA9349-82D3-E244-B5E0-9CDCE5F5F13D}"/>
                </a:ext>
              </a:extLst>
            </p:cNvPr>
            <p:cNvCxnSpPr>
              <a:cxnSpLocks/>
            </p:cNvCxnSpPr>
            <p:nvPr/>
          </p:nvCxnSpPr>
          <p:spPr>
            <a:xfrm>
              <a:off x="5254486" y="3823252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BFEF5B-319D-C144-A8CA-8D6A3D74B7E8}"/>
                </a:ext>
              </a:extLst>
            </p:cNvPr>
            <p:cNvCxnSpPr>
              <a:cxnSpLocks/>
            </p:cNvCxnSpPr>
            <p:nvPr/>
          </p:nvCxnSpPr>
          <p:spPr>
            <a:xfrm>
              <a:off x="3710607" y="3833604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652579E-DAAA-3246-A949-4F19B6153782}"/>
                </a:ext>
              </a:extLst>
            </p:cNvPr>
            <p:cNvSpPr txBox="1"/>
            <p:nvPr/>
          </p:nvSpPr>
          <p:spPr>
            <a:xfrm>
              <a:off x="6453809" y="4863548"/>
              <a:ext cx="7312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+ 1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603F56C-20E8-6D4A-A7C1-F55DB1B68EAD}"/>
                </a:ext>
              </a:extLst>
            </p:cNvPr>
            <p:cNvSpPr txBox="1"/>
            <p:nvPr/>
          </p:nvSpPr>
          <p:spPr>
            <a:xfrm>
              <a:off x="3381167" y="4871210"/>
              <a:ext cx="6815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- 1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FEFADC6-0ABF-574C-ACFF-91876E6D1286}"/>
                </a:ext>
              </a:extLst>
            </p:cNvPr>
            <p:cNvSpPr txBox="1"/>
            <p:nvPr/>
          </p:nvSpPr>
          <p:spPr>
            <a:xfrm>
              <a:off x="5102086" y="4865199"/>
              <a:ext cx="3577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endParaRPr lang="en-US" sz="2000" i="1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B332304-08FC-2B48-A938-75295885492F}"/>
                </a:ext>
              </a:extLst>
            </p:cNvPr>
            <p:cNvSpPr/>
            <p:nvPr/>
          </p:nvSpPr>
          <p:spPr>
            <a:xfrm>
              <a:off x="4090988" y="4191000"/>
              <a:ext cx="1547812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8EC6991-A55D-F44E-A46B-4C53E2B7E20C}"/>
                </a:ext>
              </a:extLst>
            </p:cNvPr>
            <p:cNvSpPr/>
            <p:nvPr/>
          </p:nvSpPr>
          <p:spPr>
            <a:xfrm>
              <a:off x="5248276" y="4429125"/>
              <a:ext cx="1547812" cy="17145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DFA1D211-7014-034D-A964-C2C2F7515351}"/>
                </a:ext>
              </a:extLst>
            </p:cNvPr>
            <p:cNvSpPr/>
            <p:nvPr/>
          </p:nvSpPr>
          <p:spPr>
            <a:xfrm>
              <a:off x="6519864" y="4672012"/>
              <a:ext cx="1547812" cy="1714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EBE1DD-B95B-0648-9062-B8B36326544D}"/>
                </a:ext>
              </a:extLst>
            </p:cNvPr>
            <p:cNvSpPr txBox="1"/>
            <p:nvPr/>
          </p:nvSpPr>
          <p:spPr>
            <a:xfrm>
              <a:off x="5514017" y="3590925"/>
              <a:ext cx="105830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会重叠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与末尾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 的帧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7D37ED1F-D953-EE43-BF83-335949BBBAC2}"/>
                </a:ext>
              </a:extLst>
            </p:cNvPr>
            <p:cNvSpPr txBox="1"/>
            <p:nvPr/>
          </p:nvSpPr>
          <p:spPr>
            <a:xfrm>
              <a:off x="3946547" y="3590924"/>
              <a:ext cx="111665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会重叠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与开头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 的帧</a:t>
              </a:r>
            </a:p>
          </p:txBody>
        </p: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F939E5F7-799D-7849-A30B-30CE63066E5E}"/>
              </a:ext>
            </a:extLst>
          </p:cNvPr>
          <p:cNvSpPr txBox="1">
            <a:spLocks noChangeArrowheads="1"/>
          </p:cNvSpPr>
          <p:nvPr/>
        </p:nvSpPr>
        <p:spPr>
          <a:xfrm>
            <a:off x="911088" y="5316331"/>
            <a:ext cx="10518913" cy="6206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纯 ALOHA 效率：18%！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54436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纯 ALOHA 效率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链路层：6-47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P(成功 by given 节点) = P(节点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节点 transmits in [t0-1,t0]</a:t>
            </a:r>
            <a:r>
              <a:rPr lang="en-US" baseline="-25000" dirty="0"/>
              <a:t/>
            </a:r>
            <a:r>
              <a:rPr lang="en-US" dirty="0"/>
              <a:t/>
            </a:r>
            <a:r>
              <a:rPr lang="en-US" baseline="-25000" dirty="0"/>
              <a:t/>
            </a:r>
            <a:r>
              <a:rPr lang="en-US" dirty="0"/>
              <a:t/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节点 transmits in [t0-1,t0] </a:t>
            </a:r>
            <a:r>
              <a:rPr lang="en-US" baseline="-25000" dirty="0"/>
              <a:t/>
            </a:r>
            <a:r>
              <a:rPr lang="en-US" dirty="0"/>
              <a:t/>
            </a:r>
            <a:r>
              <a:rPr lang="en-US" baseline="-25000" dirty="0"/>
              <a:t/>
            </a:r>
            <a:r>
              <a:rPr lang="en-US" dirty="0"/>
              <a:t/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……选择最优 p，然后令 n </a:t>
            </a:r>
            <a:r>
              <a:rPr lang="en-US" dirty="0">
                <a:latin typeface="Gill Sans MT" charset="0"/>
              </a:rPr>
              <a:t/>
            </a:r>
            <a:r>
              <a:rPr lang="en-US" i="1" dirty="0">
                <a:latin typeface="Gill Sans MT" charset="0"/>
              </a:rPr>
              <a:t/>
            </a:r>
            <a:r>
              <a:rPr lang="en-US" dirty="0">
                <a:latin typeface="Gill Sans MT" charset="0"/>
              </a:rPr>
              <a:t/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甚至比时隙 ALOHA 更差！</a:t>
            </a:r>
          </a:p>
        </p:txBody>
      </p:sp>
    </p:spTree>
    <p:extLst>
      <p:ext uri="{BB962C8B-B14F-4D97-AF65-F5344CB8AC3E}">
        <p14:creationId xmlns:p14="http://schemas.microsoft.com/office/powerpoint/2010/main" val="27563818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CSMA（载波侦听多路访问）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链路层：6-48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简单 CSMA：发送前先侦听：</a:t>
            </a:r>
            <a:r>
              <a:rPr lang="en-US" sz="3200" dirty="0">
                <a:solidFill>
                  <a:srgbClr val="C00000"/>
                </a:solidFill>
              </a:rPr>
              <a:t/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若侦听到信道空闲：发送整个帧</a:t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若侦听到信道忙：推迟发送 </a:t>
            </a:r>
            <a:r>
              <a:rPr lang="en-US" sz="2800" dirty="0"/>
              <a:t/>
            </a:r>
            <a:endParaRPr lang="en-US" dirty="0"/>
          </a:p>
          <a:p>
            <a:pPr>
              <a:defRPr/>
            </a:pPr>
            <a:r>
              <a:rPr lang="en-US" dirty="0"/>
              <a:t>人类类比：不要打断别人！</a:t>
            </a:r>
            <a:r>
              <a:rPr lang="ja-JP" altLang="en-US"/>
              <a:t/>
            </a:r>
            <a:r>
              <a:rPr lang="en-US" dirty="0"/>
              <a:t/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CSMA/CD：带碰撞检测的 CSMA</a:t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sz="3200" dirty="0"/>
              <a:t/>
            </a:r>
            <a:r>
              <a:rPr lang="en-US" sz="3200" i="1" dirty="0">
                <a:solidFill>
                  <a:srgbClr val="0000A8"/>
                </a:solidFill>
              </a:rPr>
              <a:t/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在短时间内检测到碰撞</a:t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/>
              <a:t>中止发生碰撞的传输，减少信道浪费</a:t>
            </a:r>
          </a:p>
          <a:p>
            <a:pPr lvl="1">
              <a:defRPr/>
            </a:pPr>
            <a:r>
              <a:rPr lang="en-US" sz="2800" dirty="0"/>
              <a:t>有线中碰撞检测容易，无线中困难</a:t>
            </a:r>
          </a:p>
          <a:p>
            <a:pPr>
              <a:defRPr/>
            </a:pPr>
            <a:r>
              <a:rPr lang="en-US" dirty="0"/>
              <a:t>人类类比：礼貌的谈话者 </a:t>
            </a:r>
          </a:p>
        </p:txBody>
      </p:sp>
    </p:spTree>
    <p:extLst>
      <p:ext uri="{BB962C8B-B14F-4D97-AF65-F5344CB8AC3E}">
        <p14:creationId xmlns:p14="http://schemas.microsoft.com/office/powerpoint/2010/main" val="3089280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CSMA：碰撞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链路层：6-49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即使有载波侦听，碰撞仍可能发生： </a:t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dirty="0"/>
              <a:t>传播时延意味着两个节点可能听不到彼此刚开始的传输</a:t>
            </a:r>
            <a:r>
              <a:rPr lang="en-US" altLang="ja-JP" dirty="0"/>
              <a:t/>
            </a:r>
            <a:r>
              <a:rPr lang="en-US" dirty="0"/>
              <a:t/>
            </a:r>
          </a:p>
          <a:p>
            <a:pPr>
              <a:defRPr/>
            </a:pPr>
            <a:r>
              <a:rPr lang="en-US" dirty="0">
                <a:solidFill>
                  <a:srgbClr val="0000A8"/>
                </a:solidFill>
              </a:rPr>
              <a:t>碰撞：整个分组传输时间被浪费</a:t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dirty="0"/>
              <a:t>距离和传播时延会影响碰撞概率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34" name="Picture 3" descr="5">
            <a:extLst>
              <a:ext uri="{FF2B5EF4-FFF2-40B4-BE49-F238E27FC236}">
                <a16:creationId xmlns:a16="http://schemas.microsoft.com/office/drawing/2014/main" id="{0D5CA368-0551-4340-986D-4B213A2C7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70" y="1216371"/>
            <a:ext cx="4287837" cy="504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Rectangle 6">
            <a:extLst>
              <a:ext uri="{FF2B5EF4-FFF2-40B4-BE49-F238E27FC236}">
                <a16:creationId xmlns:a16="http://schemas.microsoft.com/office/drawing/2014/main" id="{D39D6C6A-5A1A-CF45-9875-738474A4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9482" y="778221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节点的空间布局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" name="Rectangle 87">
            <a:extLst>
              <a:ext uri="{FF2B5EF4-FFF2-40B4-BE49-F238E27FC236}">
                <a16:creationId xmlns:a16="http://schemas.microsoft.com/office/drawing/2014/main" id="{76BB7ED7-48BD-4147-9085-F9EF88290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745" y="2446683"/>
            <a:ext cx="3736975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" name="Rectangle 88">
            <a:extLst>
              <a:ext uri="{FF2B5EF4-FFF2-40B4-BE49-F238E27FC236}">
                <a16:creationId xmlns:a16="http://schemas.microsoft.com/office/drawing/2014/main" id="{71973DC3-114C-5B40-B7FA-C9A27EDC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3682" y="2703858"/>
            <a:ext cx="3725863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" name="Rectangle 90">
            <a:extLst>
              <a:ext uri="{FF2B5EF4-FFF2-40B4-BE49-F238E27FC236}">
                <a16:creationId xmlns:a16="http://schemas.microsoft.com/office/drawing/2014/main" id="{E334A8C5-6B7D-0A4C-B55D-CAB16DF70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5582" y="2956271"/>
            <a:ext cx="3763963" cy="162401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" name="Rectangle 91">
            <a:extLst>
              <a:ext uri="{FF2B5EF4-FFF2-40B4-BE49-F238E27FC236}">
                <a16:creationId xmlns:a16="http://schemas.microsoft.com/office/drawing/2014/main" id="{F9970BA6-5D73-A749-8704-5220C05F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95" y="4564408"/>
            <a:ext cx="3789362" cy="16351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" name="Rectangle 92">
            <a:extLst>
              <a:ext uri="{FF2B5EF4-FFF2-40B4-BE49-F238E27FC236}">
                <a16:creationId xmlns:a16="http://schemas.microsoft.com/office/drawing/2014/main" id="{AE948D01-7FF0-DD4D-BFDD-F95AAF85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245" y="1148108"/>
            <a:ext cx="4040187" cy="130175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1" name="Group 98">
            <a:extLst>
              <a:ext uri="{FF2B5EF4-FFF2-40B4-BE49-F238E27FC236}">
                <a16:creationId xmlns:a16="http://schemas.microsoft.com/office/drawing/2014/main" id="{50E4F1B9-D30D-3140-B7D9-712C28143A01}"/>
              </a:ext>
            </a:extLst>
          </p:cNvPr>
          <p:cNvGrpSpPr>
            <a:grpSpLocks/>
          </p:cNvGrpSpPr>
          <p:nvPr/>
        </p:nvGrpSpPr>
        <p:grpSpPr bwMode="auto">
          <a:xfrm>
            <a:off x="7426395" y="1146521"/>
            <a:ext cx="3513137" cy="628650"/>
            <a:chOff x="3117" y="180"/>
            <a:chExt cx="2213" cy="396"/>
          </a:xfrm>
        </p:grpSpPr>
        <p:grpSp>
          <p:nvGrpSpPr>
            <p:cNvPr id="42" name="Group 67">
              <a:extLst>
                <a:ext uri="{FF2B5EF4-FFF2-40B4-BE49-F238E27FC236}">
                  <a16:creationId xmlns:a16="http://schemas.microsoft.com/office/drawing/2014/main" id="{FC7CB790-4B06-2D46-93B8-665CC2659A8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17" y="245"/>
              <a:ext cx="316" cy="323"/>
              <a:chOff x="2839" y="3501"/>
              <a:chExt cx="755" cy="803"/>
            </a:xfrm>
          </p:grpSpPr>
          <p:pic>
            <p:nvPicPr>
              <p:cNvPr id="57" name="Picture 68" descr="desktop_computer_stylized_medium">
                <a:extLst>
                  <a:ext uri="{FF2B5EF4-FFF2-40B4-BE49-F238E27FC236}">
                    <a16:creationId xmlns:a16="http://schemas.microsoft.com/office/drawing/2014/main" id="{DEB17F91-EA76-7442-B298-023829D2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69">
                <a:extLst>
                  <a:ext uri="{FF2B5EF4-FFF2-40B4-BE49-F238E27FC236}">
                    <a16:creationId xmlns:a16="http://schemas.microsoft.com/office/drawing/2014/main" id="{98BBD2D9-9D1B-B24A-8D63-4BC7E49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3" name="Group 70">
              <a:extLst>
                <a:ext uri="{FF2B5EF4-FFF2-40B4-BE49-F238E27FC236}">
                  <a16:creationId xmlns:a16="http://schemas.microsoft.com/office/drawing/2014/main" id="{4C7FFD54-FB17-394B-8449-7FAA8DE07F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7" y="253"/>
              <a:ext cx="316" cy="323"/>
              <a:chOff x="2839" y="3501"/>
              <a:chExt cx="755" cy="803"/>
            </a:xfrm>
          </p:grpSpPr>
          <p:pic>
            <p:nvPicPr>
              <p:cNvPr id="55" name="Picture 71" descr="desktop_computer_stylized_medium">
                <a:extLst>
                  <a:ext uri="{FF2B5EF4-FFF2-40B4-BE49-F238E27FC236}">
                    <a16:creationId xmlns:a16="http://schemas.microsoft.com/office/drawing/2014/main" id="{826D8206-EAB9-3D48-92AA-BD8B21201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72">
                <a:extLst>
                  <a:ext uri="{FF2B5EF4-FFF2-40B4-BE49-F238E27FC236}">
                    <a16:creationId xmlns:a16="http://schemas.microsoft.com/office/drawing/2014/main" id="{C1C969E0-E2F3-9141-8D5D-FEBB45A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4" name="Group 73">
              <a:extLst>
                <a:ext uri="{FF2B5EF4-FFF2-40B4-BE49-F238E27FC236}">
                  <a16:creationId xmlns:a16="http://schemas.microsoft.com/office/drawing/2014/main" id="{8A97574D-2558-174E-B305-AA08A3C7A8A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56" y="247"/>
              <a:ext cx="316" cy="323"/>
              <a:chOff x="2839" y="3501"/>
              <a:chExt cx="755" cy="803"/>
            </a:xfrm>
          </p:grpSpPr>
          <p:pic>
            <p:nvPicPr>
              <p:cNvPr id="53" name="Picture 74" descr="desktop_computer_stylized_medium">
                <a:extLst>
                  <a:ext uri="{FF2B5EF4-FFF2-40B4-BE49-F238E27FC236}">
                    <a16:creationId xmlns:a16="http://schemas.microsoft.com/office/drawing/2014/main" id="{DA115C27-F619-9546-937E-6CD1A2141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75">
                <a:extLst>
                  <a:ext uri="{FF2B5EF4-FFF2-40B4-BE49-F238E27FC236}">
                    <a16:creationId xmlns:a16="http://schemas.microsoft.com/office/drawing/2014/main" id="{CD685018-7CA3-3B4C-A452-B8E042BB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" name="Group 76">
              <a:extLst>
                <a:ext uri="{FF2B5EF4-FFF2-40B4-BE49-F238E27FC236}">
                  <a16:creationId xmlns:a16="http://schemas.microsoft.com/office/drawing/2014/main" id="{DBDBB8DE-6AD3-EE44-9B46-0D5E8F8035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14" y="249"/>
              <a:ext cx="316" cy="323"/>
              <a:chOff x="2839" y="3501"/>
              <a:chExt cx="755" cy="803"/>
            </a:xfrm>
          </p:grpSpPr>
          <p:pic>
            <p:nvPicPr>
              <p:cNvPr id="51" name="Picture 77" descr="desktop_computer_stylized_medium">
                <a:extLst>
                  <a:ext uri="{FF2B5EF4-FFF2-40B4-BE49-F238E27FC236}">
                    <a16:creationId xmlns:a16="http://schemas.microsoft.com/office/drawing/2014/main" id="{6A7B0553-F377-FD44-A88B-D2727D21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78">
                <a:extLst>
                  <a:ext uri="{FF2B5EF4-FFF2-40B4-BE49-F238E27FC236}">
                    <a16:creationId xmlns:a16="http://schemas.microsoft.com/office/drawing/2014/main" id="{B7B2B53F-C3B8-444B-93F9-72043CF6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" name="Line 93">
              <a:extLst>
                <a:ext uri="{FF2B5EF4-FFF2-40B4-BE49-F238E27FC236}">
                  <a16:creationId xmlns:a16="http://schemas.microsoft.com/office/drawing/2014/main" id="{17BC36CE-61EB-3544-881D-44148445D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1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4">
              <a:extLst>
                <a:ext uri="{FF2B5EF4-FFF2-40B4-BE49-F238E27FC236}">
                  <a16:creationId xmlns:a16="http://schemas.microsoft.com/office/drawing/2014/main" id="{496041E2-CD00-714C-8109-E48EBB9E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95">
              <a:extLst>
                <a:ext uri="{FF2B5EF4-FFF2-40B4-BE49-F238E27FC236}">
                  <a16:creationId xmlns:a16="http://schemas.microsoft.com/office/drawing/2014/main" id="{B1602836-94A7-1344-AD99-4F6543E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Line 96">
              <a:extLst>
                <a:ext uri="{FF2B5EF4-FFF2-40B4-BE49-F238E27FC236}">
                  <a16:creationId xmlns:a16="http://schemas.microsoft.com/office/drawing/2014/main" id="{AE901CCC-1861-184E-962B-60CDFAA34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Line 97">
              <a:extLst>
                <a:ext uri="{FF2B5EF4-FFF2-40B4-BE49-F238E27FC236}">
                  <a16:creationId xmlns:a16="http://schemas.microsoft.com/office/drawing/2014/main" id="{3DD53366-738C-944E-B540-F34E1C8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767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CSMA/CD：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链路层：6-50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CSMA/CD 减少碰撞中浪费的时间</a:t>
            </a:r>
          </a:p>
          <a:p>
            <a:pPr lvl="1">
              <a:defRPr/>
            </a:pPr>
            <a:r>
              <a:rPr lang="en-US" dirty="0"/>
              <a:t>检测到碰撞后中止传输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78" name="Picture 3" descr="5">
            <a:extLst>
              <a:ext uri="{FF2B5EF4-FFF2-40B4-BE49-F238E27FC236}">
                <a16:creationId xmlns:a16="http://schemas.microsoft.com/office/drawing/2014/main" id="{D06E5E41-130E-BB43-89F8-A1F35982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882" y="750060"/>
            <a:ext cx="4433887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Rectangle 29">
            <a:extLst>
              <a:ext uri="{FF2B5EF4-FFF2-40B4-BE49-F238E27FC236}">
                <a16:creationId xmlns:a16="http://schemas.microsoft.com/office/drawing/2014/main" id="{1DC42722-FCDE-C744-B3AD-4FFF0DDC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6619" y="664335"/>
            <a:ext cx="4135438" cy="12112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id="{76701BCC-FF60-A34C-9FFB-B99203F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3219" y="813560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节点的空间布局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1" name="Group 30">
            <a:extLst>
              <a:ext uri="{FF2B5EF4-FFF2-40B4-BE49-F238E27FC236}">
                <a16:creationId xmlns:a16="http://schemas.microsoft.com/office/drawing/2014/main" id="{24935420-9F5A-6646-BC35-FE5744F261B4}"/>
              </a:ext>
            </a:extLst>
          </p:cNvPr>
          <p:cNvGrpSpPr>
            <a:grpSpLocks/>
          </p:cNvGrpSpPr>
          <p:nvPr/>
        </p:nvGrpSpPr>
        <p:grpSpPr bwMode="auto">
          <a:xfrm>
            <a:off x="7696682" y="1204085"/>
            <a:ext cx="3263900" cy="195262"/>
            <a:chOff x="4220" y="1231"/>
            <a:chExt cx="1989" cy="90"/>
          </a:xfrm>
        </p:grpSpPr>
        <p:sp>
          <p:nvSpPr>
            <p:cNvPr id="82" name="Line 23">
              <a:extLst>
                <a:ext uri="{FF2B5EF4-FFF2-40B4-BE49-F238E27FC236}">
                  <a16:creationId xmlns:a16="http://schemas.microsoft.com/office/drawing/2014/main" id="{548DB465-82DF-0440-A432-2DF2634BE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2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" name="Line 24">
              <a:extLst>
                <a:ext uri="{FF2B5EF4-FFF2-40B4-BE49-F238E27FC236}">
                  <a16:creationId xmlns:a16="http://schemas.microsoft.com/office/drawing/2014/main" id="{5EF8B124-5E56-EB4D-8C08-46C67AE7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Line 25">
              <a:extLst>
                <a:ext uri="{FF2B5EF4-FFF2-40B4-BE49-F238E27FC236}">
                  <a16:creationId xmlns:a16="http://schemas.microsoft.com/office/drawing/2014/main" id="{9D8D4137-33A6-FD4B-BE8A-F6C583863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6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Line 26">
              <a:extLst>
                <a:ext uri="{FF2B5EF4-FFF2-40B4-BE49-F238E27FC236}">
                  <a16:creationId xmlns:a16="http://schemas.microsoft.com/office/drawing/2014/main" id="{BC114EE6-828B-264D-9807-6A556FCE5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9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615EC4B7-B973-6E41-8EB5-75BB758DB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87" name="Group 11">
            <a:extLst>
              <a:ext uri="{FF2B5EF4-FFF2-40B4-BE49-F238E27FC236}">
                <a16:creationId xmlns:a16="http://schemas.microsoft.com/office/drawing/2014/main" id="{6B3E042D-00E8-0D43-B62C-BC257C0BE3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42669" y="1337435"/>
            <a:ext cx="501650" cy="512762"/>
            <a:chOff x="2839" y="3501"/>
            <a:chExt cx="755" cy="803"/>
          </a:xfrm>
        </p:grpSpPr>
        <p:pic>
          <p:nvPicPr>
            <p:cNvPr id="88" name="Picture 12" descr="desktop_computer_stylized_medium">
              <a:extLst>
                <a:ext uri="{FF2B5EF4-FFF2-40B4-BE49-F238E27FC236}">
                  <a16:creationId xmlns:a16="http://schemas.microsoft.com/office/drawing/2014/main" id="{4C9AC728-261B-FE45-9FEE-3F36E7FE6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3">
              <a:extLst>
                <a:ext uri="{FF2B5EF4-FFF2-40B4-BE49-F238E27FC236}">
                  <a16:creationId xmlns:a16="http://schemas.microsoft.com/office/drawing/2014/main" id="{2012AC6C-1E80-9C43-A74F-B25426F1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0" name="Group 14">
            <a:extLst>
              <a:ext uri="{FF2B5EF4-FFF2-40B4-BE49-F238E27FC236}">
                <a16:creationId xmlns:a16="http://schemas.microsoft.com/office/drawing/2014/main" id="{A4B289BD-7DCF-6045-ACB6-F2429F1C7C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4869" y="1319972"/>
            <a:ext cx="501650" cy="512763"/>
            <a:chOff x="2839" y="3501"/>
            <a:chExt cx="755" cy="803"/>
          </a:xfrm>
        </p:grpSpPr>
        <p:pic>
          <p:nvPicPr>
            <p:cNvPr id="91" name="Picture 15" descr="desktop_computer_stylized_medium">
              <a:extLst>
                <a:ext uri="{FF2B5EF4-FFF2-40B4-BE49-F238E27FC236}">
                  <a16:creationId xmlns:a16="http://schemas.microsoft.com/office/drawing/2014/main" id="{FBAD689B-8E45-1845-A238-667A4218F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6">
              <a:extLst>
                <a:ext uri="{FF2B5EF4-FFF2-40B4-BE49-F238E27FC236}">
                  <a16:creationId xmlns:a16="http://schemas.microsoft.com/office/drawing/2014/main" id="{DE135AD2-2096-2A42-B530-B6E6036A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17">
            <a:extLst>
              <a:ext uri="{FF2B5EF4-FFF2-40B4-BE49-F238E27FC236}">
                <a16:creationId xmlns:a16="http://schemas.microsoft.com/office/drawing/2014/main" id="{A5CD4FED-7480-B747-A3DA-8F9FE8F0E1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33407" y="1310447"/>
            <a:ext cx="501650" cy="512763"/>
            <a:chOff x="2839" y="3501"/>
            <a:chExt cx="755" cy="803"/>
          </a:xfrm>
        </p:grpSpPr>
        <p:pic>
          <p:nvPicPr>
            <p:cNvPr id="94" name="Picture 18" descr="desktop_computer_stylized_medium">
              <a:extLst>
                <a:ext uri="{FF2B5EF4-FFF2-40B4-BE49-F238E27FC236}">
                  <a16:creationId xmlns:a16="http://schemas.microsoft.com/office/drawing/2014/main" id="{81E67EE6-C5AF-C14F-B5DF-53480B207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4D1CE32B-7F6C-AF41-929E-EB5E9CA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0">
            <a:extLst>
              <a:ext uri="{FF2B5EF4-FFF2-40B4-BE49-F238E27FC236}">
                <a16:creationId xmlns:a16="http://schemas.microsoft.com/office/drawing/2014/main" id="{9178B92E-2122-5945-A67E-297BB2AC57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52594" y="1324735"/>
            <a:ext cx="501650" cy="512762"/>
            <a:chOff x="2839" y="3501"/>
            <a:chExt cx="755" cy="803"/>
          </a:xfrm>
        </p:grpSpPr>
        <p:pic>
          <p:nvPicPr>
            <p:cNvPr id="97" name="Picture 21" descr="desktop_computer_stylized_medium">
              <a:extLst>
                <a:ext uri="{FF2B5EF4-FFF2-40B4-BE49-F238E27FC236}">
                  <a16:creationId xmlns:a16="http://schemas.microsoft.com/office/drawing/2014/main" id="{3AE91596-19C4-414E-B810-903273BB3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915D17CB-26CA-AD4F-B23A-0E57A00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330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Ethernet CSMA/CD 算法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链路层：6-51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4A2C08B-2DCB-6B41-B08C-D11F19EEFD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79" y="1513440"/>
            <a:ext cx="10181673" cy="24224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NIC 从网络层接收数据报，并创建帧</a:t>
            </a:r>
          </a:p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如果 NIC 侦听信道：</a:t>
            </a:r>
          </a:p>
          <a:p>
            <a:pPr lvl="1" indent="50800">
              <a:buNone/>
              <a:defRPr/>
            </a:pPr>
            <a:r>
              <a:rPr lang="en-US" sz="2600" dirty="0"/>
              <a:t>若空闲：开始发送帧。 </a:t>
            </a:r>
            <a:r>
              <a:rPr lang="en-US" sz="2600" dirty="0">
                <a:solidFill>
                  <a:srgbClr val="0000A8"/>
                </a:solidFill>
              </a:rPr>
              <a:t/>
            </a:r>
            <a:r>
              <a:rPr lang="en-US" sz="2600" dirty="0"/>
              <a:t/>
            </a:r>
          </a:p>
          <a:p>
            <a:pPr lvl="1" indent="50800">
              <a:buNone/>
              <a:defRPr/>
            </a:pPr>
            <a:r>
              <a:rPr lang="en-US" sz="2600" dirty="0"/>
              <a:t>若忙：等待信道空闲后再发送</a:t>
            </a:r>
            <a:r>
              <a:rPr lang="en-US" sz="2600" dirty="0">
                <a:solidFill>
                  <a:srgbClr val="0000A8"/>
                </a:solidFill>
              </a:rPr>
              <a:t/>
            </a:r>
            <a:r>
              <a:rPr lang="en-US" sz="2600" dirty="0"/>
              <a:t/>
            </a:r>
          </a:p>
          <a:p>
            <a:pPr marL="457200" indent="-339725">
              <a:buFont typeface="+mj-lt"/>
              <a:buAutoNum type="arabicPeriod"/>
              <a:defRPr/>
            </a:pPr>
            <a:r>
              <a:rPr lang="en-US" dirty="0"/>
              <a:t>若 NIC 发送完整个帧且无碰撞，则该帧发送完成！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CCFD716-78C6-2B48-AE7B-69BF9D9E7C61}"/>
              </a:ext>
            </a:extLst>
          </p:cNvPr>
          <p:cNvSpPr txBox="1">
            <a:spLocks noChangeArrowheads="1"/>
          </p:cNvSpPr>
          <p:nvPr/>
        </p:nvSpPr>
        <p:spPr>
          <a:xfrm>
            <a:off x="781879" y="3856384"/>
            <a:ext cx="11211339" cy="24938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若 NIC 在发送时检测到另一传输：中止并发送干扰信号</a:t>
            </a:r>
          </a:p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中止后，NIC 进入二进制（指数）退避： </a:t>
            </a:r>
            <a:r>
              <a:rPr lang="en-US" sz="2600" i="1" dirty="0">
                <a:solidFill>
                  <a:srgbClr val="C00000"/>
                </a:solidFill>
              </a:rPr>
              <a:t/>
            </a:r>
            <a:r>
              <a:rPr lang="en-US" sz="2600" i="1" dirty="0" err="1">
                <a:solidFill>
                  <a:srgbClr val="C00000"/>
                </a:solidFill>
              </a:rPr>
              <a:t/>
            </a:r>
            <a:r>
              <a:rPr lang="en-US" sz="2600" i="1" dirty="0">
                <a:solidFill>
                  <a:srgbClr val="C00000"/>
                </a:solidFill>
              </a:rPr>
              <a:t/>
            </a:r>
          </a:p>
          <a:p>
            <a:pPr marL="1085850" lvl="1" indent="-274638">
              <a:defRPr/>
            </a:pPr>
            <a:r>
              <a:rPr lang="en-US" dirty="0"/>
              <a:t>第 m 次碰撞后，NIC 从 {0,1,2,…,2m-1} 中随机选择 K。NIC 等待 K·512 比特时间，然后返回步骤 2</a:t>
            </a:r>
            <a:r>
              <a:rPr lang="en-US" i="1" dirty="0" err="1"/>
              <a:t/>
            </a:r>
            <a:r>
              <a:rPr lang="en-US" dirty="0" err="1"/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b="1" i="1" baseline="30000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l-GR" dirty="0"/>
              <a:t/>
            </a:r>
            <a:r>
              <a:rPr lang="en-US" dirty="0"/>
              <a:t/>
            </a:r>
          </a:p>
          <a:p>
            <a:pPr marL="1085850" lvl="1" indent="-274638">
              <a:defRPr/>
            </a:pPr>
            <a:r>
              <a:rPr lang="en-US" dirty="0"/>
              <a:t>碰撞越多：退避间隔越长</a:t>
            </a:r>
            <a:r>
              <a:rPr lang="en-US" dirty="0" err="1"/>
              <a:t/>
            </a:r>
            <a:r>
              <a:rPr lang="en-US" dirty="0"/>
              <a:t/>
            </a:r>
          </a:p>
          <a:p>
            <a:pPr>
              <a:buFont typeface="Wingdings" charset="0"/>
              <a:buNone/>
              <a:defRPr/>
            </a:pP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406023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BE5084-A7EF-4644-825C-A74C9FE40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N" dirty="0"/>
              <a:t>CSMA/CD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BA09751-FF83-754F-A5EE-A748E2E22B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链路层：6-52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709DD5B-BA89-2D41-8755-25D92B10BF8E}"/>
              </a:ext>
            </a:extLst>
          </p:cNvPr>
          <p:cNvGrpSpPr/>
          <p:nvPr/>
        </p:nvGrpSpPr>
        <p:grpSpPr>
          <a:xfrm>
            <a:off x="5143581" y="598568"/>
            <a:ext cx="2375025" cy="5660864"/>
            <a:chOff x="3299791" y="1027607"/>
            <a:chExt cx="2375025" cy="5660864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B636523-5041-B844-AEDE-6DF7EFFCA0D8}"/>
                </a:ext>
              </a:extLst>
            </p:cNvPr>
            <p:cNvSpPr/>
            <p:nvPr/>
          </p:nvSpPr>
          <p:spPr bwMode="auto">
            <a:xfrm>
              <a:off x="3863007" y="2347634"/>
              <a:ext cx="1417983" cy="588410"/>
            </a:xfrm>
            <a:prstGeom prst="rect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侦听信道</a:t>
              </a:r>
            </a:p>
          </p:txBody>
        </p:sp>
        <p:sp>
          <p:nvSpPr>
            <p:cNvPr id="8" name="Decision 7">
              <a:extLst>
                <a:ext uri="{FF2B5EF4-FFF2-40B4-BE49-F238E27FC236}">
                  <a16:creationId xmlns:a16="http://schemas.microsoft.com/office/drawing/2014/main" id="{E8EEA1E5-0FD1-F745-91B6-669E4BB1022C}"/>
                </a:ext>
              </a:extLst>
            </p:cNvPr>
            <p:cNvSpPr/>
            <p:nvPr/>
          </p:nvSpPr>
          <p:spPr bwMode="auto">
            <a:xfrm>
              <a:off x="3713918" y="3109804"/>
              <a:ext cx="1716158" cy="569843"/>
            </a:xfrm>
            <a:prstGeom prst="flowChartDecision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Idle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4926136-3CBD-C64C-9FAE-53CD7F12A0C1}"/>
                </a:ext>
              </a:extLst>
            </p:cNvPr>
            <p:cNvSpPr/>
            <p:nvPr/>
          </p:nvSpPr>
          <p:spPr bwMode="auto">
            <a:xfrm>
              <a:off x="3863006" y="3874877"/>
              <a:ext cx="1417983" cy="588410"/>
            </a:xfrm>
            <a:prstGeom prst="rect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发送分组 </a:t>
              </a:r>
            </a:p>
          </p:txBody>
        </p:sp>
        <p:sp>
          <p:nvSpPr>
            <p:cNvPr id="10" name="Decision 9">
              <a:extLst>
                <a:ext uri="{FF2B5EF4-FFF2-40B4-BE49-F238E27FC236}">
                  <a16:creationId xmlns:a16="http://schemas.microsoft.com/office/drawing/2014/main" id="{E2B9829A-1B9A-734E-B822-FC578C7B83F2}"/>
                </a:ext>
              </a:extLst>
            </p:cNvPr>
            <p:cNvSpPr/>
            <p:nvPr/>
          </p:nvSpPr>
          <p:spPr bwMode="auto">
            <a:xfrm>
              <a:off x="3713918" y="4658894"/>
              <a:ext cx="1716158" cy="569843"/>
            </a:xfrm>
            <a:prstGeom prst="flowChartDecision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  <a:lin ang="16200000" scaled="0"/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dirty="0">
                  <a:solidFill>
                    <a:schemeClr val="tx1"/>
                  </a:solidFill>
                </a:rPr>
                <a:t>碰撞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E8CA540-0C10-A14B-A011-0B67A2D506C7}"/>
                </a:ext>
              </a:extLst>
            </p:cNvPr>
            <p:cNvSpPr/>
            <p:nvPr/>
          </p:nvSpPr>
          <p:spPr bwMode="auto">
            <a:xfrm>
              <a:off x="3863005" y="6100061"/>
              <a:ext cx="1417983" cy="588410"/>
            </a:xfrm>
            <a:prstGeom prst="rect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二进制退避</a:t>
              </a:r>
              <a:r>
                <a:rPr lang="en-US" dirty="0" err="1">
                  <a:solidFill>
                    <a:schemeClr val="tx1"/>
                  </a:solidFill>
                </a:rPr>
                <a:t/>
              </a:r>
              <a:endParaRPr lang="en-US" dirty="0">
                <a:solidFill>
                  <a:schemeClr val="tx1"/>
                </a:solidFill>
              </a:endParaRPr>
            </a:p>
          </p:txBody>
        </p:sp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A8D87149-F177-1647-8AB3-5039C36CCCB2}"/>
                </a:ext>
              </a:extLst>
            </p:cNvPr>
            <p:cNvCxnSpPr>
              <a:cxnSpLocks/>
              <a:stCxn id="26" idx="2"/>
              <a:endCxn id="7" idx="0"/>
            </p:cNvCxnSpPr>
            <p:nvPr/>
          </p:nvCxnSpPr>
          <p:spPr bwMode="auto">
            <a:xfrm>
              <a:off x="4565368" y="2120254"/>
              <a:ext cx="6631" cy="22738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1BD5FCBF-F8D4-2D4F-A6AF-4DC5FC3B51E3}"/>
                </a:ext>
              </a:extLst>
            </p:cNvPr>
            <p:cNvCxnSpPr/>
            <p:nvPr/>
          </p:nvCxnSpPr>
          <p:spPr bwMode="auto">
            <a:xfrm flipH="1">
              <a:off x="4565375" y="2923412"/>
              <a:ext cx="1" cy="21272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91ACCA2C-EC51-D64C-B0F2-83338FC2751F}"/>
                </a:ext>
              </a:extLst>
            </p:cNvPr>
            <p:cNvCxnSpPr/>
            <p:nvPr/>
          </p:nvCxnSpPr>
          <p:spPr bwMode="auto">
            <a:xfrm flipH="1">
              <a:off x="4565375" y="3658907"/>
              <a:ext cx="1" cy="21272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2DBE294F-9DEE-FB4D-A0EB-C1EBD0D33123}"/>
                </a:ext>
              </a:extLst>
            </p:cNvPr>
            <p:cNvCxnSpPr/>
            <p:nvPr/>
          </p:nvCxnSpPr>
          <p:spPr bwMode="auto">
            <a:xfrm flipH="1">
              <a:off x="4565374" y="4451622"/>
              <a:ext cx="1" cy="21272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209D2882-F195-CA41-8E8D-DCC9ECF54A42}"/>
                </a:ext>
              </a:extLst>
            </p:cNvPr>
            <p:cNvCxnSpPr/>
            <p:nvPr/>
          </p:nvCxnSpPr>
          <p:spPr bwMode="auto">
            <a:xfrm flipH="1">
              <a:off x="4565369" y="5178697"/>
              <a:ext cx="1" cy="21272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7" name="Elbow Connector 16">
              <a:extLst>
                <a:ext uri="{FF2B5EF4-FFF2-40B4-BE49-F238E27FC236}">
                  <a16:creationId xmlns:a16="http://schemas.microsoft.com/office/drawing/2014/main" id="{0FF6556B-DEDF-FB4A-95D2-478FF28FAD9C}"/>
                </a:ext>
              </a:extLst>
            </p:cNvPr>
            <p:cNvCxnSpPr>
              <a:cxnSpLocks/>
              <a:stCxn id="11" idx="2"/>
              <a:endCxn id="7" idx="1"/>
            </p:cNvCxnSpPr>
            <p:nvPr/>
          </p:nvCxnSpPr>
          <p:spPr bwMode="auto">
            <a:xfrm rot="5400000" flipH="1">
              <a:off x="2194186" y="4310660"/>
              <a:ext cx="4046632" cy="708990"/>
            </a:xfrm>
            <a:prstGeom prst="bentConnector4">
              <a:avLst>
                <a:gd name="adj1" fmla="val -2702"/>
                <a:gd name="adj2" fmla="val 174299"/>
              </a:avLst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B630CAD5-2BF5-6743-B4B6-C5D6BCF7BD25}"/>
                </a:ext>
              </a:extLst>
            </p:cNvPr>
            <p:cNvCxnSpPr>
              <a:cxnSpLocks/>
              <a:stCxn id="8" idx="1"/>
            </p:cNvCxnSpPr>
            <p:nvPr/>
          </p:nvCxnSpPr>
          <p:spPr bwMode="auto">
            <a:xfrm flipH="1">
              <a:off x="3299791" y="3394726"/>
              <a:ext cx="41412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6D7AD0A-56DE-7841-B0D9-FE28ECAB069C}"/>
                </a:ext>
              </a:extLst>
            </p:cNvPr>
            <p:cNvSpPr txBox="1"/>
            <p:nvPr/>
          </p:nvSpPr>
          <p:spPr>
            <a:xfrm>
              <a:off x="4640949" y="3590974"/>
              <a:ext cx="33855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Y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52504F4-6C82-D448-B4EF-B194CA3C73D4}"/>
                </a:ext>
              </a:extLst>
            </p:cNvPr>
            <p:cNvSpPr txBox="1"/>
            <p:nvPr/>
          </p:nvSpPr>
          <p:spPr>
            <a:xfrm>
              <a:off x="4733715" y="5095098"/>
              <a:ext cx="33855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Y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C1BAB8C-2E7C-D648-8111-84B33B2968B6}"/>
                </a:ext>
              </a:extLst>
            </p:cNvPr>
            <p:cNvSpPr txBox="1"/>
            <p:nvPr/>
          </p:nvSpPr>
          <p:spPr>
            <a:xfrm>
              <a:off x="3421748" y="3087391"/>
              <a:ext cx="3513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DB82738-9996-CE42-927B-DBEDEFAEEA22}"/>
                </a:ext>
              </a:extLst>
            </p:cNvPr>
            <p:cNvSpPr txBox="1"/>
            <p:nvPr/>
          </p:nvSpPr>
          <p:spPr>
            <a:xfrm>
              <a:off x="5323438" y="4512002"/>
              <a:ext cx="3513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27619F3-44FF-4B49-AE65-A7887CA5CD39}"/>
                </a:ext>
              </a:extLst>
            </p:cNvPr>
            <p:cNvSpPr/>
            <p:nvPr/>
          </p:nvSpPr>
          <p:spPr bwMode="auto">
            <a:xfrm>
              <a:off x="3876255" y="1027607"/>
              <a:ext cx="1417983" cy="322197"/>
            </a:xfrm>
            <a:prstGeom prst="rect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等待</a:t>
              </a:r>
            </a:p>
          </p:txBody>
        </p: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1F482D4F-F94A-574E-9EC6-A5D996F68DB1}"/>
                </a:ext>
              </a:extLst>
            </p:cNvPr>
            <p:cNvCxnSpPr/>
            <p:nvPr/>
          </p:nvCxnSpPr>
          <p:spPr bwMode="auto">
            <a:xfrm flipH="1">
              <a:off x="4565375" y="1333153"/>
              <a:ext cx="1" cy="21272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5" name="Elbow Connector 24">
              <a:extLst>
                <a:ext uri="{FF2B5EF4-FFF2-40B4-BE49-F238E27FC236}">
                  <a16:creationId xmlns:a16="http://schemas.microsoft.com/office/drawing/2014/main" id="{0D892EDE-99D7-B247-B511-E8FEE1C369A2}"/>
                </a:ext>
              </a:extLst>
            </p:cNvPr>
            <p:cNvCxnSpPr>
              <a:cxnSpLocks/>
              <a:stCxn id="10" idx="3"/>
              <a:endCxn id="23" idx="3"/>
            </p:cNvCxnSpPr>
            <p:nvPr/>
          </p:nvCxnSpPr>
          <p:spPr bwMode="auto">
            <a:xfrm flipH="1" flipV="1">
              <a:off x="5294238" y="1188706"/>
              <a:ext cx="135838" cy="3755110"/>
            </a:xfrm>
            <a:prstGeom prst="bentConnector3">
              <a:avLst>
                <a:gd name="adj1" fmla="val -168289"/>
              </a:avLst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6" name="Decision 25">
              <a:extLst>
                <a:ext uri="{FF2B5EF4-FFF2-40B4-BE49-F238E27FC236}">
                  <a16:creationId xmlns:a16="http://schemas.microsoft.com/office/drawing/2014/main" id="{B18E00B4-2A25-1A49-86FE-0172ACFAF1B3}"/>
                </a:ext>
              </a:extLst>
            </p:cNvPr>
            <p:cNvSpPr/>
            <p:nvPr/>
          </p:nvSpPr>
          <p:spPr bwMode="auto">
            <a:xfrm>
              <a:off x="3707289" y="1548157"/>
              <a:ext cx="1716158" cy="572097"/>
            </a:xfrm>
            <a:prstGeom prst="flowChartDecision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  <a:lin ang="16200000" scaled="0"/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来自上层的分组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CA71E702-E079-2242-89E8-E3DE636C6FA9}"/>
                </a:ext>
              </a:extLst>
            </p:cNvPr>
            <p:cNvSpPr txBox="1"/>
            <p:nvPr/>
          </p:nvSpPr>
          <p:spPr>
            <a:xfrm>
              <a:off x="4574691" y="2055134"/>
              <a:ext cx="338554" cy="406265"/>
            </a:xfrm>
            <a:prstGeom prst="rect">
              <a:avLst/>
            </a:prstGeom>
            <a:noFill/>
          </p:spPr>
          <p:txBody>
            <a:bodyPr wrap="none" rtlCol="0">
              <a:noAutofit/>
            </a:bodyPr>
            <a:lstStyle/>
            <a:p>
              <a:r>
                <a:rPr lang="en-US" dirty="0"/>
                <a:t>Y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0625E73-D275-B74A-9854-7E1182C98473}"/>
                </a:ext>
              </a:extLst>
            </p:cNvPr>
            <p:cNvSpPr txBox="1"/>
            <p:nvPr/>
          </p:nvSpPr>
          <p:spPr>
            <a:xfrm>
              <a:off x="5316814" y="1444125"/>
              <a:ext cx="3513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</a:t>
              </a:r>
            </a:p>
          </p:txBody>
        </p:sp>
        <p:cxnSp>
          <p:nvCxnSpPr>
            <p:cNvPr id="29" name="Straight Arrow Connector 28">
              <a:extLst>
                <a:ext uri="{FF2B5EF4-FFF2-40B4-BE49-F238E27FC236}">
                  <a16:creationId xmlns:a16="http://schemas.microsoft.com/office/drawing/2014/main" id="{1A1B0BA4-0A85-1248-89E2-CD00DF1C7C13}"/>
                </a:ext>
              </a:extLst>
            </p:cNvPr>
            <p:cNvCxnSpPr>
              <a:cxnSpLocks/>
              <a:stCxn id="26" idx="3"/>
            </p:cNvCxnSpPr>
            <p:nvPr/>
          </p:nvCxnSpPr>
          <p:spPr bwMode="auto">
            <a:xfrm>
              <a:off x="5423447" y="1834206"/>
              <a:ext cx="251369" cy="112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3632F242-1C15-AB42-8BF3-460F697C8B8A}"/>
                </a:ext>
              </a:extLst>
            </p:cNvPr>
            <p:cNvSpPr/>
            <p:nvPr/>
          </p:nvSpPr>
          <p:spPr bwMode="auto">
            <a:xfrm>
              <a:off x="3863005" y="5360666"/>
              <a:ext cx="1417983" cy="588410"/>
            </a:xfrm>
            <a:prstGeom prst="rect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5">
                    <a:lumMod val="75000"/>
                  </a:schemeClr>
                </a:gs>
              </a:gsLst>
            </a:gradFill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chemeClr val="tx1"/>
                  </a:solidFill>
                </a:rPr>
                <a:t>中止 </a:t>
              </a:r>
            </a:p>
            <a:p>
              <a:pPr algn="ctr"/>
              <a:r>
                <a:rPr lang="en-US" dirty="0">
                  <a:solidFill>
                    <a:schemeClr val="tx1"/>
                  </a:solidFill>
                </a:rPr>
                <a:t>发送干扰信号</a:t>
              </a:r>
            </a:p>
          </p:txBody>
        </p: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A0A3C1E5-FA96-DE4E-A668-115A527BD1B8}"/>
                </a:ext>
              </a:extLst>
            </p:cNvPr>
            <p:cNvCxnSpPr/>
            <p:nvPr/>
          </p:nvCxnSpPr>
          <p:spPr bwMode="auto">
            <a:xfrm flipH="1">
              <a:off x="4578627" y="5896110"/>
              <a:ext cx="1" cy="21272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125061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 效率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链路层：6-53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01B8942E-BB9F-9F46-9201-9FDDC2019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586948"/>
            <a:ext cx="10972800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Tprop = LAN 中两个节点之间的最大传播时延</a:t>
            </a:r>
            <a:r>
              <a:rPr lang="en-US" kern="0" baseline="-25000" dirty="0" err="1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</a:p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ttrans = 传输最大帧所需时间</a:t>
            </a:r>
            <a:r>
              <a:rPr lang="en-US" kern="0" baseline="-25000" dirty="0" err="1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r>
              <a:rPr lang="en-US" kern="0" dirty="0">
                <a:cs typeface="+mn-cs"/>
              </a:rPr>
              <a:t>效率趋近于 1 </a:t>
            </a:r>
          </a:p>
          <a:p>
            <a:pPr marL="695325" lvl="1" indent="-238125">
              <a:defRPr/>
            </a:pPr>
            <a:r>
              <a:rPr lang="en-US" sz="2800" kern="0" dirty="0"/>
              <a:t>当 tprop 趋近于 0 时</a:t>
            </a:r>
            <a:r>
              <a:rPr lang="en-US" sz="2800" i="1" kern="0" dirty="0" err="1"/>
              <a:t/>
            </a:r>
            <a:r>
              <a:rPr lang="en-US" sz="2800" i="1" kern="0" baseline="-25000" dirty="0" err="1"/>
              <a:t/>
            </a:r>
            <a:r>
              <a:rPr lang="en-US" sz="2800" kern="0" dirty="0"/>
              <a:t/>
            </a:r>
          </a:p>
          <a:p>
            <a:pPr marL="695325" lvl="1" indent="-238125">
              <a:defRPr/>
            </a:pPr>
            <a:r>
              <a:rPr lang="en-US" sz="2800" kern="0" dirty="0"/>
              <a:t>当 ttrans 趋近于无穷时</a:t>
            </a:r>
            <a:r>
              <a:rPr lang="en-US" sz="2800" i="1" kern="0" dirty="0" err="1"/>
              <a:t/>
            </a:r>
            <a:r>
              <a:rPr lang="en-US" sz="2800" i="1" kern="0" baseline="-25000" dirty="0" err="1"/>
              <a:t/>
            </a:r>
            <a:r>
              <a:rPr lang="en-US" sz="2800" kern="0" dirty="0"/>
              <a:t/>
            </a:r>
          </a:p>
          <a:p>
            <a:pPr marL="277813" indent="-277813">
              <a:defRPr/>
            </a:pPr>
            <a:r>
              <a:rPr lang="en-US" kern="0" dirty="0">
                <a:cs typeface="+mn-cs"/>
              </a:rPr>
              <a:t>性能优于 ALOHA：且简单、廉价、分散！</a:t>
            </a:r>
            <a:r>
              <a:rPr lang="en-US" sz="3200" kern="0" dirty="0">
                <a:cs typeface="+mn-cs"/>
              </a:rPr>
              <a:t/>
            </a:r>
            <a:endParaRPr lang="en-US" kern="0" dirty="0">
              <a:cs typeface="+mn-cs"/>
            </a:endParaRPr>
          </a:p>
        </p:txBody>
      </p:sp>
      <p:graphicFrame>
        <p:nvGraphicFramePr>
          <p:cNvPr id="11" name="Object 4">
            <a:extLst>
              <a:ext uri="{FF2B5EF4-FFF2-40B4-BE49-F238E27FC236}">
                <a16:creationId xmlns:a16="http://schemas.microsoft.com/office/drawing/2014/main" id="{D18DDED1-1FBF-6E4E-BD7D-37437660C7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99434639"/>
              </p:ext>
            </p:extLst>
          </p:nvPr>
        </p:nvGraphicFramePr>
        <p:xfrm>
          <a:off x="4037979" y="2514531"/>
          <a:ext cx="3570287" cy="984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422400" imgH="393700" progId="Equation.3">
                  <p:embed/>
                </p:oleObj>
              </mc:Choice>
              <mc:Fallback>
                <p:oleObj name="Equation" r:id="rId3" imgW="1422400" imgH="393700" progId="Equation.3">
                  <p:embed/>
                  <p:pic>
                    <p:nvPicPr>
                      <p:cNvPr id="107525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7979" y="2514531"/>
                        <a:ext cx="3570287" cy="984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27370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MAC 协议小结</a:t>
            </a:r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/>
            </a:r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/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链路层：6-54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40E2AF9C-1A65-774D-917A-173687CEF53C}"/>
              </a:ext>
            </a:extLst>
          </p:cNvPr>
          <p:cNvSpPr txBox="1">
            <a:spLocks noChangeArrowheads="1"/>
          </p:cNvSpPr>
          <p:nvPr/>
        </p:nvSpPr>
        <p:spPr>
          <a:xfrm>
            <a:off x="1219199" y="1414670"/>
            <a:ext cx="10588487" cy="490696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按时间、频率或码进行信道划分</a:t>
            </a:r>
            <a:r>
              <a:rPr lang="en-US" dirty="0"/>
              <a:t/>
            </a:r>
          </a:p>
          <a:p>
            <a:pPr marL="690563" lvl="1" indent="-233363">
              <a:defRPr/>
            </a:pPr>
            <a:r>
              <a:rPr lang="en-US" dirty="0"/>
              <a:t>时分、频分</a:t>
            </a:r>
          </a:p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随机访问（动态）， </a:t>
            </a:r>
            <a:r>
              <a:rPr lang="en-US" dirty="0"/>
              <a:t/>
            </a:r>
          </a:p>
          <a:p>
            <a:pPr marL="690563" lvl="1" indent="-233363">
              <a:defRPr/>
            </a:pPr>
            <a:r>
              <a:rPr lang="en-US" sz="2800" dirty="0"/>
              <a:t>ALOHA, S-ALOHA, CSMA, CSMA/CD</a:t>
            </a:r>
          </a:p>
          <a:p>
            <a:pPr marL="690563" lvl="1" indent="-233363">
              <a:defRPr/>
            </a:pPr>
            <a:r>
              <a:rPr lang="en-US" sz="2800" dirty="0"/>
              <a:t>载波侦听：在某些技术（有线）中容易，在其他技术（无线）中困难</a:t>
            </a:r>
          </a:p>
          <a:p>
            <a:pPr marL="690563" lvl="1" indent="-233363">
              <a:defRPr/>
            </a:pPr>
            <a:r>
              <a:rPr lang="en-US" sz="2800" dirty="0"/>
              <a:t>Ethernet 使用 CSMA/CD</a:t>
            </a:r>
          </a:p>
          <a:p>
            <a:pPr marL="690563" lvl="1" indent="-233363">
              <a:defRPr/>
            </a:pPr>
            <a:r>
              <a:rPr lang="en-US" sz="2800" dirty="0"/>
              <a:t>802.11 使用 CSMA/CA</a:t>
            </a:r>
          </a:p>
          <a:p>
            <a:pPr marL="231775" indent="-231775">
              <a:tabLst>
                <a:tab pos="279400" algn="l"/>
              </a:tabLst>
              <a:defRPr/>
            </a:pPr>
            <a:r>
              <a:rPr lang="en-US" dirty="0">
                <a:solidFill>
                  <a:srgbClr val="C00000"/>
                </a:solidFill>
              </a:rPr>
              <a:t>轮流</a:t>
            </a:r>
          </a:p>
          <a:p>
            <a:pPr marL="690563" lvl="1" indent="-233363">
              <a:defRPr/>
            </a:pPr>
            <a:r>
              <a:rPr lang="en-US" sz="2800" dirty="0"/>
              <a:t>中心站轮询、令牌传递</a:t>
            </a:r>
          </a:p>
          <a:p>
            <a:pPr marL="690563" lvl="1" indent="-233363">
              <a:defRPr/>
            </a:pPr>
            <a:r>
              <a:rPr lang="en-US" sz="2800" dirty="0"/>
              <a:t>Bluetooth、FDDI、令牌环 </a:t>
            </a:r>
          </a:p>
        </p:txBody>
      </p:sp>
    </p:spTree>
    <p:extLst>
      <p:ext uri="{BB962C8B-B14F-4D97-AF65-F5344CB8AC3E}">
        <p14:creationId xmlns:p14="http://schemas.microsoft.com/office/powerpoint/2010/main" val="4048046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无线 LAN：CSMA/CA 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链路层：6-55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简单 CSMA：发送前先侦听：</a:t>
            </a:r>
            <a:r>
              <a:rPr lang="en-US" sz="3200" dirty="0">
                <a:solidFill>
                  <a:srgbClr val="C00000"/>
                </a:solidFill>
              </a:rPr>
              <a:t/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若侦听到信道空闲：发送整个帧</a:t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若侦听到信道忙：推迟发送 </a:t>
            </a:r>
            <a:r>
              <a:rPr lang="en-US" sz="2800" dirty="0"/>
              <a:t/>
            </a:r>
            <a:endParaRPr lang="en-US" dirty="0"/>
          </a:p>
          <a:p>
            <a:pPr>
              <a:defRPr/>
            </a:pPr>
            <a:r>
              <a:rPr lang="en-US" dirty="0"/>
              <a:t>人类类比：不要打断别人！</a:t>
            </a:r>
            <a:r>
              <a:rPr lang="ja-JP" altLang="en-US"/>
              <a:t/>
            </a:r>
            <a:r>
              <a:rPr lang="en-US" dirty="0"/>
              <a:t/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CSMA/CA：带碰撞避免的 CSMA</a:t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sz="3200" dirty="0"/>
              <a:t/>
            </a:r>
            <a:r>
              <a:rPr lang="en-US" sz="3200" i="1" dirty="0">
                <a:solidFill>
                  <a:srgbClr val="0000A8"/>
                </a:solidFill>
              </a:rPr>
              <a:t/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避免碰撞：两个以上节点同时发送</a:t>
            </a:r>
          </a:p>
          <a:p>
            <a:pPr lvl="1">
              <a:defRPr/>
            </a:pPr>
            <a:r>
              <a:rPr lang="en-US" sz="2800" dirty="0"/>
              <a:t>无碰撞检测</a:t>
            </a:r>
          </a:p>
          <a:p>
            <a:pPr lvl="2">
              <a:defRPr/>
            </a:pPr>
            <a:r>
              <a:rPr lang="en-US" sz="2400" dirty="0"/>
              <a:t>难以侦听碰撞</a:t>
            </a:r>
          </a:p>
          <a:p>
            <a:pPr lvl="2">
              <a:defRPr/>
            </a:pPr>
            <a:r>
              <a:rPr lang="en-US" sz="2400" dirty="0"/>
              <a:t>无论如何都无法侦听所有碰撞：隐藏终端、衰落</a:t>
            </a:r>
          </a:p>
        </p:txBody>
      </p:sp>
    </p:spTree>
    <p:extLst>
      <p:ext uri="{BB962C8B-B14F-4D97-AF65-F5344CB8AC3E}">
        <p14:creationId xmlns:p14="http://schemas.microsoft.com/office/powerpoint/2010/main" val="494437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无线和移动网络：背景</a:t>
            </a:r>
            <a:endParaRPr lang="en-US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无线和移动网络：7-56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71600"/>
            <a:ext cx="1120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indent="-276225">
              <a:defRPr/>
            </a:pPr>
            <a:r>
              <a:rPr lang="en-US" dirty="0"/>
              <a:t>无线（移动）电话用户数超过固定（有线）电话用户数（2019 年约 10:1）！</a:t>
            </a:r>
            <a:r>
              <a:rPr lang="en-US" sz="2400" dirty="0"/>
              <a:t/>
            </a:r>
            <a:r>
              <a:rPr lang="en-US" dirty="0"/>
              <a:t/>
            </a:r>
          </a:p>
          <a:p>
            <a:pPr marL="406400" indent="-276225">
              <a:defRPr/>
            </a:pPr>
            <a:r>
              <a:rPr lang="en-US" dirty="0"/>
              <a:t>移动宽带连接设备多于固定宽带连接设备（2019 年约 5:1）！</a:t>
            </a:r>
            <a:r>
              <a:rPr lang="en-US" sz="2400" dirty="0"/>
              <a:t/>
            </a:r>
            <a:r>
              <a:rPr lang="en-US" dirty="0"/>
              <a:t/>
            </a:r>
            <a:endParaRPr lang="en-US" sz="3200" dirty="0"/>
          </a:p>
          <a:p>
            <a:pPr lvl="1">
              <a:defRPr/>
            </a:pPr>
            <a:r>
              <a:rPr lang="en-US" sz="2800" dirty="0"/>
              <a:t>4G/5G 蜂窝网络现在采用包括 SDN 在内的互联网协议栈</a:t>
            </a:r>
          </a:p>
          <a:p>
            <a:pPr marL="406400" indent="-276225">
              <a:defRPr/>
            </a:pPr>
            <a:r>
              <a:rPr lang="en-US" dirty="0"/>
              <a:t>两个重要但不同的挑战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无线：通过无线链路通信</a:t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移动性：处理改变网络接入点的移动用户</a:t>
            </a:r>
            <a:r>
              <a:rPr lang="en-US" sz="2800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2058773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无线网络的组成元素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无线和移动网络：7-57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有线网络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基础设施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无线网络的组成元素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无线和移动网络：7-58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有线网络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基础设施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无线主机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笔记本电脑、智能手机、IoT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运行应用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可以是静止（非移动）的，也可以是移动的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无线并不总意味着移动！ </a:t>
            </a:r>
            <a:r>
              <a:rPr lang="en-US" sz="2000" i="1" dirty="0">
                <a:cs typeface="+mn-cs"/>
              </a:rPr>
              <a:t/>
            </a:r>
            <a:r>
              <a:rPr lang="en-US" sz="2000" dirty="0">
                <a:cs typeface="+mn-cs"/>
              </a:rPr>
              <a:t/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无线网络的组成元素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无线和移动网络：7-59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有线网络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基础设施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486399" cy="2188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基站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通常连接到有线网络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中继——负责在有线网络和其“区域”内的无线主机之间发送分组</a:t>
            </a:r>
            <a:r>
              <a:rPr lang="en-US" sz="2400" dirty="0"/>
              <a:t/>
            </a:r>
            <a:r>
              <a:rPr lang="en-US" sz="2400" dirty="0">
                <a:cs typeface="+mn-cs"/>
              </a:rPr>
              <a:t/>
            </a:r>
            <a:r>
              <a:rPr lang="en-US" sz="2400" dirty="0"/>
              <a:t/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例如，蜂窝基站塔、802.11 接入点 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9" y="3794124"/>
            <a:ext cx="1770063" cy="1552575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8" y="3810000"/>
            <a:ext cx="5334001" cy="685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无线网络的组成元素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有线网络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基础设施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569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9" y="3911600"/>
            <a:ext cx="533401" cy="109220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2954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68273" y="3898760"/>
            <a:ext cx="90435" cy="14469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9740900" y="952500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9328" y="1080861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无线链路</a:t>
            </a:r>
            <a:r>
              <a:rPr lang="en-US" sz="2800" dirty="0">
                <a:cs typeface="+mn-cs"/>
              </a:rPr>
              <a:t/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通常用于把移动设备连接到基站，也用作骨干链路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多路访问协议协调链路访问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不同的传输速率、距离和频带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3898759"/>
            <a:ext cx="4547160" cy="77484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无线网络的组成元素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有线网络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基础设施</a:t>
              </a:r>
            </a:p>
          </p:txBody>
        </p:sp>
      </p:grp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05500" y="3769102"/>
            <a:ext cx="1447800" cy="15240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72097" y="3768025"/>
            <a:ext cx="1981202" cy="1447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6448" y="3764151"/>
            <a:ext cx="2959101" cy="14859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3">
            <a:extLst>
              <a:ext uri="{FF2B5EF4-FFF2-40B4-BE49-F238E27FC236}">
                <a16:creationId xmlns:a16="http://schemas.microsoft.com/office/drawing/2014/main" id="{2E264414-55C6-964D-A7A6-D994B443E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2" y="1582738"/>
            <a:ext cx="5462587" cy="21764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3" name="Rectangle 64">
            <a:extLst>
              <a:ext uri="{FF2B5EF4-FFF2-40B4-BE49-F238E27FC236}">
                <a16:creationId xmlns:a16="http://schemas.microsoft.com/office/drawing/2014/main" id="{9189415B-37F7-7B49-B670-15B4A38B8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4289" y="1447800"/>
            <a:ext cx="3262312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4" name="Rectangle 65">
            <a:extLst>
              <a:ext uri="{FF2B5EF4-FFF2-40B4-BE49-F238E27FC236}">
                <a16:creationId xmlns:a16="http://schemas.microsoft.com/office/drawing/2014/main" id="{5517F4DF-0905-2A4E-A645-CE0CFAEF6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699" y="1336675"/>
            <a:ext cx="5397501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cs typeface="+mn-cs"/>
              </a:rPr>
              <a:t> 基础设施模式</a:t>
            </a:r>
            <a:r>
              <a:rPr lang="en-US" sz="2800" dirty="0">
                <a:cs typeface="+mn-cs"/>
              </a:rPr>
              <a:t/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基站把移动设备接入有线网络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切换：移动设备改变提供有线网络连接的基站</a:t>
            </a:r>
          </a:p>
        </p:txBody>
      </p:sp>
    </p:spTree>
    <p:extLst>
      <p:ext uri="{BB962C8B-B14F-4D97-AF65-F5344CB8AC3E}">
        <p14:creationId xmlns:p14="http://schemas.microsoft.com/office/powerpoint/2010/main" val="2444000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无线网络的组成元素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45" name="Rectangle 64">
            <a:extLst>
              <a:ext uri="{FF2B5EF4-FFF2-40B4-BE49-F238E27FC236}">
                <a16:creationId xmlns:a16="http://schemas.microsoft.com/office/drawing/2014/main" id="{DA9A657C-AC03-F04D-B9F7-9711F9776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112" y="1595439"/>
            <a:ext cx="5132387" cy="3294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240">
            <a:extLst>
              <a:ext uri="{FF2B5EF4-FFF2-40B4-BE49-F238E27FC236}">
                <a16:creationId xmlns:a16="http://schemas.microsoft.com/office/drawing/2014/main" id="{43C41177-25FF-8943-8D62-A29490067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1447800"/>
            <a:ext cx="2184400" cy="317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8" name="Oval 209">
            <a:extLst>
              <a:ext uri="{FF2B5EF4-FFF2-40B4-BE49-F238E27FC236}">
                <a16:creationId xmlns:a16="http://schemas.microsoft.com/office/drawing/2014/main" id="{1EDC778A-AC7B-264A-B399-D6572D3F0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1438275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52" name="Rectangle 66">
            <a:extLst>
              <a:ext uri="{FF2B5EF4-FFF2-40B4-BE49-F238E27FC236}">
                <a16:creationId xmlns:a16="http://schemas.microsoft.com/office/drawing/2014/main" id="{B30DAB90-2707-4C46-A737-D247EE3BF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1362075"/>
            <a:ext cx="47879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自组织模式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无基站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节点只能向链路覆盖范围内的其他节点发送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节点自行组织成网络：在彼此之间路由</a:t>
            </a:r>
          </a:p>
        </p:txBody>
      </p:sp>
      <p:sp>
        <p:nvSpPr>
          <p:cNvPr id="254" name="Oval 138">
            <a:extLst>
              <a:ext uri="{FF2B5EF4-FFF2-40B4-BE49-F238E27FC236}">
                <a16:creationId xmlns:a16="http://schemas.microsoft.com/office/drawing/2014/main" id="{BD44C8B3-32AC-6B46-A7A9-6DD429734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27495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0" name="Oval 199">
            <a:extLst>
              <a:ext uri="{FF2B5EF4-FFF2-40B4-BE49-F238E27FC236}">
                <a16:creationId xmlns:a16="http://schemas.microsoft.com/office/drawing/2014/main" id="{2F8821B8-EFF5-6E4F-8654-F698AC81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45770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39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8" name="Oval 204">
            <a:extLst>
              <a:ext uri="{FF2B5EF4-FFF2-40B4-BE49-F238E27FC236}">
                <a16:creationId xmlns:a16="http://schemas.microsoft.com/office/drawing/2014/main" id="{1C4FE5F4-8165-D74B-BDA5-4D3EF9AD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1150" y="21399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73" name="Oval 113">
            <a:extLst>
              <a:ext uri="{FF2B5EF4-FFF2-40B4-BE49-F238E27FC236}">
                <a16:creationId xmlns:a16="http://schemas.microsoft.com/office/drawing/2014/main" id="{3778A1BA-9BF3-E345-86CF-21975A80E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2474913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47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283" name="Group 356">
            <a:extLst>
              <a:ext uri="{FF2B5EF4-FFF2-40B4-BE49-F238E27FC236}">
                <a16:creationId xmlns:a16="http://schemas.microsoft.com/office/drawing/2014/main" id="{7DE2B05B-BBD1-534C-A7D3-09A4213CB831}"/>
              </a:ext>
            </a:extLst>
          </p:cNvPr>
          <p:cNvGrpSpPr>
            <a:grpSpLocks/>
          </p:cNvGrpSpPr>
          <p:nvPr/>
        </p:nvGrpSpPr>
        <p:grpSpPr bwMode="auto">
          <a:xfrm>
            <a:off x="2100263" y="1943100"/>
            <a:ext cx="465137" cy="481013"/>
            <a:chOff x="313" y="1497"/>
            <a:chExt cx="1152" cy="1014"/>
          </a:xfrm>
        </p:grpSpPr>
        <p:pic>
          <p:nvPicPr>
            <p:cNvPr id="284" name="Picture 354" descr="laptop_stylized_small">
              <a:extLst>
                <a:ext uri="{FF2B5EF4-FFF2-40B4-BE49-F238E27FC236}">
                  <a16:creationId xmlns:a16="http://schemas.microsoft.com/office/drawing/2014/main" id="{1E9A52B6-0C8C-4E47-BA11-C995B0909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" name="Picture 355" descr="antenna_stylized">
              <a:extLst>
                <a:ext uri="{FF2B5EF4-FFF2-40B4-BE49-F238E27FC236}">
                  <a16:creationId xmlns:a16="http://schemas.microsoft.com/office/drawing/2014/main" id="{6040645B-733C-AE41-9620-6494BFEA4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7" name="Group 356">
            <a:extLst>
              <a:ext uri="{FF2B5EF4-FFF2-40B4-BE49-F238E27FC236}">
                <a16:creationId xmlns:a16="http://schemas.microsoft.com/office/drawing/2014/main" id="{F36C93BD-9BF3-3F4E-8CD4-55DBEB6A744D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5032375"/>
            <a:ext cx="463550" cy="479425"/>
            <a:chOff x="313" y="1497"/>
            <a:chExt cx="1152" cy="1014"/>
          </a:xfrm>
        </p:grpSpPr>
        <p:pic>
          <p:nvPicPr>
            <p:cNvPr id="288" name="Picture 354" descr="laptop_stylized_small">
              <a:extLst>
                <a:ext uri="{FF2B5EF4-FFF2-40B4-BE49-F238E27FC236}">
                  <a16:creationId xmlns:a16="http://schemas.microsoft.com/office/drawing/2014/main" id="{CC9FDE05-9B65-6F49-80C8-F46EE30BC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0" name="Picture 355" descr="antenna_stylized">
              <a:extLst>
                <a:ext uri="{FF2B5EF4-FFF2-40B4-BE49-F238E27FC236}">
                  <a16:creationId xmlns:a16="http://schemas.microsoft.com/office/drawing/2014/main" id="{0C0D98A3-8050-5940-87C7-BEDAAA54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1" name="Group 356">
            <a:extLst>
              <a:ext uri="{FF2B5EF4-FFF2-40B4-BE49-F238E27FC236}">
                <a16:creationId xmlns:a16="http://schemas.microsoft.com/office/drawing/2014/main" id="{766DA1A5-A136-4F40-A6BE-E3DCECF417F7}"/>
              </a:ext>
            </a:extLst>
          </p:cNvPr>
          <p:cNvGrpSpPr>
            <a:grpSpLocks/>
          </p:cNvGrpSpPr>
          <p:nvPr/>
        </p:nvGrpSpPr>
        <p:grpSpPr bwMode="auto">
          <a:xfrm>
            <a:off x="3360738" y="3335338"/>
            <a:ext cx="465137" cy="481012"/>
            <a:chOff x="313" y="1497"/>
            <a:chExt cx="1152" cy="1014"/>
          </a:xfrm>
        </p:grpSpPr>
        <p:pic>
          <p:nvPicPr>
            <p:cNvPr id="292" name="Picture 354" descr="laptop_stylized_small">
              <a:extLst>
                <a:ext uri="{FF2B5EF4-FFF2-40B4-BE49-F238E27FC236}">
                  <a16:creationId xmlns:a16="http://schemas.microsoft.com/office/drawing/2014/main" id="{0FDFE9E9-D8C3-1A45-AEE0-A19C8A41F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3" name="Picture 355" descr="antenna_stylized">
              <a:extLst>
                <a:ext uri="{FF2B5EF4-FFF2-40B4-BE49-F238E27FC236}">
                  <a16:creationId xmlns:a16="http://schemas.microsoft.com/office/drawing/2014/main" id="{5C69B4A4-0272-B548-BE67-8A11CA471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4" name="Group 356">
            <a:extLst>
              <a:ext uri="{FF2B5EF4-FFF2-40B4-BE49-F238E27FC236}">
                <a16:creationId xmlns:a16="http://schemas.microsoft.com/office/drawing/2014/main" id="{821DDC33-9CB9-7543-A59D-E92EE0ED5696}"/>
              </a:ext>
            </a:extLst>
          </p:cNvPr>
          <p:cNvGrpSpPr>
            <a:grpSpLocks/>
          </p:cNvGrpSpPr>
          <p:nvPr/>
        </p:nvGrpSpPr>
        <p:grpSpPr bwMode="auto">
          <a:xfrm>
            <a:off x="2201863" y="2695575"/>
            <a:ext cx="465137" cy="479425"/>
            <a:chOff x="313" y="1497"/>
            <a:chExt cx="1152" cy="1014"/>
          </a:xfrm>
        </p:grpSpPr>
        <p:pic>
          <p:nvPicPr>
            <p:cNvPr id="295" name="Picture 354" descr="laptop_stylized_small">
              <a:extLst>
                <a:ext uri="{FF2B5EF4-FFF2-40B4-BE49-F238E27FC236}">
                  <a16:creationId xmlns:a16="http://schemas.microsoft.com/office/drawing/2014/main" id="{5EE72A75-8CB3-F94F-8BD7-11DAB3254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6" name="Picture 355" descr="antenna_stylized">
              <a:extLst>
                <a:ext uri="{FF2B5EF4-FFF2-40B4-BE49-F238E27FC236}">
                  <a16:creationId xmlns:a16="http://schemas.microsoft.com/office/drawing/2014/main" id="{C14EC012-9D55-BE43-8D63-A7BA03F11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" name="Group 356">
            <a:extLst>
              <a:ext uri="{FF2B5EF4-FFF2-40B4-BE49-F238E27FC236}">
                <a16:creationId xmlns:a16="http://schemas.microsoft.com/office/drawing/2014/main" id="{82E6E498-27DF-2145-967A-9862570F401A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3019425"/>
            <a:ext cx="465138" cy="481013"/>
            <a:chOff x="313" y="1497"/>
            <a:chExt cx="1152" cy="1014"/>
          </a:xfrm>
        </p:grpSpPr>
        <p:pic>
          <p:nvPicPr>
            <p:cNvPr id="298" name="Picture 354" descr="laptop_stylized_small">
              <a:extLst>
                <a:ext uri="{FF2B5EF4-FFF2-40B4-BE49-F238E27FC236}">
                  <a16:creationId xmlns:a16="http://schemas.microsoft.com/office/drawing/2014/main" id="{292769D9-F795-D44D-8184-87EA87FB7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9" name="Picture 355" descr="antenna_stylized">
              <a:extLst>
                <a:ext uri="{FF2B5EF4-FFF2-40B4-BE49-F238E27FC236}">
                  <a16:creationId xmlns:a16="http://schemas.microsoft.com/office/drawing/2014/main" id="{ECD800F7-6594-4541-8CB2-EE2D334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87117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无线网络分类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7" name="Text Box 4">
            <a:extLst>
              <a:ext uri="{FF2B5EF4-FFF2-40B4-BE49-F238E27FC236}">
                <a16:creationId xmlns:a16="http://schemas.microsoft.com/office/drawing/2014/main" id="{E9C337A3-3F6C-6649-A8BB-4DEBE6EE8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325" y="1546225"/>
            <a:ext cx="16738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单跳</a:t>
            </a:r>
          </a:p>
        </p:txBody>
      </p:sp>
      <p:sp>
        <p:nvSpPr>
          <p:cNvPr id="28" name="Text Box 5">
            <a:extLst>
              <a:ext uri="{FF2B5EF4-FFF2-40B4-BE49-F238E27FC236}">
                <a16:creationId xmlns:a16="http://schemas.microsoft.com/office/drawing/2014/main" id="{74801575-8E58-4A46-B572-E478431F0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1565275"/>
            <a:ext cx="218187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多跳</a:t>
            </a: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91749A92-0633-0C45-B7EA-7B3C6FB29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316" y="2387600"/>
            <a:ext cx="218297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基础设施</a:t>
            </a:r>
          </a:p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(e.g., APs)</a:t>
            </a:r>
          </a:p>
        </p:txBody>
      </p:sp>
      <p:sp>
        <p:nvSpPr>
          <p:cNvPr id="30" name="Text Box 8">
            <a:extLst>
              <a:ext uri="{FF2B5EF4-FFF2-40B4-BE49-F238E27FC236}">
                <a16:creationId xmlns:a16="http://schemas.microsoft.com/office/drawing/2014/main" id="{D4C42E79-CAEE-8948-AFA5-6E7FCDFCF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9963" y="4057650"/>
            <a:ext cx="189872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no</a:t>
            </a:r>
          </a:p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基础设施</a:t>
            </a:r>
          </a:p>
        </p:txBody>
      </p:sp>
      <p:sp>
        <p:nvSpPr>
          <p:cNvPr id="31" name="Text Box 14">
            <a:extLst>
              <a:ext uri="{FF2B5EF4-FFF2-40B4-BE49-F238E27FC236}">
                <a16:creationId xmlns:a16="http://schemas.microsoft.com/office/drawing/2014/main" id="{E12DF38D-DF5A-EC4E-96EF-6F349268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3300" y="2243138"/>
            <a:ext cx="302259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主机连接到基站（WiFi、蜂窝），基站连接到更大的互联网</a:t>
            </a:r>
          </a:p>
        </p:txBody>
      </p:sp>
      <p:sp>
        <p:nvSpPr>
          <p:cNvPr id="32" name="Text Box 15">
            <a:extLst>
              <a:ext uri="{FF2B5EF4-FFF2-40B4-BE49-F238E27FC236}">
                <a16:creationId xmlns:a16="http://schemas.microsoft.com/office/drawing/2014/main" id="{D8E79475-6576-1E43-9BA7-1EEFD95A3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7900" y="3854450"/>
            <a:ext cx="3365500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无基站，也不连接到更大的互联网（Bluetooth、自组织网络）</a:t>
            </a:r>
            <a:r>
              <a:rPr lang="en-US" sz="2400" dirty="0">
                <a:latin typeface="+mn-lt"/>
              </a:rPr>
              <a:t/>
            </a:r>
            <a:r>
              <a:rPr lang="en-US" sz="2400" dirty="0">
                <a:latin typeface="+mn-lt"/>
                <a:cs typeface="+mn-cs"/>
              </a:rPr>
              <a:t/>
            </a:r>
          </a:p>
        </p:txBody>
      </p:sp>
      <p:sp>
        <p:nvSpPr>
          <p:cNvPr id="33" name="Text Box 16">
            <a:extLst>
              <a:ext uri="{FF2B5EF4-FFF2-40B4-BE49-F238E27FC236}">
                <a16:creationId xmlns:a16="http://schemas.microsoft.com/office/drawing/2014/main" id="{924FB8C5-34AC-E24B-8B7D-397CCD0CF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3114" y="2247900"/>
            <a:ext cx="3826186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主机可能必须通过多个无线节点中继才能连接到更大的 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互联网：网状网</a:t>
            </a:r>
            <a:r>
              <a:rPr lang="en-US" sz="2400" i="1" dirty="0">
                <a:latin typeface="+mn-lt"/>
                <a:cs typeface="+mn-cs"/>
              </a:rPr>
              <a:t/>
            </a:r>
          </a:p>
        </p:txBody>
      </p:sp>
      <p:sp>
        <p:nvSpPr>
          <p:cNvPr id="34" name="Text Box 17">
            <a:extLst>
              <a:ext uri="{FF2B5EF4-FFF2-40B4-BE49-F238E27FC236}">
                <a16:creationId xmlns:a16="http://schemas.microsoft.com/office/drawing/2014/main" id="{A50FC177-8B9B-B248-81C3-7A00A82FD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2411" y="3856038"/>
            <a:ext cx="400468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无基站，也不连接到更大的互联网。可能必须中继才能到达某个无线节点：MANET、VANET</a:t>
            </a:r>
            <a:endParaRPr lang="en-US" sz="2400" i="1" dirty="0">
              <a:latin typeface="+mn-lt"/>
              <a:cs typeface="+mn-cs"/>
            </a:endParaRPr>
          </a:p>
        </p:txBody>
      </p:sp>
      <p:sp>
        <p:nvSpPr>
          <p:cNvPr id="35" name="Rectangle 19">
            <a:extLst>
              <a:ext uri="{FF2B5EF4-FFF2-40B4-BE49-F238E27FC236}">
                <a16:creationId xmlns:a16="http://schemas.microsoft.com/office/drawing/2014/main" id="{21335B3E-8162-0F4F-A86C-CBE3E11A3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1568450"/>
            <a:ext cx="10172700" cy="3849688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7" name="Line 21">
            <a:extLst>
              <a:ext uri="{FF2B5EF4-FFF2-40B4-BE49-F238E27FC236}">
                <a16:creationId xmlns:a16="http://schemas.microsoft.com/office/drawing/2014/main" id="{4010207F-2940-344B-A406-A02574FF6B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592263"/>
            <a:ext cx="0" cy="38179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8" name="Line 22">
            <a:extLst>
              <a:ext uri="{FF2B5EF4-FFF2-40B4-BE49-F238E27FC236}">
                <a16:creationId xmlns:a16="http://schemas.microsoft.com/office/drawing/2014/main" id="{AFA39635-7847-5C4B-B2E1-0D66A2052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1592263"/>
            <a:ext cx="30162" cy="38433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2FC7BB0-5513-464C-90E1-4FAF50AD495D}"/>
              </a:ext>
            </a:extLst>
          </p:cNvPr>
          <p:cNvCxnSpPr>
            <a:cxnSpLocks/>
          </p:cNvCxnSpPr>
          <p:nvPr/>
        </p:nvCxnSpPr>
        <p:spPr>
          <a:xfrm>
            <a:off x="1028700" y="2058194"/>
            <a:ext cx="10185400" cy="0"/>
          </a:xfrm>
          <a:prstGeom prst="line">
            <a:avLst/>
          </a:prstGeom>
          <a:ln w="22225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4062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若干无线链路的特性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7805489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室内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室外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150140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中距离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室外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9005314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长距离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室外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7102508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9028727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/>
          <p:nvPr/>
        </p:nvCxnSpPr>
        <p:spPr>
          <a:xfrm flipV="1">
            <a:off x="2830067" y="5103388"/>
            <a:ext cx="8053833" cy="3898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8729724" y="3654195"/>
            <a:ext cx="8915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4526141" cy="26490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IEEE 802.11 无线 LAN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2CA1ED5-0599-854A-907A-E9C68E3B8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781746"/>
              </p:ext>
            </p:extLst>
          </p:nvPr>
        </p:nvGraphicFramePr>
        <p:xfrm>
          <a:off x="977900" y="1346200"/>
          <a:ext cx="10121900" cy="401974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679700">
                  <a:extLst>
                    <a:ext uri="{9D8B030D-6E8A-4147-A177-3AD203B41FA5}">
                      <a16:colId xmlns:a16="http://schemas.microsoft.com/office/drawing/2014/main" val="3216654271"/>
                    </a:ext>
                  </a:extLst>
                </a:gridCol>
                <a:gridCol w="1418892">
                  <a:extLst>
                    <a:ext uri="{9D8B030D-6E8A-4147-A177-3AD203B41FA5}">
                      <a16:colId xmlns:a16="http://schemas.microsoft.com/office/drawing/2014/main" val="3311415253"/>
                    </a:ext>
                  </a:extLst>
                </a:gridCol>
                <a:gridCol w="1965079">
                  <a:extLst>
                    <a:ext uri="{9D8B030D-6E8A-4147-A177-3AD203B41FA5}">
                      <a16:colId xmlns:a16="http://schemas.microsoft.com/office/drawing/2014/main" val="3897866277"/>
                    </a:ext>
                  </a:extLst>
                </a:gridCol>
                <a:gridCol w="1429329">
                  <a:extLst>
                    <a:ext uri="{9D8B030D-6E8A-4147-A177-3AD203B41FA5}">
                      <a16:colId xmlns:a16="http://schemas.microsoft.com/office/drawing/2014/main" val="536041181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1367206375"/>
                    </a:ext>
                  </a:extLst>
                </a:gridCol>
              </a:tblGrid>
              <a:tr h="510858">
                <a:tc>
                  <a:txBody>
                    <a:bodyPr/>
                    <a:lstStyle/>
                    <a:p>
                      <a:pPr marL="0" marR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IEEE 802.11 标准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年份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最大数据速率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范围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频率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71449787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802.11b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1999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11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 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11830295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802.11g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54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601489631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802.11n (WiFi 4)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600</a:t>
                      </a:r>
                      <a:r>
                        <a:rPr lang="zh-CN" altLang="en-US" sz="2400" dirty="0">
                          <a:effectLst/>
                        </a:rPr>
                        <a:t> </a:t>
                      </a:r>
                      <a:r>
                        <a:rPr lang="en-US" altLang="zh-CN" sz="2400" dirty="0">
                          <a:effectLst/>
                        </a:rPr>
                        <a:t>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531303648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802.11ac (WiFi 5)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3.47Gpbs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88146182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802.11ax (WiFi 6)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2020 </a:t>
                      </a:r>
                      <a:r>
                        <a:rPr lang="en-US" sz="1600" dirty="0">
                          <a:effectLst/>
                        </a:rPr>
                        <a:t>(exp.)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14 Gbps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17794024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802.11af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2014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35 – 560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未使用电视频段（54-790 MHz）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78689878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802.11ah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2017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347Mbps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900 Mhz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37358628"/>
                  </a:ext>
                </a:extLst>
              </a:tr>
            </a:tbl>
          </a:graphicData>
        </a:graphic>
      </p:graphicFrame>
      <p:sp>
        <p:nvSpPr>
          <p:cNvPr id="291" name="Rectangle 5">
            <a:extLst>
              <a:ext uri="{FF2B5EF4-FFF2-40B4-BE49-F238E27FC236}">
                <a16:creationId xmlns:a16="http://schemas.microsoft.com/office/drawing/2014/main" id="{FF5FCC4D-A86C-074D-AC0E-AED1826D4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5838" y="5621338"/>
            <a:ext cx="9948862" cy="1052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都使用 CSMA/CA 进行多路访问，并具有基站版和自组织网络版</a:t>
            </a:r>
          </a:p>
        </p:txBody>
      </p:sp>
    </p:spTree>
    <p:extLst>
      <p:ext uri="{BB962C8B-B14F-4D97-AF65-F5344CB8AC3E}">
        <p14:creationId xmlns:p14="http://schemas.microsoft.com/office/powerpoint/2010/main" val="2525695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B16CCE64-3580-4CCE-9B3F-3F5BFDC304B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N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5FAABCD7-429E-533C-C05B-84AD9C22A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C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0623B4-545C-54B3-8D54-081F624DDB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链路层：6-66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82831E5-6246-6726-A9EA-1E95EE91EB2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32909" b="32768"/>
          <a:stretch/>
        </p:blipFill>
        <p:spPr>
          <a:xfrm>
            <a:off x="851060" y="1724027"/>
            <a:ext cx="10502740" cy="3604864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B111EFF-5EFB-E761-E872-B14E1139E804}"/>
              </a:ext>
            </a:extLst>
          </p:cNvPr>
          <p:cNvSpPr txBox="1"/>
          <p:nvPr/>
        </p:nvSpPr>
        <p:spPr>
          <a:xfrm>
            <a:off x="1220638" y="5337143"/>
            <a:ext cx="60988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N" dirty="0"/>
              <a:t>https://www.mediatek.com/technology/wi-fi-7</a:t>
            </a:r>
          </a:p>
        </p:txBody>
      </p:sp>
    </p:spTree>
    <p:extLst>
      <p:ext uri="{BB962C8B-B14F-4D97-AF65-F5344CB8AC3E}">
        <p14:creationId xmlns:p14="http://schemas.microsoft.com/office/powerpoint/2010/main" val="3298257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802.11 LAN 体系结构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22C7583-5DB7-A04E-B444-4C5E2EAAF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1949450"/>
            <a:ext cx="5524500" cy="434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无线主机与基站通信</a:t>
            </a:r>
          </a:p>
          <a:p>
            <a:pPr marL="800100" lvl="1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基站 = 接入点（AP）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/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基础设施模式下的基本服务集（BSS，又称“小区”）包含：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无线主机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接入点（AP）：基站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自组织模式：仅主机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992CA830-F801-5E41-9522-2E5273470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6075" y="4538663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1</a:t>
            </a:r>
          </a:p>
        </p:txBody>
      </p:sp>
      <p:sp>
        <p:nvSpPr>
          <p:cNvPr id="81" name="Text Box 27">
            <a:extLst>
              <a:ext uri="{FF2B5EF4-FFF2-40B4-BE49-F238E27FC236}">
                <a16:creationId xmlns:a16="http://schemas.microsoft.com/office/drawing/2014/main" id="{B0546C5A-2746-4344-9C08-4FA607581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6111875"/>
            <a:ext cx="854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2</a:t>
            </a:r>
          </a:p>
        </p:txBody>
      </p:sp>
      <p:sp>
        <p:nvSpPr>
          <p:cNvPr id="82" name="Line 28">
            <a:extLst>
              <a:ext uri="{FF2B5EF4-FFF2-40B4-BE49-F238E27FC236}">
                <a16:creationId xmlns:a16="http://schemas.microsoft.com/office/drawing/2014/main" id="{A881C663-D838-244D-B5B5-54FE15109F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5088" y="2570163"/>
            <a:ext cx="214312" cy="908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7A8DA315-E9CE-554E-9F1D-29AAB969A49E}"/>
              </a:ext>
            </a:extLst>
          </p:cNvPr>
          <p:cNvGrpSpPr>
            <a:grpSpLocks/>
          </p:cNvGrpSpPr>
          <p:nvPr/>
        </p:nvGrpSpPr>
        <p:grpSpPr bwMode="auto">
          <a:xfrm>
            <a:off x="3146425" y="1389063"/>
            <a:ext cx="1978025" cy="1444625"/>
            <a:chOff x="3744" y="1392"/>
            <a:chExt cx="1488" cy="1110"/>
          </a:xfrm>
        </p:grpSpPr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F2E21339-7A8C-5D48-AF8F-C1DAC9B7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Text Box 31">
              <a:extLst>
                <a:ext uri="{FF2B5EF4-FFF2-40B4-BE49-F238E27FC236}">
                  <a16:creationId xmlns:a16="http://schemas.microsoft.com/office/drawing/2014/main" id="{B96C3D36-7A66-4448-A65B-547CD0CB5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9" y="1776"/>
              <a:ext cx="72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86" name="Text Box 32">
            <a:extLst>
              <a:ext uri="{FF2B5EF4-FFF2-40B4-BE49-F238E27FC236}">
                <a16:creationId xmlns:a16="http://schemas.microsoft.com/office/drawing/2014/main" id="{53B410B4-2FD8-8541-9CCC-815C6736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3319463"/>
            <a:ext cx="1452562" cy="7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交换机</a:t>
            </a:r>
          </a:p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 或路由器</a:t>
            </a:r>
          </a:p>
        </p:txBody>
      </p:sp>
      <p:sp>
        <p:nvSpPr>
          <p:cNvPr id="87" name="Oval 23">
            <a:extLst>
              <a:ext uri="{FF2B5EF4-FFF2-40B4-BE49-F238E27FC236}">
                <a16:creationId xmlns:a16="http://schemas.microsoft.com/office/drawing/2014/main" id="{16394D94-38BE-9446-9C90-45DFEB64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760663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8" name="Group 361">
            <a:extLst>
              <a:ext uri="{FF2B5EF4-FFF2-40B4-BE49-F238E27FC236}">
                <a16:creationId xmlns:a16="http://schemas.microsoft.com/office/drawing/2014/main" id="{3A07A5C0-AEBD-4C4A-9DA9-838D52E21C0C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187700"/>
            <a:ext cx="639762" cy="581025"/>
            <a:chOff x="2967" y="478"/>
            <a:chExt cx="788" cy="625"/>
          </a:xfrm>
        </p:grpSpPr>
        <p:pic>
          <p:nvPicPr>
            <p:cNvPr id="89" name="Picture 358" descr="access_point_stylized_small">
              <a:extLst>
                <a:ext uri="{FF2B5EF4-FFF2-40B4-BE49-F238E27FC236}">
                  <a16:creationId xmlns:a16="http://schemas.microsoft.com/office/drawing/2014/main" id="{52F74014-97B8-9941-9C75-0884DEE53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60" descr="antenna_radiation_stylized">
              <a:extLst>
                <a:ext uri="{FF2B5EF4-FFF2-40B4-BE49-F238E27FC236}">
                  <a16:creationId xmlns:a16="http://schemas.microsoft.com/office/drawing/2014/main" id="{1BB3BA0B-C9DA-9845-A028-30FB7E6E3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1" name="Group 356">
            <a:extLst>
              <a:ext uri="{FF2B5EF4-FFF2-40B4-BE49-F238E27FC236}">
                <a16:creationId xmlns:a16="http://schemas.microsoft.com/office/drawing/2014/main" id="{FA2AE9C1-F328-EE4D-942E-436A9E52B613}"/>
              </a:ext>
            </a:extLst>
          </p:cNvPr>
          <p:cNvGrpSpPr>
            <a:grpSpLocks/>
          </p:cNvGrpSpPr>
          <p:nvPr/>
        </p:nvGrpSpPr>
        <p:grpSpPr bwMode="auto">
          <a:xfrm>
            <a:off x="2497138" y="3746500"/>
            <a:ext cx="436562" cy="498475"/>
            <a:chOff x="313" y="1497"/>
            <a:chExt cx="1152" cy="1014"/>
          </a:xfrm>
        </p:grpSpPr>
        <p:pic>
          <p:nvPicPr>
            <p:cNvPr id="92" name="Picture 354" descr="laptop_stylized_small">
              <a:extLst>
                <a:ext uri="{FF2B5EF4-FFF2-40B4-BE49-F238E27FC236}">
                  <a16:creationId xmlns:a16="http://schemas.microsoft.com/office/drawing/2014/main" id="{46AA2232-0193-5C47-9B73-A5642D28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5" descr="antenna_stylized">
              <a:extLst>
                <a:ext uri="{FF2B5EF4-FFF2-40B4-BE49-F238E27FC236}">
                  <a16:creationId xmlns:a16="http://schemas.microsoft.com/office/drawing/2014/main" id="{0C2BE08B-587E-0A48-A0C6-813D76AE0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" name="Group 403">
            <a:extLst>
              <a:ext uri="{FF2B5EF4-FFF2-40B4-BE49-F238E27FC236}">
                <a16:creationId xmlns:a16="http://schemas.microsoft.com/office/drawing/2014/main" id="{F975DAA7-6D67-DC4A-B1F7-484A12E444A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954338"/>
            <a:ext cx="446088" cy="382587"/>
            <a:chOff x="2751" y="1851"/>
            <a:chExt cx="462" cy="478"/>
          </a:xfrm>
        </p:grpSpPr>
        <p:pic>
          <p:nvPicPr>
            <p:cNvPr id="95" name="Picture 364" descr="iphone_stylized_small">
              <a:extLst>
                <a:ext uri="{FF2B5EF4-FFF2-40B4-BE49-F238E27FC236}">
                  <a16:creationId xmlns:a16="http://schemas.microsoft.com/office/drawing/2014/main" id="{7E212BAD-8745-8A4C-9209-574283406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402" descr="antenna_radiation_stylized">
              <a:extLst>
                <a:ext uri="{FF2B5EF4-FFF2-40B4-BE49-F238E27FC236}">
                  <a16:creationId xmlns:a16="http://schemas.microsoft.com/office/drawing/2014/main" id="{122C274E-D092-394D-883F-788A799C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" name="Group 356">
            <a:extLst>
              <a:ext uri="{FF2B5EF4-FFF2-40B4-BE49-F238E27FC236}">
                <a16:creationId xmlns:a16="http://schemas.microsoft.com/office/drawing/2014/main" id="{B73B7092-9FA9-FE49-A984-C67B677659A6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3624263"/>
            <a:ext cx="436562" cy="498475"/>
            <a:chOff x="313" y="1497"/>
            <a:chExt cx="1152" cy="1014"/>
          </a:xfrm>
        </p:grpSpPr>
        <p:pic>
          <p:nvPicPr>
            <p:cNvPr id="98" name="Picture 354" descr="laptop_stylized_small">
              <a:extLst>
                <a:ext uri="{FF2B5EF4-FFF2-40B4-BE49-F238E27FC236}">
                  <a16:creationId xmlns:a16="http://schemas.microsoft.com/office/drawing/2014/main" id="{99E83124-2B6C-E948-B41B-343D4C04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55" descr="antenna_stylized">
              <a:extLst>
                <a:ext uri="{FF2B5EF4-FFF2-40B4-BE49-F238E27FC236}">
                  <a16:creationId xmlns:a16="http://schemas.microsoft.com/office/drawing/2014/main" id="{BF9AE632-6D4A-3540-96FA-45E1D43C9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Group 356">
            <a:extLst>
              <a:ext uri="{FF2B5EF4-FFF2-40B4-BE49-F238E27FC236}">
                <a16:creationId xmlns:a16="http://schemas.microsoft.com/office/drawing/2014/main" id="{BBB2279A-7880-F64F-BEF1-599C422B5DED}"/>
              </a:ext>
            </a:extLst>
          </p:cNvPr>
          <p:cNvGrpSpPr>
            <a:grpSpLocks/>
          </p:cNvGrpSpPr>
          <p:nvPr/>
        </p:nvGrpSpPr>
        <p:grpSpPr bwMode="auto">
          <a:xfrm>
            <a:off x="1419225" y="3238500"/>
            <a:ext cx="438150" cy="498475"/>
            <a:chOff x="313" y="1497"/>
            <a:chExt cx="1152" cy="1014"/>
          </a:xfrm>
        </p:grpSpPr>
        <p:pic>
          <p:nvPicPr>
            <p:cNvPr id="101" name="Picture 354" descr="laptop_stylized_small">
              <a:extLst>
                <a:ext uri="{FF2B5EF4-FFF2-40B4-BE49-F238E27FC236}">
                  <a16:creationId xmlns:a16="http://schemas.microsoft.com/office/drawing/2014/main" id="{378BE288-2CAF-2346-A6D7-9A6CB477A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55" descr="antenna_stylized">
              <a:extLst>
                <a:ext uri="{FF2B5EF4-FFF2-40B4-BE49-F238E27FC236}">
                  <a16:creationId xmlns:a16="http://schemas.microsoft.com/office/drawing/2014/main" id="{C9FC9F73-A1C3-6D40-B876-2FAE3AD6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Line 26">
            <a:extLst>
              <a:ext uri="{FF2B5EF4-FFF2-40B4-BE49-F238E27FC236}">
                <a16:creationId xmlns:a16="http://schemas.microsoft.com/office/drawing/2014/main" id="{FFA071D2-8D76-264C-A650-850F6C554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9225" y="3617913"/>
            <a:ext cx="1022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Oval 23">
            <a:extLst>
              <a:ext uri="{FF2B5EF4-FFF2-40B4-BE49-F238E27FC236}">
                <a16:creationId xmlns:a16="http://schemas.microsoft.com/office/drawing/2014/main" id="{C130F34B-FA29-E64C-9FEA-A98310B82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4221163"/>
            <a:ext cx="1960563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5" name="Group 361">
            <a:extLst>
              <a:ext uri="{FF2B5EF4-FFF2-40B4-BE49-F238E27FC236}">
                <a16:creationId xmlns:a16="http://schemas.microsoft.com/office/drawing/2014/main" id="{BDFB8667-5290-5B43-A841-425499A3D9F5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648200"/>
            <a:ext cx="639763" cy="581025"/>
            <a:chOff x="2967" y="478"/>
            <a:chExt cx="788" cy="625"/>
          </a:xfrm>
        </p:grpSpPr>
        <p:pic>
          <p:nvPicPr>
            <p:cNvPr id="106" name="Picture 358" descr="access_point_stylized_small">
              <a:extLst>
                <a:ext uri="{FF2B5EF4-FFF2-40B4-BE49-F238E27FC236}">
                  <a16:creationId xmlns:a16="http://schemas.microsoft.com/office/drawing/2014/main" id="{42901DE5-3C49-A741-9CBA-DE06E274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0" descr="antenna_radiation_stylized">
              <a:extLst>
                <a:ext uri="{FF2B5EF4-FFF2-40B4-BE49-F238E27FC236}">
                  <a16:creationId xmlns:a16="http://schemas.microsoft.com/office/drawing/2014/main" id="{C7CA1512-DC17-E34A-8EB4-97D5467FD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356">
            <a:extLst>
              <a:ext uri="{FF2B5EF4-FFF2-40B4-BE49-F238E27FC236}">
                <a16:creationId xmlns:a16="http://schemas.microsoft.com/office/drawing/2014/main" id="{26F354D7-2D9B-234A-B2A0-5F2DBA9DEA00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5207000"/>
            <a:ext cx="436562" cy="498475"/>
            <a:chOff x="313" y="1497"/>
            <a:chExt cx="1152" cy="1014"/>
          </a:xfrm>
        </p:grpSpPr>
        <p:pic>
          <p:nvPicPr>
            <p:cNvPr id="109" name="Picture 354" descr="laptop_stylized_small">
              <a:extLst>
                <a:ext uri="{FF2B5EF4-FFF2-40B4-BE49-F238E27FC236}">
                  <a16:creationId xmlns:a16="http://schemas.microsoft.com/office/drawing/2014/main" id="{BCB9D968-4DAC-4942-8416-6D02896F4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55" descr="antenna_stylized">
              <a:extLst>
                <a:ext uri="{FF2B5EF4-FFF2-40B4-BE49-F238E27FC236}">
                  <a16:creationId xmlns:a16="http://schemas.microsoft.com/office/drawing/2014/main" id="{63924E93-C285-0447-87FD-E5D8BE98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1" name="Group 403">
            <a:extLst>
              <a:ext uri="{FF2B5EF4-FFF2-40B4-BE49-F238E27FC236}">
                <a16:creationId xmlns:a16="http://schemas.microsoft.com/office/drawing/2014/main" id="{B543494D-A929-0A4C-8CF2-88888239E2BE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5197475"/>
            <a:ext cx="569912" cy="544513"/>
            <a:chOff x="2751" y="1851"/>
            <a:chExt cx="462" cy="478"/>
          </a:xfrm>
        </p:grpSpPr>
        <p:pic>
          <p:nvPicPr>
            <p:cNvPr id="112" name="Picture 364" descr="iphone_stylized_small">
              <a:extLst>
                <a:ext uri="{FF2B5EF4-FFF2-40B4-BE49-F238E27FC236}">
                  <a16:creationId xmlns:a16="http://schemas.microsoft.com/office/drawing/2014/main" id="{CB5DF627-60A3-8641-B134-B2B81F4D1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402" descr="antenna_radiation_stylized">
              <a:extLst>
                <a:ext uri="{FF2B5EF4-FFF2-40B4-BE49-F238E27FC236}">
                  <a16:creationId xmlns:a16="http://schemas.microsoft.com/office/drawing/2014/main" id="{7658C1BB-16FA-B44A-A116-22C44E2E6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4" name="Group 356">
            <a:extLst>
              <a:ext uri="{FF2B5EF4-FFF2-40B4-BE49-F238E27FC236}">
                <a16:creationId xmlns:a16="http://schemas.microsoft.com/office/drawing/2014/main" id="{7BAEF5AE-1464-9D46-8D44-33FF1AA7FE8C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5216525"/>
            <a:ext cx="436562" cy="498475"/>
            <a:chOff x="313" y="1497"/>
            <a:chExt cx="1152" cy="1014"/>
          </a:xfrm>
        </p:grpSpPr>
        <p:pic>
          <p:nvPicPr>
            <p:cNvPr id="115" name="Picture 354" descr="laptop_stylized_small">
              <a:extLst>
                <a:ext uri="{FF2B5EF4-FFF2-40B4-BE49-F238E27FC236}">
                  <a16:creationId xmlns:a16="http://schemas.microsoft.com/office/drawing/2014/main" id="{8450A102-6A2B-DB40-A176-7E0CB094F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55" descr="antenna_stylized">
              <a:extLst>
                <a:ext uri="{FF2B5EF4-FFF2-40B4-BE49-F238E27FC236}">
                  <a16:creationId xmlns:a16="http://schemas.microsoft.com/office/drawing/2014/main" id="{F66C3C9A-BF8E-C049-9C1E-83E292B61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7" name="Group 356">
            <a:extLst>
              <a:ext uri="{FF2B5EF4-FFF2-40B4-BE49-F238E27FC236}">
                <a16:creationId xmlns:a16="http://schemas.microsoft.com/office/drawing/2014/main" id="{DEC74E59-3402-AE40-B8CF-4B1811DF782E}"/>
              </a:ext>
            </a:extLst>
          </p:cNvPr>
          <p:cNvGrpSpPr>
            <a:grpSpLocks/>
          </p:cNvGrpSpPr>
          <p:nvPr/>
        </p:nvGrpSpPr>
        <p:grpSpPr bwMode="auto">
          <a:xfrm>
            <a:off x="3725863" y="4627563"/>
            <a:ext cx="436562" cy="498475"/>
            <a:chOff x="313" y="1497"/>
            <a:chExt cx="1152" cy="1014"/>
          </a:xfrm>
        </p:grpSpPr>
        <p:pic>
          <p:nvPicPr>
            <p:cNvPr id="118" name="Picture 354" descr="laptop_stylized_small">
              <a:extLst>
                <a:ext uri="{FF2B5EF4-FFF2-40B4-BE49-F238E27FC236}">
                  <a16:creationId xmlns:a16="http://schemas.microsoft.com/office/drawing/2014/main" id="{FF2338BE-BEEA-874A-8AD1-B83706BA7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5" descr="antenna_stylized">
              <a:extLst>
                <a:ext uri="{FF2B5EF4-FFF2-40B4-BE49-F238E27FC236}">
                  <a16:creationId xmlns:a16="http://schemas.microsoft.com/office/drawing/2014/main" id="{F923ABF6-F4F2-454D-B1F1-01A242039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" name="Line 25">
            <a:extLst>
              <a:ext uri="{FF2B5EF4-FFF2-40B4-BE49-F238E27FC236}">
                <a16:creationId xmlns:a16="http://schemas.microsoft.com/office/drawing/2014/main" id="{7BA8AD27-3D08-E44D-A38F-C075CB536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4" y="3679824"/>
            <a:ext cx="796925" cy="12985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1" name="Group 403">
            <a:extLst>
              <a:ext uri="{FF2B5EF4-FFF2-40B4-BE49-F238E27FC236}">
                <a16:creationId xmlns:a16="http://schemas.microsoft.com/office/drawing/2014/main" id="{3E47EC88-0001-CB43-A7ED-C0289170512A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4271963"/>
            <a:ext cx="568325" cy="544512"/>
            <a:chOff x="2751" y="1851"/>
            <a:chExt cx="462" cy="478"/>
          </a:xfrm>
        </p:grpSpPr>
        <p:pic>
          <p:nvPicPr>
            <p:cNvPr id="122" name="Picture 364" descr="iphone_stylized_small">
              <a:extLst>
                <a:ext uri="{FF2B5EF4-FFF2-40B4-BE49-F238E27FC236}">
                  <a16:creationId xmlns:a16="http://schemas.microsoft.com/office/drawing/2014/main" id="{6AEF903B-BDB6-8645-8D02-1DABD4223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402" descr="antenna_radiation_stylized">
              <a:extLst>
                <a:ext uri="{FF2B5EF4-FFF2-40B4-BE49-F238E27FC236}">
                  <a16:creationId xmlns:a16="http://schemas.microsoft.com/office/drawing/2014/main" id="{AD441939-A4CA-344C-B792-0F95B7C3C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CED2675-190A-B746-8E41-91D1CAFA5B4D}"/>
              </a:ext>
            </a:extLst>
          </p:cNvPr>
          <p:cNvGrpSpPr/>
          <p:nvPr/>
        </p:nvGrpSpPr>
        <p:grpSpPr>
          <a:xfrm>
            <a:off x="3370124" y="3421492"/>
            <a:ext cx="744676" cy="388508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B607571-549B-3244-95A5-8E992DF5EA0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EB12A4B4-C06F-9B48-B23C-8D92C0777D9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A80F69B-AD4C-CC49-A474-B7379EA061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53B4447-0429-CD4A-8613-890A66B938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405FA763-214E-1942-917D-F894C9809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D3C585B2-5EB3-1B49-A37B-C73BE389640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F9927536-F9B1-A849-9472-7C9E39D2E45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75840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无线链路特性（1）</a:t>
            </a:r>
            <a:r>
              <a:rPr lang="en-US" sz="3600" dirty="0"/>
              <a:t/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6" name="Rectangle 3">
            <a:extLst>
              <a:ext uri="{FF2B5EF4-FFF2-40B4-BE49-F238E27FC236}">
                <a16:creationId xmlns:a16="http://schemas.microsoft.com/office/drawing/2014/main" id="{D5156009-8C95-7F4A-8616-5D39C0C25E05}"/>
              </a:ext>
            </a:extLst>
          </p:cNvPr>
          <p:cNvSpPr txBox="1">
            <a:spLocks noChangeArrowheads="1"/>
          </p:cNvSpPr>
          <p:nvPr/>
        </p:nvSpPr>
        <p:spPr>
          <a:xfrm>
            <a:off x="745674" y="1310821"/>
            <a:ext cx="10744200" cy="6921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与有线链路的重要差异……</a:t>
            </a:r>
            <a:r>
              <a:rPr lang="en-US" sz="3200" i="1" dirty="0">
                <a:solidFill>
                  <a:srgbClr val="C00000"/>
                </a:solidFill>
              </a:rPr>
              <a:t/>
            </a:r>
            <a:r>
              <a:rPr lang="en-US" sz="3200" dirty="0"/>
              <a:t/>
            </a:r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658593" y="1894115"/>
            <a:ext cx="8354785" cy="37446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信号强度降低：无线电信号在穿过物质传播时衰减（路径损耗）</a:t>
            </a:r>
            <a:r>
              <a:rPr lang="en-US" sz="2800" i="1" dirty="0">
                <a:solidFill>
                  <a:srgbClr val="C00000"/>
                </a:solidFill>
              </a:rPr>
              <a:t/>
            </a:r>
            <a:r>
              <a:rPr lang="en-US" sz="2800" dirty="0"/>
              <a:t/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来自其他源的干扰：无线网络频率（例如 2.4 GHz）被许多设备共享（例如 WiFi、蜂窝、马达）：干扰 </a:t>
            </a:r>
            <a:r>
              <a:rPr lang="en-US" sz="2800" dirty="0"/>
              <a:t/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多径传播：无线电信号从物体/地面反射，以略有差异的时间到达目的端</a:t>
            </a:r>
            <a:r>
              <a:rPr lang="en-US" sz="2800" dirty="0"/>
              <a:t/>
            </a:r>
            <a:endParaRPr lang="en-US" sz="2400" dirty="0">
              <a:latin typeface="Gill Sans MT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1992FD76-512B-E84B-B939-DE71C8F67B90}"/>
              </a:ext>
            </a:extLst>
          </p:cNvPr>
          <p:cNvSpPr txBox="1">
            <a:spLocks noChangeArrowheads="1"/>
          </p:cNvSpPr>
          <p:nvPr/>
        </p:nvSpPr>
        <p:spPr>
          <a:xfrm>
            <a:off x="903514" y="5730422"/>
            <a:ext cx="10744200" cy="9098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dirty="0"/>
              <a:t>……使得通过（即使是点到点）无线链路通信更加“困难” </a:t>
            </a:r>
          </a:p>
          <a:p>
            <a:pPr>
              <a:lnSpc>
                <a:spcPct val="80000"/>
              </a:lnSpc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9" name="Oval 23">
            <a:extLst>
              <a:ext uri="{FF2B5EF4-FFF2-40B4-BE49-F238E27FC236}">
                <a16:creationId xmlns:a16="http://schemas.microsoft.com/office/drawing/2014/main" id="{7FC0F7EA-C168-5C43-92C7-36183C350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171" y="3641953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" name="Group 361">
            <a:extLst>
              <a:ext uri="{FF2B5EF4-FFF2-40B4-BE49-F238E27FC236}">
                <a16:creationId xmlns:a16="http://schemas.microsoft.com/office/drawing/2014/main" id="{CA4E41DB-C3BF-754F-B3FD-42D7C8192B4E}"/>
              </a:ext>
            </a:extLst>
          </p:cNvPr>
          <p:cNvGrpSpPr>
            <a:grpSpLocks/>
          </p:cNvGrpSpPr>
          <p:nvPr/>
        </p:nvGrpSpPr>
        <p:grpSpPr bwMode="auto">
          <a:xfrm>
            <a:off x="10627859" y="3803878"/>
            <a:ext cx="396875" cy="388937"/>
            <a:chOff x="2967" y="478"/>
            <a:chExt cx="788" cy="625"/>
          </a:xfrm>
        </p:grpSpPr>
        <p:pic>
          <p:nvPicPr>
            <p:cNvPr id="11" name="Picture 358" descr="access_point_stylized_small">
              <a:extLst>
                <a:ext uri="{FF2B5EF4-FFF2-40B4-BE49-F238E27FC236}">
                  <a16:creationId xmlns:a16="http://schemas.microsoft.com/office/drawing/2014/main" id="{7DF169CF-1C72-344B-B228-3F02D08920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360" descr="antenna_radiation_stylized">
              <a:extLst>
                <a:ext uri="{FF2B5EF4-FFF2-40B4-BE49-F238E27FC236}">
                  <a16:creationId xmlns:a16="http://schemas.microsoft.com/office/drawing/2014/main" id="{B49C1E58-3474-4343-876E-10403D9BF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" name="Group 356">
            <a:extLst>
              <a:ext uri="{FF2B5EF4-FFF2-40B4-BE49-F238E27FC236}">
                <a16:creationId xmlns:a16="http://schemas.microsoft.com/office/drawing/2014/main" id="{4ACBFC0D-7BA8-A641-A706-B652FD9C5CF9}"/>
              </a:ext>
            </a:extLst>
          </p:cNvPr>
          <p:cNvGrpSpPr>
            <a:grpSpLocks/>
          </p:cNvGrpSpPr>
          <p:nvPr/>
        </p:nvGrpSpPr>
        <p:grpSpPr bwMode="auto">
          <a:xfrm>
            <a:off x="10465934" y="4251553"/>
            <a:ext cx="282575" cy="344487"/>
            <a:chOff x="313" y="1497"/>
            <a:chExt cx="1152" cy="1014"/>
          </a:xfrm>
        </p:grpSpPr>
        <p:pic>
          <p:nvPicPr>
            <p:cNvPr id="14" name="Picture 354" descr="laptop_stylized_small">
              <a:extLst>
                <a:ext uri="{FF2B5EF4-FFF2-40B4-BE49-F238E27FC236}">
                  <a16:creationId xmlns:a16="http://schemas.microsoft.com/office/drawing/2014/main" id="{9EC56450-23F5-B846-809F-BFDEF84511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" name="Picture 355" descr="antenna_stylized">
              <a:extLst>
                <a:ext uri="{FF2B5EF4-FFF2-40B4-BE49-F238E27FC236}">
                  <a16:creationId xmlns:a16="http://schemas.microsoft.com/office/drawing/2014/main" id="{956C6156-D2A9-6A4E-AD6F-BF28582891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" name="Group 403">
            <a:extLst>
              <a:ext uri="{FF2B5EF4-FFF2-40B4-BE49-F238E27FC236}">
                <a16:creationId xmlns:a16="http://schemas.microsoft.com/office/drawing/2014/main" id="{BDE0FABA-BD8D-704D-8CDD-E8583DC470D7}"/>
              </a:ext>
            </a:extLst>
          </p:cNvPr>
          <p:cNvGrpSpPr>
            <a:grpSpLocks/>
          </p:cNvGrpSpPr>
          <p:nvPr/>
        </p:nvGrpSpPr>
        <p:grpSpPr bwMode="auto">
          <a:xfrm>
            <a:off x="10172246" y="3916590"/>
            <a:ext cx="444500" cy="381000"/>
            <a:chOff x="2751" y="1851"/>
            <a:chExt cx="462" cy="478"/>
          </a:xfrm>
        </p:grpSpPr>
        <p:pic>
          <p:nvPicPr>
            <p:cNvPr id="18" name="Picture 364" descr="iphone_stylized_small">
              <a:extLst>
                <a:ext uri="{FF2B5EF4-FFF2-40B4-BE49-F238E27FC236}">
                  <a16:creationId xmlns:a16="http://schemas.microsoft.com/office/drawing/2014/main" id="{79C4DC6A-0F87-2542-AA7E-935459301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402" descr="antenna_radiation_stylized">
              <a:extLst>
                <a:ext uri="{FF2B5EF4-FFF2-40B4-BE49-F238E27FC236}">
                  <a16:creationId xmlns:a16="http://schemas.microsoft.com/office/drawing/2014/main" id="{F8EF7465-D519-A240-B61A-919072E48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DEFB5D1-6B3F-0B46-8C20-68D79A867CB7}"/>
              </a:ext>
            </a:extLst>
          </p:cNvPr>
          <p:cNvGrpSpPr/>
          <p:nvPr/>
        </p:nvGrpSpPr>
        <p:grpSpPr>
          <a:xfrm>
            <a:off x="9446533" y="920525"/>
            <a:ext cx="2252663" cy="2286000"/>
            <a:chOff x="9207046" y="898753"/>
            <a:chExt cx="2252663" cy="2286000"/>
          </a:xfrm>
        </p:grpSpPr>
        <p:sp>
          <p:nvSpPr>
            <p:cNvPr id="7" name="Oval 11">
              <a:extLst>
                <a:ext uri="{FF2B5EF4-FFF2-40B4-BE49-F238E27FC236}">
                  <a16:creationId xmlns:a16="http://schemas.microsoft.com/office/drawing/2014/main" id="{87863D1F-3CB8-804A-9DA0-16E7A40B3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046" y="898753"/>
              <a:ext cx="2252663" cy="2286000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" name="Group 142">
              <a:extLst>
                <a:ext uri="{FF2B5EF4-FFF2-40B4-BE49-F238E27FC236}">
                  <a16:creationId xmlns:a16="http://schemas.microsoft.com/office/drawing/2014/main" id="{B3D271F8-8BB4-694E-9718-1F7699F26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30971" y="1579790"/>
              <a:ext cx="458788" cy="619125"/>
              <a:chOff x="5955030" y="3031808"/>
              <a:chExt cx="914400" cy="1398587"/>
            </a:xfrm>
          </p:grpSpPr>
          <p:grpSp>
            <p:nvGrpSpPr>
              <p:cNvPr id="21" name="Group 398">
                <a:extLst>
                  <a:ext uri="{FF2B5EF4-FFF2-40B4-BE49-F238E27FC236}">
                    <a16:creationId xmlns:a16="http://schemas.microsoft.com/office/drawing/2014/main" id="{FDD37B49-940C-2E45-B6F9-5CF4A4CCE9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97905" y="3403283"/>
                <a:ext cx="596900" cy="1027112"/>
                <a:chOff x="3130" y="3288"/>
                <a:chExt cx="410" cy="742"/>
              </a:xfrm>
            </p:grpSpPr>
            <p:sp>
              <p:nvSpPr>
                <p:cNvPr id="23" name="Line 270">
                  <a:extLst>
                    <a:ext uri="{FF2B5EF4-FFF2-40B4-BE49-F238E27FC236}">
                      <a16:creationId xmlns:a16="http://schemas.microsoft.com/office/drawing/2014/main" id="{420F385A-2B2C-F945-AE59-291683276F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" name="Line 271">
                  <a:extLst>
                    <a:ext uri="{FF2B5EF4-FFF2-40B4-BE49-F238E27FC236}">
                      <a16:creationId xmlns:a16="http://schemas.microsoft.com/office/drawing/2014/main" id="{FB930B63-E951-1647-9E4B-1D6766758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" name="Line 272">
                  <a:extLst>
                    <a:ext uri="{FF2B5EF4-FFF2-40B4-BE49-F238E27FC236}">
                      <a16:creationId xmlns:a16="http://schemas.microsoft.com/office/drawing/2014/main" id="{482308B9-767C-FD4B-BB43-24B5B2DA54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" name="Line 273">
                  <a:extLst>
                    <a:ext uri="{FF2B5EF4-FFF2-40B4-BE49-F238E27FC236}">
                      <a16:creationId xmlns:a16="http://schemas.microsoft.com/office/drawing/2014/main" id="{22E85B46-FAE4-8E46-AD05-AF4F34719E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" name="Line 274">
                  <a:extLst>
                    <a:ext uri="{FF2B5EF4-FFF2-40B4-BE49-F238E27FC236}">
                      <a16:creationId xmlns:a16="http://schemas.microsoft.com/office/drawing/2014/main" id="{5FF6D033-3E2B-4246-BC26-4717A10298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" name="Line 275">
                  <a:extLst>
                    <a:ext uri="{FF2B5EF4-FFF2-40B4-BE49-F238E27FC236}">
                      <a16:creationId xmlns:a16="http://schemas.microsoft.com/office/drawing/2014/main" id="{37D05200-53F1-1B40-AB96-6C4685F2F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" name="Line 276">
                  <a:extLst>
                    <a:ext uri="{FF2B5EF4-FFF2-40B4-BE49-F238E27FC236}">
                      <a16:creationId xmlns:a16="http://schemas.microsoft.com/office/drawing/2014/main" id="{4D4BA498-26CC-4548-995F-228395151A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" name="Line 277">
                  <a:extLst>
                    <a:ext uri="{FF2B5EF4-FFF2-40B4-BE49-F238E27FC236}">
                      <a16:creationId xmlns:a16="http://schemas.microsoft.com/office/drawing/2014/main" id="{18DCCE67-BB0B-3444-B37D-6765C672A8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" name="Line 278">
                  <a:extLst>
                    <a:ext uri="{FF2B5EF4-FFF2-40B4-BE49-F238E27FC236}">
                      <a16:creationId xmlns:a16="http://schemas.microsoft.com/office/drawing/2014/main" id="{888C4834-47AB-9649-A0D5-33449537CD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" name="Line 279">
                  <a:extLst>
                    <a:ext uri="{FF2B5EF4-FFF2-40B4-BE49-F238E27FC236}">
                      <a16:creationId xmlns:a16="http://schemas.microsoft.com/office/drawing/2014/main" id="{F7EE2BAF-D7B8-864B-B927-9D8500AB9C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" name="Line 280">
                  <a:extLst>
                    <a:ext uri="{FF2B5EF4-FFF2-40B4-BE49-F238E27FC236}">
                      <a16:creationId xmlns:a16="http://schemas.microsoft.com/office/drawing/2014/main" id="{EE3D50BE-644C-DD4A-B5CC-71C1D53826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" name="Line 281">
                  <a:extLst>
                    <a:ext uri="{FF2B5EF4-FFF2-40B4-BE49-F238E27FC236}">
                      <a16:creationId xmlns:a16="http://schemas.microsoft.com/office/drawing/2014/main" id="{7124E411-95C0-394A-A67F-B97767953D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" name="Line 282">
                  <a:extLst>
                    <a:ext uri="{FF2B5EF4-FFF2-40B4-BE49-F238E27FC236}">
                      <a16:creationId xmlns:a16="http://schemas.microsoft.com/office/drawing/2014/main" id="{57CBCE4E-F91A-CB46-A45E-56D3C007C8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" name="Line 283">
                  <a:extLst>
                    <a:ext uri="{FF2B5EF4-FFF2-40B4-BE49-F238E27FC236}">
                      <a16:creationId xmlns:a16="http://schemas.microsoft.com/office/drawing/2014/main" id="{141B4366-0F4C-4444-B880-CB1AB59786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" name="Line 284">
                  <a:extLst>
                    <a:ext uri="{FF2B5EF4-FFF2-40B4-BE49-F238E27FC236}">
                      <a16:creationId xmlns:a16="http://schemas.microsoft.com/office/drawing/2014/main" id="{36748B7E-54E6-B04F-A512-CC63D7DD7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pic>
            <p:nvPicPr>
              <p:cNvPr id="22" name="Picture 399" descr="cell_tower_radiation copy">
                <a:extLst>
                  <a:ext uri="{FF2B5EF4-FFF2-40B4-BE49-F238E27FC236}">
                    <a16:creationId xmlns:a16="http://schemas.microsoft.com/office/drawing/2014/main" id="{ECEABF17-10A4-8745-9AE5-071F423A7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55030" y="3031808"/>
                <a:ext cx="914400" cy="736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" name="Group 356">
              <a:extLst>
                <a:ext uri="{FF2B5EF4-FFF2-40B4-BE49-F238E27FC236}">
                  <a16:creationId xmlns:a16="http://schemas.microsoft.com/office/drawing/2014/main" id="{D06F6763-B75A-104E-8FBC-8EB416C0B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69134" y="1711553"/>
              <a:ext cx="465137" cy="481012"/>
              <a:chOff x="313" y="1497"/>
              <a:chExt cx="1152" cy="1014"/>
            </a:xfrm>
          </p:grpSpPr>
          <p:pic>
            <p:nvPicPr>
              <p:cNvPr id="39" name="Picture 354" descr="laptop_stylized_small">
                <a:extLst>
                  <a:ext uri="{FF2B5EF4-FFF2-40B4-BE49-F238E27FC236}">
                    <a16:creationId xmlns:a16="http://schemas.microsoft.com/office/drawing/2014/main" id="{5AE8BC75-02BF-3843-B6F2-822B5DD94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" name="Picture 355" descr="antenna_stylized">
                <a:extLst>
                  <a:ext uri="{FF2B5EF4-FFF2-40B4-BE49-F238E27FC236}">
                    <a16:creationId xmlns:a16="http://schemas.microsoft.com/office/drawing/2014/main" id="{A8D09289-FB59-0D44-AE44-BF5547A9B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" name="Group 356">
              <a:extLst>
                <a:ext uri="{FF2B5EF4-FFF2-40B4-BE49-F238E27FC236}">
                  <a16:creationId xmlns:a16="http://schemas.microsoft.com/office/drawing/2014/main" id="{F2DE4AA5-6C17-EC4E-8340-14A691D044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1184" y="2510065"/>
              <a:ext cx="333375" cy="368300"/>
              <a:chOff x="313" y="1497"/>
              <a:chExt cx="1152" cy="1014"/>
            </a:xfrm>
          </p:grpSpPr>
          <p:pic>
            <p:nvPicPr>
              <p:cNvPr id="42" name="Picture 354" descr="laptop_stylized_small">
                <a:extLst>
                  <a:ext uri="{FF2B5EF4-FFF2-40B4-BE49-F238E27FC236}">
                    <a16:creationId xmlns:a16="http://schemas.microsoft.com/office/drawing/2014/main" id="{681AE744-8DB6-FE41-B669-2ADAD6D0D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355" descr="antenna_stylized">
                <a:extLst>
                  <a:ext uri="{FF2B5EF4-FFF2-40B4-BE49-F238E27FC236}">
                    <a16:creationId xmlns:a16="http://schemas.microsoft.com/office/drawing/2014/main" id="{25DE33DC-A3FE-C944-B7C9-4B048CA3A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" name="Group 356">
              <a:extLst>
                <a:ext uri="{FF2B5EF4-FFF2-40B4-BE49-F238E27FC236}">
                  <a16:creationId xmlns:a16="http://schemas.microsoft.com/office/drawing/2014/main" id="{89E881C8-84AC-A942-8E4E-F7A56D5A6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38896" y="2595790"/>
              <a:ext cx="282575" cy="344488"/>
              <a:chOff x="313" y="1497"/>
              <a:chExt cx="1152" cy="1014"/>
            </a:xfrm>
          </p:grpSpPr>
          <p:pic>
            <p:nvPicPr>
              <p:cNvPr id="45" name="Picture 354" descr="laptop_stylized_small">
                <a:extLst>
                  <a:ext uri="{FF2B5EF4-FFF2-40B4-BE49-F238E27FC236}">
                    <a16:creationId xmlns:a16="http://schemas.microsoft.com/office/drawing/2014/main" id="{E9D22312-2AF1-274F-A3CB-4C593D561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355" descr="antenna_stylized">
                <a:extLst>
                  <a:ext uri="{FF2B5EF4-FFF2-40B4-BE49-F238E27FC236}">
                    <a16:creationId xmlns:a16="http://schemas.microsoft.com/office/drawing/2014/main" id="{53BFFEBA-A30F-384B-938A-1E90C613E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7" name="Group 403">
              <a:extLst>
                <a:ext uri="{FF2B5EF4-FFF2-40B4-BE49-F238E27FC236}">
                  <a16:creationId xmlns:a16="http://schemas.microsoft.com/office/drawing/2014/main" id="{37DAC804-B2BF-BF4D-8F02-35471EAC2C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45209" y="2259240"/>
              <a:ext cx="444500" cy="382588"/>
              <a:chOff x="2751" y="1851"/>
              <a:chExt cx="462" cy="478"/>
            </a:xfrm>
          </p:grpSpPr>
          <p:pic>
            <p:nvPicPr>
              <p:cNvPr id="48" name="Picture 364" descr="iphone_stylized_small">
                <a:extLst>
                  <a:ext uri="{FF2B5EF4-FFF2-40B4-BE49-F238E27FC236}">
                    <a16:creationId xmlns:a16="http://schemas.microsoft.com/office/drawing/2014/main" id="{58EA841C-5109-5246-8882-B0D1EEC15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" name="Picture 402" descr="antenna_radiation_stylized">
                <a:extLst>
                  <a:ext uri="{FF2B5EF4-FFF2-40B4-BE49-F238E27FC236}">
                    <a16:creationId xmlns:a16="http://schemas.microsoft.com/office/drawing/2014/main" id="{FC444AB2-3397-C44A-8111-C3861E616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0" name="Group 356">
              <a:extLst>
                <a:ext uri="{FF2B5EF4-FFF2-40B4-BE49-F238E27FC236}">
                  <a16:creationId xmlns:a16="http://schemas.microsoft.com/office/drawing/2014/main" id="{9190449E-CDC7-354F-9120-5076AA9CEB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21446" y="1009878"/>
              <a:ext cx="446088" cy="385762"/>
              <a:chOff x="313" y="1497"/>
              <a:chExt cx="1152" cy="1014"/>
            </a:xfrm>
          </p:grpSpPr>
          <p:pic>
            <p:nvPicPr>
              <p:cNvPr id="51" name="Picture 354" descr="laptop_stylized_small">
                <a:extLst>
                  <a:ext uri="{FF2B5EF4-FFF2-40B4-BE49-F238E27FC236}">
                    <a16:creationId xmlns:a16="http://schemas.microsoft.com/office/drawing/2014/main" id="{3BB423B6-FB87-0149-9609-08221A01E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" name="Picture 355" descr="antenna_stylized">
                <a:extLst>
                  <a:ext uri="{FF2B5EF4-FFF2-40B4-BE49-F238E27FC236}">
                    <a16:creationId xmlns:a16="http://schemas.microsoft.com/office/drawing/2014/main" id="{3A75978A-AF68-5249-A018-0CE8801BF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" name="Group 403">
              <a:extLst>
                <a:ext uri="{FF2B5EF4-FFF2-40B4-BE49-F238E27FC236}">
                  <a16:creationId xmlns:a16="http://schemas.microsoft.com/office/drawing/2014/main" id="{2118637E-B3EA-D944-B0BD-5E6EDD595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8171" y="2138590"/>
              <a:ext cx="446088" cy="381000"/>
              <a:chOff x="2751" y="1851"/>
              <a:chExt cx="462" cy="478"/>
            </a:xfrm>
          </p:grpSpPr>
          <p:pic>
            <p:nvPicPr>
              <p:cNvPr id="54" name="Picture 364" descr="iphone_stylized_small">
                <a:extLst>
                  <a:ext uri="{FF2B5EF4-FFF2-40B4-BE49-F238E27FC236}">
                    <a16:creationId xmlns:a16="http://schemas.microsoft.com/office/drawing/2014/main" id="{6BFF30AB-36A1-CC4D-8B1A-F9F0070D2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" name="Picture 402" descr="antenna_radiation_stylized">
                <a:extLst>
                  <a:ext uri="{FF2B5EF4-FFF2-40B4-BE49-F238E27FC236}">
                    <a16:creationId xmlns:a16="http://schemas.microsoft.com/office/drawing/2014/main" id="{2CB8C32F-20BD-E449-89F5-3FE5AD9C7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3592802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无线链路特性（2）</a:t>
            </a:r>
            <a:r>
              <a:rPr lang="en-US" sz="3600" dirty="0"/>
              <a:t/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无线和移动网络：7-69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71B6FDCD-1AF4-6E4D-B4AA-12EEF29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1349375"/>
            <a:ext cx="6502400" cy="519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3200" kern="0" dirty="0">
                <a:cs typeface="+mn-cs"/>
              </a:rPr>
              <a:t>SNR：信噪比</a:t>
            </a:r>
          </a:p>
          <a:p>
            <a:pPr lvl="1">
              <a:defRPr/>
            </a:pPr>
            <a:r>
              <a:rPr lang="en-US" sz="2800" kern="0" dirty="0"/>
              <a:t>SNR 越大，越容易从噪声中提取信号（“好事”）</a:t>
            </a:r>
          </a:p>
          <a:p>
            <a:pPr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SNR 与 BER 的权衡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给定物理层：增大发射功率 -&gt; 增大 SNR -&gt; 降低 BER</a:t>
            </a:r>
            <a:r>
              <a:rPr lang="en-US" sz="2800" kern="0" dirty="0"/>
              <a:t/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给定 SNR：选择满足 BER 要求且吞吐量最高的物理层</a:t>
            </a:r>
            <a:r>
              <a:rPr lang="en-US" sz="2800" kern="0" dirty="0"/>
              <a:t/>
            </a:r>
          </a:p>
          <a:p>
            <a:pPr lvl="2">
              <a:lnSpc>
                <a:spcPct val="90000"/>
              </a:lnSpc>
              <a:defRPr/>
            </a:pPr>
            <a:r>
              <a:rPr lang="en-US" sz="2400" kern="0" dirty="0">
                <a:latin typeface="+mn-lt"/>
              </a:rPr>
              <a:t>SNR 可能随移动性变化：动态调整物理层（调制技术、速率） </a:t>
            </a:r>
          </a:p>
          <a:p>
            <a:pPr lvl="1">
              <a:defRPr/>
            </a:pPr>
            <a:endParaRPr lang="en-US" sz="2000" kern="0" dirty="0">
              <a:latin typeface="Gill Sans MT" charset="0"/>
            </a:endParaRPr>
          </a:p>
        </p:txBody>
      </p:sp>
      <p:sp>
        <p:nvSpPr>
          <p:cNvPr id="39" name="Freeform 4">
            <a:extLst>
              <a:ext uri="{FF2B5EF4-FFF2-40B4-BE49-F238E27FC236}">
                <a16:creationId xmlns:a16="http://schemas.microsoft.com/office/drawing/2014/main" id="{5B8682A8-7209-3B47-904A-F06713C49065}"/>
              </a:ext>
            </a:extLst>
          </p:cNvPr>
          <p:cNvSpPr>
            <a:spLocks/>
          </p:cNvSpPr>
          <p:nvPr/>
        </p:nvSpPr>
        <p:spPr bwMode="auto">
          <a:xfrm>
            <a:off x="8480425" y="1819275"/>
            <a:ext cx="609600" cy="2527300"/>
          </a:xfrm>
          <a:custGeom>
            <a:avLst/>
            <a:gdLst>
              <a:gd name="T0" fmla="*/ 0 w 384"/>
              <a:gd name="T1" fmla="*/ 0 h 1592"/>
              <a:gd name="T2" fmla="*/ 2147483647 w 384"/>
              <a:gd name="T3" fmla="*/ 2147483647 h 1592"/>
              <a:gd name="T4" fmla="*/ 2147483647 w 384"/>
              <a:gd name="T5" fmla="*/ 2147483647 h 1592"/>
              <a:gd name="T6" fmla="*/ 2147483647 w 384"/>
              <a:gd name="T7" fmla="*/ 2147483647 h 15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" name="Freeform 5">
            <a:extLst>
              <a:ext uri="{FF2B5EF4-FFF2-40B4-BE49-F238E27FC236}">
                <a16:creationId xmlns:a16="http://schemas.microsoft.com/office/drawing/2014/main" id="{1D9FAFC2-50CD-0540-87F0-600BB959D61D}"/>
              </a:ext>
            </a:extLst>
          </p:cNvPr>
          <p:cNvSpPr>
            <a:spLocks/>
          </p:cNvSpPr>
          <p:nvPr/>
        </p:nvSpPr>
        <p:spPr bwMode="auto">
          <a:xfrm>
            <a:off x="9128125" y="1489075"/>
            <a:ext cx="685800" cy="2857500"/>
          </a:xfrm>
          <a:custGeom>
            <a:avLst/>
            <a:gdLst>
              <a:gd name="T0" fmla="*/ 0 w 432"/>
              <a:gd name="T1" fmla="*/ 0 h 1800"/>
              <a:gd name="T2" fmla="*/ 2147483647 w 432"/>
              <a:gd name="T3" fmla="*/ 2147483647 h 1800"/>
              <a:gd name="T4" fmla="*/ 2147483647 w 432"/>
              <a:gd name="T5" fmla="*/ 2147483647 h 1800"/>
              <a:gd name="T6" fmla="*/ 2147483647 w 432"/>
              <a:gd name="T7" fmla="*/ 2147483647 h 1800"/>
              <a:gd name="T8" fmla="*/ 2147483647 w 432"/>
              <a:gd name="T9" fmla="*/ 2147483647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" name="Freeform 6">
            <a:extLst>
              <a:ext uri="{FF2B5EF4-FFF2-40B4-BE49-F238E27FC236}">
                <a16:creationId xmlns:a16="http://schemas.microsoft.com/office/drawing/2014/main" id="{5B8D6423-9870-F34C-8480-531C6E14A904}"/>
              </a:ext>
            </a:extLst>
          </p:cNvPr>
          <p:cNvSpPr>
            <a:spLocks/>
          </p:cNvSpPr>
          <p:nvPr/>
        </p:nvSpPr>
        <p:spPr bwMode="auto">
          <a:xfrm>
            <a:off x="10042525" y="1489075"/>
            <a:ext cx="647700" cy="2844800"/>
          </a:xfrm>
          <a:custGeom>
            <a:avLst/>
            <a:gdLst>
              <a:gd name="T0" fmla="*/ 0 w 408"/>
              <a:gd name="T1" fmla="*/ 0 h 1792"/>
              <a:gd name="T2" fmla="*/ 2147483647 w 408"/>
              <a:gd name="T3" fmla="*/ 2147483647 h 1792"/>
              <a:gd name="T4" fmla="*/ 2147483647 w 408"/>
              <a:gd name="T5" fmla="*/ 2147483647 h 1792"/>
              <a:gd name="T6" fmla="*/ 2147483647 w 408"/>
              <a:gd name="T7" fmla="*/ 2147483647 h 1792"/>
              <a:gd name="T8" fmla="*/ 2147483647 w 408"/>
              <a:gd name="T9" fmla="*/ 2147483647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2" name="Rectangle 7">
            <a:extLst>
              <a:ext uri="{FF2B5EF4-FFF2-40B4-BE49-F238E27FC236}">
                <a16:creationId xmlns:a16="http://schemas.microsoft.com/office/drawing/2014/main" id="{FBA0B285-0D28-2740-88F9-AAFB4AFE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1476375"/>
            <a:ext cx="2862262" cy="28781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" name="Line 8">
            <a:extLst>
              <a:ext uri="{FF2B5EF4-FFF2-40B4-BE49-F238E27FC236}">
                <a16:creationId xmlns:a16="http://schemas.microsoft.com/office/drawing/2014/main" id="{B42481EF-5DC2-4B46-9AFD-7606B6464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2488" y="1970088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" name="Line 9">
            <a:extLst>
              <a:ext uri="{FF2B5EF4-FFF2-40B4-BE49-F238E27FC236}">
                <a16:creationId xmlns:a16="http://schemas.microsoft.com/office/drawing/2014/main" id="{77CEC585-4DE2-9A4B-BBEE-7533C9C59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2013" y="243681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Line 10">
            <a:extLst>
              <a:ext uri="{FF2B5EF4-FFF2-40B4-BE49-F238E27FC236}">
                <a16:creationId xmlns:a16="http://schemas.microsoft.com/office/drawing/2014/main" id="{4E5FFB2C-66C8-0844-9DF2-513B96782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1538" y="2917825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E1C82F87-F20A-2046-A065-4E55FFBFD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063" y="3384550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3649C4A2-8308-2247-B2BA-0944DDFD0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510588" y="386556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2E77EF7-A008-404D-84B2-6A872340E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9221788" y="147637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2845D7CE-0C65-784F-8D5D-49239BACDD4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8225" y="1493838"/>
            <a:ext cx="0" cy="287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Line 15">
            <a:extLst>
              <a:ext uri="{FF2B5EF4-FFF2-40B4-BE49-F238E27FC236}">
                <a16:creationId xmlns:a16="http://schemas.microsoft.com/office/drawing/2014/main" id="{06AF85C3-F88D-3E4D-9F48-9A671EACA8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34663" y="148272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Text Box 16">
            <a:extLst>
              <a:ext uri="{FF2B5EF4-FFF2-40B4-BE49-F238E27FC236}">
                <a16:creationId xmlns:a16="http://schemas.microsoft.com/office/drawing/2014/main" id="{1BE63A17-CE4A-8C4C-9AF4-E8B1FBA8B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4463" y="4332288"/>
            <a:ext cx="3524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2" name="Text Box 17">
            <a:extLst>
              <a:ext uri="{FF2B5EF4-FFF2-40B4-BE49-F238E27FC236}">
                <a16:creationId xmlns:a16="http://schemas.microsoft.com/office/drawing/2014/main" id="{F184BB6B-0A95-C542-B733-A9D4C4C91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2488" y="433387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20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3" name="Text Box 18">
            <a:extLst>
              <a:ext uri="{FF2B5EF4-FFF2-40B4-BE49-F238E27FC236}">
                <a16:creationId xmlns:a16="http://schemas.microsoft.com/office/drawing/2014/main" id="{152FDE73-AF23-A64E-8F33-865BB32CA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3050" y="4337050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30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9B0BA42F-8985-8C46-983D-CA29F0C15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55363" y="434022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40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5" name="Line 20">
            <a:extLst>
              <a:ext uri="{FF2B5EF4-FFF2-40B4-BE49-F238E27FC236}">
                <a16:creationId xmlns:a16="http://schemas.microsoft.com/office/drawing/2014/main" id="{8B190D8C-185B-ED4F-8544-7CFC4BC48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965825"/>
            <a:ext cx="4318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6" name="Line 21">
            <a:extLst>
              <a:ext uri="{FF2B5EF4-FFF2-40B4-BE49-F238E27FC236}">
                <a16:creationId xmlns:a16="http://schemas.microsoft.com/office/drawing/2014/main" id="{C945C919-55A8-BA4F-BC4C-58D1C6C2B7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572125"/>
            <a:ext cx="431800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7" name="Line 22">
            <a:extLst>
              <a:ext uri="{FF2B5EF4-FFF2-40B4-BE49-F238E27FC236}">
                <a16:creationId xmlns:a16="http://schemas.microsoft.com/office/drawing/2014/main" id="{44FE8DFE-9A35-B642-9A42-6462254DA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5153025"/>
            <a:ext cx="393700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8" name="Text Box 23">
            <a:extLst>
              <a:ext uri="{FF2B5EF4-FFF2-40B4-BE49-F238E27FC236}">
                <a16:creationId xmlns:a16="http://schemas.microsoft.com/office/drawing/2014/main" id="{38769337-5036-AF4D-9171-711BCBEF4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9350" y="4968875"/>
            <a:ext cx="191475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QAM256 (8 Mbps)</a:t>
            </a:r>
          </a:p>
        </p:txBody>
      </p:sp>
      <p:sp>
        <p:nvSpPr>
          <p:cNvPr id="59" name="Text Box 24">
            <a:extLst>
              <a:ext uri="{FF2B5EF4-FFF2-40B4-BE49-F238E27FC236}">
                <a16:creationId xmlns:a16="http://schemas.microsoft.com/office/drawing/2014/main" id="{DA76F3A9-7F83-7E46-9C12-F2F39B85A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5360988"/>
            <a:ext cx="179773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QAM16 (4 Mbps)</a:t>
            </a:r>
          </a:p>
        </p:txBody>
      </p:sp>
      <p:sp>
        <p:nvSpPr>
          <p:cNvPr id="60" name="Text Box 25">
            <a:extLst>
              <a:ext uri="{FF2B5EF4-FFF2-40B4-BE49-F238E27FC236}">
                <a16:creationId xmlns:a16="http://schemas.microsoft.com/office/drawing/2014/main" id="{54D444F1-892D-634A-B728-5FE0BD489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2525" y="5767388"/>
            <a:ext cx="154766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BPSK (1 Mbps)</a:t>
            </a:r>
          </a:p>
        </p:txBody>
      </p:sp>
      <p:sp>
        <p:nvSpPr>
          <p:cNvPr id="61" name="Text Box 26">
            <a:extLst>
              <a:ext uri="{FF2B5EF4-FFF2-40B4-BE49-F238E27FC236}">
                <a16:creationId xmlns:a16="http://schemas.microsoft.com/office/drawing/2014/main" id="{1BBEDD80-E636-8C4A-B61F-E17113259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2450" y="4532313"/>
            <a:ext cx="895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Arial" charset="0"/>
              </a:rPr>
              <a:t>SNR(dB)</a:t>
            </a:r>
          </a:p>
        </p:txBody>
      </p:sp>
      <p:sp>
        <p:nvSpPr>
          <p:cNvPr id="62" name="Text Box 27">
            <a:extLst>
              <a:ext uri="{FF2B5EF4-FFF2-40B4-BE49-F238E27FC236}">
                <a16:creationId xmlns:a16="http://schemas.microsoft.com/office/drawing/2014/main" id="{11AEAEBB-6242-D44D-9FCF-E8DCD25F450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33494" y="2805906"/>
            <a:ext cx="484188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Gill Sans MT" charset="0"/>
              </a:rPr>
              <a:t>BER</a:t>
            </a:r>
          </a:p>
        </p:txBody>
      </p:sp>
      <p:sp>
        <p:nvSpPr>
          <p:cNvPr id="63" name="Text Box 28">
            <a:extLst>
              <a:ext uri="{FF2B5EF4-FFF2-40B4-BE49-F238E27FC236}">
                <a16:creationId xmlns:a16="http://schemas.microsoft.com/office/drawing/2014/main" id="{70A96C28-360B-3040-ADE5-06DB3A42E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138" y="1339850"/>
            <a:ext cx="4429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-1</a:t>
            </a:r>
          </a:p>
        </p:txBody>
      </p:sp>
      <p:sp>
        <p:nvSpPr>
          <p:cNvPr id="64" name="Text Box 29">
            <a:extLst>
              <a:ext uri="{FF2B5EF4-FFF2-40B4-BE49-F238E27FC236}">
                <a16:creationId xmlns:a16="http://schemas.microsoft.com/office/drawing/2014/main" id="{14CB9254-377A-9244-A09F-176D06F4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1820863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-2</a:t>
            </a:r>
          </a:p>
        </p:txBody>
      </p:sp>
      <p:sp>
        <p:nvSpPr>
          <p:cNvPr id="65" name="Text Box 30">
            <a:extLst>
              <a:ext uri="{FF2B5EF4-FFF2-40B4-BE49-F238E27FC236}">
                <a16:creationId xmlns:a16="http://schemas.microsoft.com/office/drawing/2014/main" id="{0661603A-4807-5940-A6AB-653D44251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228758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-3</a:t>
            </a:r>
          </a:p>
        </p:txBody>
      </p:sp>
      <p:sp>
        <p:nvSpPr>
          <p:cNvPr id="66" name="Text Box 31">
            <a:extLst>
              <a:ext uri="{FF2B5EF4-FFF2-40B4-BE49-F238E27FC236}">
                <a16:creationId xmlns:a16="http://schemas.microsoft.com/office/drawing/2014/main" id="{0CBE2E9B-A618-174D-B54E-02933CFC5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322103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-5</a:t>
            </a:r>
          </a:p>
        </p:txBody>
      </p:sp>
      <p:sp>
        <p:nvSpPr>
          <p:cNvPr id="67" name="Text Box 32">
            <a:extLst>
              <a:ext uri="{FF2B5EF4-FFF2-40B4-BE49-F238E27FC236}">
                <a16:creationId xmlns:a16="http://schemas.microsoft.com/office/drawing/2014/main" id="{2F47C752-CDB3-6340-9553-8FA9012BF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1950" y="37020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-6</a:t>
            </a:r>
          </a:p>
        </p:txBody>
      </p:sp>
      <p:sp>
        <p:nvSpPr>
          <p:cNvPr id="68" name="Text Box 33">
            <a:extLst>
              <a:ext uri="{FF2B5EF4-FFF2-40B4-BE49-F238E27FC236}">
                <a16:creationId xmlns:a16="http://schemas.microsoft.com/office/drawing/2014/main" id="{B61A1625-A7FB-AE4B-82B4-2E399E490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2425" y="41973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-7</a:t>
            </a:r>
          </a:p>
        </p:txBody>
      </p:sp>
      <p:sp>
        <p:nvSpPr>
          <p:cNvPr id="69" name="Text Box 34">
            <a:extLst>
              <a:ext uri="{FF2B5EF4-FFF2-40B4-BE49-F238E27FC236}">
                <a16:creationId xmlns:a16="http://schemas.microsoft.com/office/drawing/2014/main" id="{4F955F7F-CA2C-4945-B2CC-104D334EE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9725" y="2776538"/>
            <a:ext cx="4429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-4</a:t>
            </a:r>
          </a:p>
        </p:txBody>
      </p:sp>
    </p:spTree>
    <p:extLst>
      <p:ext uri="{BB962C8B-B14F-4D97-AF65-F5344CB8AC3E}">
        <p14:creationId xmlns:p14="http://schemas.microsoft.com/office/powerpoint/2010/main" val="3177236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无线链路特性（3）</a:t>
            </a:r>
            <a:r>
              <a:rPr lang="en-US" sz="3600" dirty="0"/>
              <a:t/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07" name="Group 356">
            <a:extLst>
              <a:ext uri="{FF2B5EF4-FFF2-40B4-BE49-F238E27FC236}">
                <a16:creationId xmlns:a16="http://schemas.microsoft.com/office/drawing/2014/main" id="{58A73542-A8C2-3747-8963-FA5E2C4C09C5}"/>
              </a:ext>
            </a:extLst>
          </p:cNvPr>
          <p:cNvGrpSpPr>
            <a:grpSpLocks/>
          </p:cNvGrpSpPr>
          <p:nvPr/>
        </p:nvGrpSpPr>
        <p:grpSpPr bwMode="auto">
          <a:xfrm>
            <a:off x="3491706" y="2438400"/>
            <a:ext cx="627062" cy="642937"/>
            <a:chOff x="313" y="1497"/>
            <a:chExt cx="1152" cy="1014"/>
          </a:xfrm>
        </p:grpSpPr>
        <p:pic>
          <p:nvPicPr>
            <p:cNvPr id="108" name="Picture 354" descr="laptop_stylized_small">
              <a:extLst>
                <a:ext uri="{FF2B5EF4-FFF2-40B4-BE49-F238E27FC236}">
                  <a16:creationId xmlns:a16="http://schemas.microsoft.com/office/drawing/2014/main" id="{B2EACC5A-1F17-F14E-B327-E3058A614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55" descr="antenna_stylized">
              <a:extLst>
                <a:ext uri="{FF2B5EF4-FFF2-40B4-BE49-F238E27FC236}">
                  <a16:creationId xmlns:a16="http://schemas.microsoft.com/office/drawing/2014/main" id="{3DC5A5D2-F456-6C4C-B076-22D375BC3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0" name="Rectangle 3">
            <a:extLst>
              <a:ext uri="{FF2B5EF4-FFF2-40B4-BE49-F238E27FC236}">
                <a16:creationId xmlns:a16="http://schemas.microsoft.com/office/drawing/2014/main" id="{4AD8F5D1-59E7-D844-8D3D-C5920FBFB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750" y="1150938"/>
            <a:ext cx="1094105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多个无线发送方和接收方会产生额外问题（超出多路访问本身）：</a:t>
            </a:r>
          </a:p>
        </p:txBody>
      </p:sp>
      <p:sp>
        <p:nvSpPr>
          <p:cNvPr id="111" name="Freeform 7">
            <a:extLst>
              <a:ext uri="{FF2B5EF4-FFF2-40B4-BE49-F238E27FC236}">
                <a16:creationId xmlns:a16="http://schemas.microsoft.com/office/drawing/2014/main" id="{F64D421C-A8EA-AA46-9CF6-1F440BA24764}"/>
              </a:ext>
            </a:extLst>
          </p:cNvPr>
          <p:cNvSpPr>
            <a:spLocks/>
          </p:cNvSpPr>
          <p:nvPr/>
        </p:nvSpPr>
        <p:spPr bwMode="auto">
          <a:xfrm>
            <a:off x="2026443" y="2281237"/>
            <a:ext cx="2020888" cy="1085850"/>
          </a:xfrm>
          <a:custGeom>
            <a:avLst/>
            <a:gdLst>
              <a:gd name="T0" fmla="*/ 2147483647 w 1273"/>
              <a:gd name="T1" fmla="*/ 2147483647 h 684"/>
              <a:gd name="T2" fmla="*/ 2147483647 w 1273"/>
              <a:gd name="T3" fmla="*/ 0 h 684"/>
              <a:gd name="T4" fmla="*/ 2147483647 w 1273"/>
              <a:gd name="T5" fmla="*/ 2147483647 h 684"/>
              <a:gd name="T6" fmla="*/ 2147483647 w 1273"/>
              <a:gd name="T7" fmla="*/ 2147483647 h 684"/>
              <a:gd name="T8" fmla="*/ 2147483647 w 1273"/>
              <a:gd name="T9" fmla="*/ 2147483647 h 684"/>
              <a:gd name="T10" fmla="*/ 2147483647 w 1273"/>
              <a:gd name="T11" fmla="*/ 2147483647 h 684"/>
              <a:gd name="T12" fmla="*/ 2147483647 w 1273"/>
              <a:gd name="T13" fmla="*/ 2147483647 h 684"/>
              <a:gd name="T14" fmla="*/ 2147483647 w 1273"/>
              <a:gd name="T15" fmla="*/ 2147483647 h 684"/>
              <a:gd name="T16" fmla="*/ 2147483647 w 1273"/>
              <a:gd name="T17" fmla="*/ 2147483647 h 684"/>
              <a:gd name="T18" fmla="*/ 0 w 1273"/>
              <a:gd name="T19" fmla="*/ 2147483647 h 68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273" h="684">
                <a:moveTo>
                  <a:pt x="9" y="675"/>
                </a:moveTo>
                <a:lnTo>
                  <a:pt x="316" y="0"/>
                </a:lnTo>
                <a:lnTo>
                  <a:pt x="461" y="228"/>
                </a:lnTo>
                <a:lnTo>
                  <a:pt x="510" y="119"/>
                </a:lnTo>
                <a:lnTo>
                  <a:pt x="631" y="467"/>
                </a:lnTo>
                <a:lnTo>
                  <a:pt x="667" y="391"/>
                </a:lnTo>
                <a:lnTo>
                  <a:pt x="739" y="464"/>
                </a:lnTo>
                <a:lnTo>
                  <a:pt x="1058" y="57"/>
                </a:lnTo>
                <a:lnTo>
                  <a:pt x="1273" y="684"/>
                </a:lnTo>
                <a:lnTo>
                  <a:pt x="0" y="674"/>
                </a:lnTo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00CC66"/>
              </a:gs>
            </a:gsLst>
            <a:lin ang="5400000" scaled="1"/>
          </a:gradFill>
          <a:ln w="9525" cap="flat" cmpd="sng">
            <a:solidFill>
              <a:srgbClr val="000000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6">
            <a:extLst>
              <a:ext uri="{FF2B5EF4-FFF2-40B4-BE49-F238E27FC236}">
                <a16:creationId xmlns:a16="http://schemas.microsoft.com/office/drawing/2014/main" id="{21069D36-C753-C94F-A501-02B3B81CDA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99618" y="3495675"/>
            <a:ext cx="998538" cy="1698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3" name="Line 27">
            <a:extLst>
              <a:ext uri="{FF2B5EF4-FFF2-40B4-BE49-F238E27FC236}">
                <a16:creationId xmlns:a16="http://schemas.microsoft.com/office/drawing/2014/main" id="{D088846B-014D-2C40-A52B-2FC53A963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2718" y="3016250"/>
            <a:ext cx="407988" cy="3222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4" name="Text Box 28">
            <a:extLst>
              <a:ext uri="{FF2B5EF4-FFF2-40B4-BE49-F238E27FC236}">
                <a16:creationId xmlns:a16="http://schemas.microsoft.com/office/drawing/2014/main" id="{BB572165-F49B-6548-85B2-DCB2FAF23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8556" y="3387725"/>
            <a:ext cx="3508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5" name="Text Box 29">
            <a:extLst>
              <a:ext uri="{FF2B5EF4-FFF2-40B4-BE49-F238E27FC236}">
                <a16:creationId xmlns:a16="http://schemas.microsoft.com/office/drawing/2014/main" id="{F727CB4B-B31D-B44A-8126-9A73973F1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881" y="3160712"/>
            <a:ext cx="3381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16" name="Text Box 30">
            <a:extLst>
              <a:ext uri="{FF2B5EF4-FFF2-40B4-BE49-F238E27FC236}">
                <a16:creationId xmlns:a16="http://schemas.microsoft.com/office/drawing/2014/main" id="{E7687122-B847-5F42-A300-D5553034D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9556" y="2455862"/>
            <a:ext cx="3508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17" name="Rectangle 32">
            <a:extLst>
              <a:ext uri="{FF2B5EF4-FFF2-40B4-BE49-F238E27FC236}">
                <a16:creationId xmlns:a16="http://schemas.microsoft.com/office/drawing/2014/main" id="{849DF770-B526-8044-9F6D-6C14557B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2200" y="4246562"/>
            <a:ext cx="5372099" cy="2241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隐藏终端问题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 和 A 能听到彼此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 和 C 能听到彼此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和 C 彼此听不到，意味着 A、C 不知道它们在 B 处互相干扰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8" name="Text Box 47">
            <a:extLst>
              <a:ext uri="{FF2B5EF4-FFF2-40B4-BE49-F238E27FC236}">
                <a16:creationId xmlns:a16="http://schemas.microsoft.com/office/drawing/2014/main" id="{B8F31A07-848A-D74E-8DBD-79B37EA17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2127250"/>
            <a:ext cx="35083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FF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9" name="Text Box 48">
            <a:extLst>
              <a:ext uri="{FF2B5EF4-FFF2-40B4-BE49-F238E27FC236}">
                <a16:creationId xmlns:a16="http://schemas.microsoft.com/office/drawing/2014/main" id="{C56F1E10-F34C-5843-B22F-044D7AE1A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3038" y="2124075"/>
            <a:ext cx="3286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id="{8E660AD6-612A-EF49-8651-60E1F65684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4138" y="2166938"/>
            <a:ext cx="350837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21" name="Text Box 55">
            <a:extLst>
              <a:ext uri="{FF2B5EF4-FFF2-40B4-BE49-F238E27FC236}">
                <a16:creationId xmlns:a16="http://schemas.microsoft.com/office/drawing/2014/main" id="{64FC93FB-1EDD-AE49-90C3-D92B5ADF9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6300" y="2954338"/>
            <a:ext cx="9366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A 的信号</a:t>
            </a:r>
            <a:r>
              <a:rPr lang="ja-JP" altLang="en-US" sz="1400">
                <a:solidFill>
                  <a:srgbClr val="FF0000"/>
                </a:solidFill>
                <a:latin typeface="Arial" charset="0"/>
                <a:cs typeface="Arial" charset="0"/>
              </a:rPr>
              <a:t/>
            </a: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/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强度</a:t>
            </a:r>
          </a:p>
        </p:txBody>
      </p:sp>
      <p:sp>
        <p:nvSpPr>
          <p:cNvPr id="122" name="Line 60">
            <a:extLst>
              <a:ext uri="{FF2B5EF4-FFF2-40B4-BE49-F238E27FC236}">
                <a16:creationId xmlns:a16="http://schemas.microsoft.com/office/drawing/2014/main" id="{FABA226A-B439-064D-8234-9686E5506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8213" y="3983038"/>
            <a:ext cx="3263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Line 61">
            <a:extLst>
              <a:ext uri="{FF2B5EF4-FFF2-40B4-BE49-F238E27FC236}">
                <a16:creationId xmlns:a16="http://schemas.microsoft.com/office/drawing/2014/main" id="{22C32468-EE2B-2E4C-B22A-60D2BC6BF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4238" y="2803525"/>
            <a:ext cx="0" cy="1138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Freeform 62">
            <a:extLst>
              <a:ext uri="{FF2B5EF4-FFF2-40B4-BE49-F238E27FC236}">
                <a16:creationId xmlns:a16="http://schemas.microsoft.com/office/drawing/2014/main" id="{4A0B08BE-766C-DE4A-820F-57A89FD06857}"/>
              </a:ext>
            </a:extLst>
          </p:cNvPr>
          <p:cNvSpPr>
            <a:spLocks/>
          </p:cNvSpPr>
          <p:nvPr/>
        </p:nvSpPr>
        <p:spPr bwMode="auto">
          <a:xfrm>
            <a:off x="7316788" y="2859088"/>
            <a:ext cx="2995612" cy="1081087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5" name="Text Box 63">
            <a:extLst>
              <a:ext uri="{FF2B5EF4-FFF2-40B4-BE49-F238E27FC236}">
                <a16:creationId xmlns:a16="http://schemas.microsoft.com/office/drawing/2014/main" id="{F540644C-8058-2E44-97EC-92D26AD8F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0" y="3946525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空间</a:t>
            </a:r>
          </a:p>
        </p:txBody>
      </p:sp>
      <p:sp>
        <p:nvSpPr>
          <p:cNvPr id="126" name="Freeform 65">
            <a:extLst>
              <a:ext uri="{FF2B5EF4-FFF2-40B4-BE49-F238E27FC236}">
                <a16:creationId xmlns:a16="http://schemas.microsoft.com/office/drawing/2014/main" id="{C12F975E-D1B5-414F-8341-03DCBA174B3E}"/>
              </a:ext>
            </a:extLst>
          </p:cNvPr>
          <p:cNvSpPr>
            <a:spLocks/>
          </p:cNvSpPr>
          <p:nvPr/>
        </p:nvSpPr>
        <p:spPr bwMode="auto">
          <a:xfrm flipH="1">
            <a:off x="7412038" y="2828925"/>
            <a:ext cx="2995612" cy="1081088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3333CC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Text Box 66">
            <a:extLst>
              <a:ext uri="{FF2B5EF4-FFF2-40B4-BE49-F238E27FC236}">
                <a16:creationId xmlns:a16="http://schemas.microsoft.com/office/drawing/2014/main" id="{65ACABD3-44F1-4A49-8D29-DA46DD5FE7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53613" y="2882900"/>
            <a:ext cx="9588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C 的信号</a:t>
            </a:r>
            <a:r>
              <a:rPr lang="ja-JP" altLang="en-US" sz="1400">
                <a:solidFill>
                  <a:srgbClr val="3333CC"/>
                </a:solidFill>
                <a:latin typeface="Arial" charset="0"/>
                <a:cs typeface="Arial" charset="0"/>
              </a:rPr>
              <a:t/>
            </a: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/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强度</a:t>
            </a:r>
          </a:p>
        </p:txBody>
      </p:sp>
      <p:sp>
        <p:nvSpPr>
          <p:cNvPr id="128" name="Line 67">
            <a:extLst>
              <a:ext uri="{FF2B5EF4-FFF2-40B4-BE49-F238E27FC236}">
                <a16:creationId xmlns:a16="http://schemas.microsoft.com/office/drawing/2014/main" id="{FA65E92F-3E66-5349-83A8-F1F9788C64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13650" y="2690813"/>
            <a:ext cx="26988" cy="126365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68">
            <a:extLst>
              <a:ext uri="{FF2B5EF4-FFF2-40B4-BE49-F238E27FC236}">
                <a16:creationId xmlns:a16="http://schemas.microsoft.com/office/drawing/2014/main" id="{FC263470-E015-7A4B-8414-9AF10F248E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834438" y="2759075"/>
            <a:ext cx="0" cy="1208088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69">
            <a:extLst>
              <a:ext uri="{FF2B5EF4-FFF2-40B4-BE49-F238E27FC236}">
                <a16:creationId xmlns:a16="http://schemas.microsoft.com/office/drawing/2014/main" id="{582AF92B-D547-DD40-BF8A-97F1F22001C1}"/>
              </a:ext>
            </a:extLst>
          </p:cNvPr>
          <p:cNvSpPr>
            <a:spLocks noChangeShapeType="1"/>
          </p:cNvSpPr>
          <p:nvPr/>
        </p:nvSpPr>
        <p:spPr bwMode="auto">
          <a:xfrm>
            <a:off x="9915525" y="2743200"/>
            <a:ext cx="0" cy="118110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1" name="Group 356">
            <a:extLst>
              <a:ext uri="{FF2B5EF4-FFF2-40B4-BE49-F238E27FC236}">
                <a16:creationId xmlns:a16="http://schemas.microsoft.com/office/drawing/2014/main" id="{4CA07968-03D3-0041-BCA1-C9FDA0B76EA9}"/>
              </a:ext>
            </a:extLst>
          </p:cNvPr>
          <p:cNvGrpSpPr>
            <a:grpSpLocks/>
          </p:cNvGrpSpPr>
          <p:nvPr/>
        </p:nvGrpSpPr>
        <p:grpSpPr bwMode="auto">
          <a:xfrm>
            <a:off x="4253706" y="2987675"/>
            <a:ext cx="627062" cy="642937"/>
            <a:chOff x="313" y="1497"/>
            <a:chExt cx="1152" cy="1014"/>
          </a:xfrm>
        </p:grpSpPr>
        <p:pic>
          <p:nvPicPr>
            <p:cNvPr id="132" name="Picture 354" descr="laptop_stylized_small">
              <a:extLst>
                <a:ext uri="{FF2B5EF4-FFF2-40B4-BE49-F238E27FC236}">
                  <a16:creationId xmlns:a16="http://schemas.microsoft.com/office/drawing/2014/main" id="{7306B260-74E1-5346-A521-CA70EAD7E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355" descr="antenna_stylized">
              <a:extLst>
                <a:ext uri="{FF2B5EF4-FFF2-40B4-BE49-F238E27FC236}">
                  <a16:creationId xmlns:a16="http://schemas.microsoft.com/office/drawing/2014/main" id="{C6C0BA51-6B06-3B4F-AAD9-C22224D558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4" name="Group 356">
            <a:extLst>
              <a:ext uri="{FF2B5EF4-FFF2-40B4-BE49-F238E27FC236}">
                <a16:creationId xmlns:a16="http://schemas.microsoft.com/office/drawing/2014/main" id="{CB4DEA0C-C72B-0346-A94A-CBBD910F3304}"/>
              </a:ext>
            </a:extLst>
          </p:cNvPr>
          <p:cNvGrpSpPr>
            <a:grpSpLocks/>
          </p:cNvGrpSpPr>
          <p:nvPr/>
        </p:nvGrpSpPr>
        <p:grpSpPr bwMode="auto">
          <a:xfrm>
            <a:off x="2729706" y="3128962"/>
            <a:ext cx="627062" cy="644525"/>
            <a:chOff x="313" y="1497"/>
            <a:chExt cx="1152" cy="1014"/>
          </a:xfrm>
        </p:grpSpPr>
        <p:pic>
          <p:nvPicPr>
            <p:cNvPr id="135" name="Picture 354" descr="laptop_stylized_small">
              <a:extLst>
                <a:ext uri="{FF2B5EF4-FFF2-40B4-BE49-F238E27FC236}">
                  <a16:creationId xmlns:a16="http://schemas.microsoft.com/office/drawing/2014/main" id="{A761A985-95DE-D44A-832C-B5DA90484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55" descr="antenna_stylized">
              <a:extLst>
                <a:ext uri="{FF2B5EF4-FFF2-40B4-BE49-F238E27FC236}">
                  <a16:creationId xmlns:a16="http://schemas.microsoft.com/office/drawing/2014/main" id="{446B3308-57E8-114D-BAF3-DDE4A94E2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7" name="Group 356">
            <a:extLst>
              <a:ext uri="{FF2B5EF4-FFF2-40B4-BE49-F238E27FC236}">
                <a16:creationId xmlns:a16="http://schemas.microsoft.com/office/drawing/2014/main" id="{CB7E2FE1-4A7B-C84A-BAD4-7D682114705F}"/>
              </a:ext>
            </a:extLst>
          </p:cNvPr>
          <p:cNvGrpSpPr>
            <a:grpSpLocks/>
          </p:cNvGrpSpPr>
          <p:nvPr/>
        </p:nvGrpSpPr>
        <p:grpSpPr bwMode="auto">
          <a:xfrm>
            <a:off x="7340600" y="1989138"/>
            <a:ext cx="627063" cy="642937"/>
            <a:chOff x="313" y="1497"/>
            <a:chExt cx="1152" cy="1014"/>
          </a:xfrm>
        </p:grpSpPr>
        <p:pic>
          <p:nvPicPr>
            <p:cNvPr id="138" name="Picture 354" descr="laptop_stylized_small">
              <a:extLst>
                <a:ext uri="{FF2B5EF4-FFF2-40B4-BE49-F238E27FC236}">
                  <a16:creationId xmlns:a16="http://schemas.microsoft.com/office/drawing/2014/main" id="{AA79C3F4-46C7-0349-85E1-BA552B997E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55" descr="antenna_stylized">
              <a:extLst>
                <a:ext uri="{FF2B5EF4-FFF2-40B4-BE49-F238E27FC236}">
                  <a16:creationId xmlns:a16="http://schemas.microsoft.com/office/drawing/2014/main" id="{4E6FF8B2-4F7E-B945-BE46-C86EBBCBE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0" name="Group 356">
            <a:extLst>
              <a:ext uri="{FF2B5EF4-FFF2-40B4-BE49-F238E27FC236}">
                <a16:creationId xmlns:a16="http://schemas.microsoft.com/office/drawing/2014/main" id="{D72B8EE2-805B-4341-8FF7-2156BB1248A0}"/>
              </a:ext>
            </a:extLst>
          </p:cNvPr>
          <p:cNvGrpSpPr>
            <a:grpSpLocks/>
          </p:cNvGrpSpPr>
          <p:nvPr/>
        </p:nvGrpSpPr>
        <p:grpSpPr bwMode="auto">
          <a:xfrm>
            <a:off x="8529638" y="2028825"/>
            <a:ext cx="627062" cy="644525"/>
            <a:chOff x="313" y="1497"/>
            <a:chExt cx="1152" cy="1014"/>
          </a:xfrm>
        </p:grpSpPr>
        <p:pic>
          <p:nvPicPr>
            <p:cNvPr id="141" name="Picture 354" descr="laptop_stylized_small">
              <a:extLst>
                <a:ext uri="{FF2B5EF4-FFF2-40B4-BE49-F238E27FC236}">
                  <a16:creationId xmlns:a16="http://schemas.microsoft.com/office/drawing/2014/main" id="{293E3A24-0E7E-C64F-AE1D-F2A4EBBDD6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" name="Picture 355" descr="antenna_stylized">
              <a:extLst>
                <a:ext uri="{FF2B5EF4-FFF2-40B4-BE49-F238E27FC236}">
                  <a16:creationId xmlns:a16="http://schemas.microsoft.com/office/drawing/2014/main" id="{456A11D2-A09B-574E-BA78-CF1896EC1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3" name="Group 356">
            <a:extLst>
              <a:ext uri="{FF2B5EF4-FFF2-40B4-BE49-F238E27FC236}">
                <a16:creationId xmlns:a16="http://schemas.microsoft.com/office/drawing/2014/main" id="{5473C3B0-61A5-E547-88B5-91B90BF959BC}"/>
              </a:ext>
            </a:extLst>
          </p:cNvPr>
          <p:cNvGrpSpPr>
            <a:grpSpLocks/>
          </p:cNvGrpSpPr>
          <p:nvPr/>
        </p:nvGrpSpPr>
        <p:grpSpPr bwMode="auto">
          <a:xfrm>
            <a:off x="9605963" y="1958975"/>
            <a:ext cx="627062" cy="642938"/>
            <a:chOff x="313" y="1497"/>
            <a:chExt cx="1152" cy="1014"/>
          </a:xfrm>
        </p:grpSpPr>
        <p:pic>
          <p:nvPicPr>
            <p:cNvPr id="144" name="Picture 354" descr="laptop_stylized_small">
              <a:extLst>
                <a:ext uri="{FF2B5EF4-FFF2-40B4-BE49-F238E27FC236}">
                  <a16:creationId xmlns:a16="http://schemas.microsoft.com/office/drawing/2014/main" id="{ACC81BEE-6A25-1047-B556-F5C390402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355" descr="antenna_stylized">
              <a:extLst>
                <a:ext uri="{FF2B5EF4-FFF2-40B4-BE49-F238E27FC236}">
                  <a16:creationId xmlns:a16="http://schemas.microsoft.com/office/drawing/2014/main" id="{13857146-FCD5-1B4A-A5AA-EB8B2F5A6D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6" name="Rectangle 70">
            <a:extLst>
              <a:ext uri="{FF2B5EF4-FFF2-40B4-BE49-F238E27FC236}">
                <a16:creationId xmlns:a16="http://schemas.microsoft.com/office/drawing/2014/main" id="{74CC21E7-8D8F-BE42-B6A9-4A812307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4292600"/>
            <a:ext cx="4884737" cy="20759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solidFill>
                  <a:srgbClr val="C00000"/>
                </a:solidFill>
                <a:cs typeface="+mn-cs"/>
              </a:rPr>
              <a:t>信号衰减：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 和 A 能听到彼此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 和 C 能听到彼此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 和 C 彼此听不到，却在 B 处相互干扰</a:t>
            </a:r>
          </a:p>
        </p:txBody>
      </p:sp>
    </p:spTree>
    <p:extLst>
      <p:ext uri="{BB962C8B-B14F-4D97-AF65-F5344CB8AC3E}">
        <p14:creationId xmlns:p14="http://schemas.microsoft.com/office/powerpoint/2010/main" val="3014229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19" grpId="0"/>
      <p:bldP spid="120" grpId="0"/>
      <p:bldP spid="121" grpId="0"/>
      <p:bldP spid="124" grpId="0" animBg="1"/>
      <p:bldP spid="125" grpId="0"/>
      <p:bldP spid="126" grpId="0" animBg="1"/>
      <p:bldP spid="127" grpId="0"/>
      <p:bldP spid="14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无线 LAN IEEE 802.11：多路访问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96" name="Rectangle 3">
            <a:extLst>
              <a:ext uri="{FF2B5EF4-FFF2-40B4-BE49-F238E27FC236}">
                <a16:creationId xmlns:a16="http://schemas.microsoft.com/office/drawing/2014/main" id="{A492C35A-994E-064C-B918-405846106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36663"/>
            <a:ext cx="104267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kern="0" dirty="0">
                <a:cs typeface="+mn-cs"/>
              </a:rPr>
              <a:t>避免碰撞：2 个以上节点同时发送</a:t>
            </a:r>
            <a:r>
              <a:rPr lang="en-US" kern="0" baseline="30000" dirty="0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  <a:r>
              <a:rPr lang="en-US" kern="0" dirty="0">
                <a:cs typeface="+mn-cs"/>
                <a:sym typeface="Symbol" charset="0"/>
              </a:rPr>
              <a:t/>
            </a:r>
          </a:p>
          <a:p>
            <a:pPr>
              <a:defRPr/>
            </a:pPr>
            <a:r>
              <a:rPr lang="en-US" kern="0" dirty="0">
                <a:cs typeface="+mn-cs"/>
                <a:sym typeface="Symbol" charset="0"/>
              </a:rPr>
              <a:t>802.11：CSMA——发送前侦听</a:t>
            </a:r>
          </a:p>
          <a:p>
            <a:pPr lvl="1">
              <a:defRPr/>
            </a:pPr>
            <a:r>
              <a:rPr lang="en-US" kern="0" dirty="0"/>
              <a:t>不要与检测到的其他节点正在进行的传输碰撞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802.11：无碰撞检测！</a:t>
            </a:r>
            <a:r>
              <a:rPr lang="en-US" i="1" kern="0" dirty="0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</a:p>
          <a:p>
            <a:pPr lvl="1">
              <a:defRPr/>
            </a:pPr>
            <a:r>
              <a:rPr lang="en-US" kern="0" dirty="0"/>
              <a:t>难以侦听碰撞：发送信号强，而因衰落接收信号弱</a:t>
            </a:r>
          </a:p>
          <a:p>
            <a:pPr lvl="1">
              <a:defRPr/>
            </a:pPr>
            <a:r>
              <a:rPr lang="en-US" kern="0" dirty="0"/>
              <a:t>无论如何都无法侦听所有碰撞：隐藏终端、衰落</a:t>
            </a:r>
          </a:p>
          <a:p>
            <a:pPr lvl="1">
              <a:defRPr/>
            </a:pPr>
            <a:r>
              <a:rPr lang="en-US" kern="0" dirty="0"/>
              <a:t>目标：避免碰撞：CSMA/CollisionAvoidance</a:t>
            </a:r>
            <a:r>
              <a:rPr lang="en-US" i="1" kern="0" dirty="0">
                <a:solidFill>
                  <a:srgbClr val="0000A8"/>
                </a:solidFill>
              </a:rPr>
              <a:t/>
            </a:r>
            <a:r>
              <a:rPr lang="en-US" kern="0" dirty="0">
                <a:solidFill>
                  <a:srgbClr val="0000A8"/>
                </a:solidFill>
              </a:rPr>
              <a:t/>
            </a:r>
            <a:r>
              <a:rPr lang="en-US" kern="0" dirty="0"/>
              <a:t/>
            </a:r>
            <a:r>
              <a:rPr lang="en-US" u="sng" kern="0" dirty="0">
                <a:solidFill>
                  <a:srgbClr val="0000A8"/>
                </a:solidFill>
              </a:rPr>
              <a:t/>
            </a:r>
            <a:r>
              <a:rPr lang="en-US" kern="0" dirty="0"/>
              <a:t/>
            </a:r>
            <a:r>
              <a:rPr lang="en-US" u="sng" kern="0" dirty="0">
                <a:solidFill>
                  <a:srgbClr val="0000A8"/>
                </a:solidFill>
              </a:rPr>
              <a:t/>
            </a:r>
            <a:r>
              <a:rPr lang="en-US" kern="0" dirty="0"/>
              <a:t/>
            </a:r>
            <a:endParaRPr lang="en-US" sz="2000" kern="0" dirty="0">
              <a:solidFill>
                <a:srgbClr val="FF0000"/>
              </a:solidFill>
            </a:endParaRPr>
          </a:p>
        </p:txBody>
      </p:sp>
      <p:sp>
        <p:nvSpPr>
          <p:cNvPr id="197" name="Text Box 63">
            <a:extLst>
              <a:ext uri="{FF2B5EF4-FFF2-40B4-BE49-F238E27FC236}">
                <a16:creationId xmlns:a16="http://schemas.microsoft.com/office/drawing/2014/main" id="{7326BD09-D43A-DC4E-A90B-C1A4A7921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9138" y="6273800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空间</a:t>
            </a:r>
          </a:p>
        </p:txBody>
      </p:sp>
      <p:grpSp>
        <p:nvGrpSpPr>
          <p:cNvPr id="198" name="Group 1">
            <a:extLst>
              <a:ext uri="{FF2B5EF4-FFF2-40B4-BE49-F238E27FC236}">
                <a16:creationId xmlns:a16="http://schemas.microsoft.com/office/drawing/2014/main" id="{4644F3E7-8E99-754A-BFEF-3CEB45EF70DF}"/>
              </a:ext>
            </a:extLst>
          </p:cNvPr>
          <p:cNvGrpSpPr>
            <a:grpSpLocks/>
          </p:cNvGrpSpPr>
          <p:nvPr/>
        </p:nvGrpSpPr>
        <p:grpSpPr bwMode="auto">
          <a:xfrm>
            <a:off x="2616200" y="4905375"/>
            <a:ext cx="2273300" cy="1028700"/>
            <a:chOff x="576580" y="4516120"/>
            <a:chExt cx="3170330" cy="1491615"/>
          </a:xfrm>
        </p:grpSpPr>
        <p:grpSp>
          <p:nvGrpSpPr>
            <p:cNvPr id="199" name="Group 356">
              <a:extLst>
                <a:ext uri="{FF2B5EF4-FFF2-40B4-BE49-F238E27FC236}">
                  <a16:creationId xmlns:a16="http://schemas.microsoft.com/office/drawing/2014/main" id="{34F4117D-08AE-9F48-96F9-E1ABA3C455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160" y="4673600"/>
              <a:ext cx="627380" cy="643255"/>
              <a:chOff x="313" y="1497"/>
              <a:chExt cx="1152" cy="1014"/>
            </a:xfrm>
          </p:grpSpPr>
          <p:pic>
            <p:nvPicPr>
              <p:cNvPr id="212" name="Picture 354" descr="laptop_stylized_small">
                <a:extLst>
                  <a:ext uri="{FF2B5EF4-FFF2-40B4-BE49-F238E27FC236}">
                    <a16:creationId xmlns:a16="http://schemas.microsoft.com/office/drawing/2014/main" id="{EBFEE52C-F9A1-684A-A171-3433FC7A9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Picture 355" descr="antenna_stylized">
                <a:extLst>
                  <a:ext uri="{FF2B5EF4-FFF2-40B4-BE49-F238E27FC236}">
                    <a16:creationId xmlns:a16="http://schemas.microsoft.com/office/drawing/2014/main" id="{F194AAE1-3568-2B48-8B43-FC5B6C9E3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00" name="Freeform 7">
              <a:extLst>
                <a:ext uri="{FF2B5EF4-FFF2-40B4-BE49-F238E27FC236}">
                  <a16:creationId xmlns:a16="http://schemas.microsoft.com/office/drawing/2014/main" id="{CD0A49EF-46E5-D846-9C2A-AE8690B4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" y="4516120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1" name="Line 26">
              <a:extLst>
                <a:ext uri="{FF2B5EF4-FFF2-40B4-BE49-F238E27FC236}">
                  <a16:creationId xmlns:a16="http://schemas.microsoft.com/office/drawing/2014/main" id="{76C2B1AD-68AC-3E43-B204-7A93A10B3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9583" y="5731510"/>
              <a:ext cx="998476" cy="1680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2" name="Line 27">
              <a:extLst>
                <a:ext uri="{FF2B5EF4-FFF2-40B4-BE49-F238E27FC236}">
                  <a16:creationId xmlns:a16="http://schemas.microsoft.com/office/drawing/2014/main" id="{4BE86F7E-DCF1-E241-A677-361DF198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614" y="5250419"/>
              <a:ext cx="407361" cy="322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3" name="Text Box 28">
              <a:extLst>
                <a:ext uri="{FF2B5EF4-FFF2-40B4-BE49-F238E27FC236}">
                  <a16:creationId xmlns:a16="http://schemas.microsoft.com/office/drawing/2014/main" id="{F8D280B8-C33B-EE46-BE35-25A0A1646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444" y="5623323"/>
              <a:ext cx="305521" cy="3061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04" name="Text Box 29">
              <a:extLst>
                <a:ext uri="{FF2B5EF4-FFF2-40B4-BE49-F238E27FC236}">
                  <a16:creationId xmlns:a16="http://schemas.microsoft.com/office/drawing/2014/main" id="{8D70D046-8490-9C45-95F2-E1E2E1111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389" y="5395436"/>
              <a:ext cx="305521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05" name="Text Box 30">
              <a:extLst>
                <a:ext uri="{FF2B5EF4-FFF2-40B4-BE49-F238E27FC236}">
                  <a16:creationId xmlns:a16="http://schemas.microsoft.com/office/drawing/2014/main" id="{4A8C5018-E79C-ED4A-941F-6091893F1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0027" y="4691063"/>
              <a:ext cx="314376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06" name="Group 356">
              <a:extLst>
                <a:ext uri="{FF2B5EF4-FFF2-40B4-BE49-F238E27FC236}">
                  <a16:creationId xmlns:a16="http://schemas.microsoft.com/office/drawing/2014/main" id="{92AFBCB0-6ECF-E140-B653-A8297D54E7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4160" y="5222240"/>
              <a:ext cx="627380" cy="643255"/>
              <a:chOff x="313" y="1497"/>
              <a:chExt cx="1152" cy="1014"/>
            </a:xfrm>
          </p:grpSpPr>
          <p:pic>
            <p:nvPicPr>
              <p:cNvPr id="210" name="Picture 354" descr="laptop_stylized_small">
                <a:extLst>
                  <a:ext uri="{FF2B5EF4-FFF2-40B4-BE49-F238E27FC236}">
                    <a16:creationId xmlns:a16="http://schemas.microsoft.com/office/drawing/2014/main" id="{0D6B975F-13AD-E043-84ED-707EDE77C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355" descr="antenna_stylized">
                <a:extLst>
                  <a:ext uri="{FF2B5EF4-FFF2-40B4-BE49-F238E27FC236}">
                    <a16:creationId xmlns:a16="http://schemas.microsoft.com/office/drawing/2014/main" id="{A38A3A76-2004-4F4D-8DA7-84CE55AB1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07" name="Group 356">
              <a:extLst>
                <a:ext uri="{FF2B5EF4-FFF2-40B4-BE49-F238E27FC236}">
                  <a16:creationId xmlns:a16="http://schemas.microsoft.com/office/drawing/2014/main" id="{213CCD0C-BB43-CD4E-9E90-46A9AE3B3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0160" y="5364480"/>
              <a:ext cx="627380" cy="643255"/>
              <a:chOff x="313" y="1497"/>
              <a:chExt cx="1152" cy="1014"/>
            </a:xfrm>
          </p:grpSpPr>
          <p:pic>
            <p:nvPicPr>
              <p:cNvPr id="208" name="Picture 354" descr="laptop_stylized_small">
                <a:extLst>
                  <a:ext uri="{FF2B5EF4-FFF2-40B4-BE49-F238E27FC236}">
                    <a16:creationId xmlns:a16="http://schemas.microsoft.com/office/drawing/2014/main" id="{E01FC48D-15FA-3B4B-B8D5-B11BDF5B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Picture 355" descr="antenna_stylized">
                <a:extLst>
                  <a:ext uri="{FF2B5EF4-FFF2-40B4-BE49-F238E27FC236}">
                    <a16:creationId xmlns:a16="http://schemas.microsoft.com/office/drawing/2014/main" id="{3DB05C2E-4B6B-6A48-80D8-1F036DF4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14" name="Group 2">
            <a:extLst>
              <a:ext uri="{FF2B5EF4-FFF2-40B4-BE49-F238E27FC236}">
                <a16:creationId xmlns:a16="http://schemas.microsoft.com/office/drawing/2014/main" id="{FBB99A50-E959-6142-BA3A-52AF8F6C998B}"/>
              </a:ext>
            </a:extLst>
          </p:cNvPr>
          <p:cNvGrpSpPr>
            <a:grpSpLocks/>
          </p:cNvGrpSpPr>
          <p:nvPr/>
        </p:nvGrpSpPr>
        <p:grpSpPr bwMode="auto">
          <a:xfrm>
            <a:off x="5969000" y="4702175"/>
            <a:ext cx="2809875" cy="1536700"/>
            <a:chOff x="4821555" y="4226560"/>
            <a:chExt cx="3545890" cy="2024698"/>
          </a:xfrm>
        </p:grpSpPr>
        <p:sp>
          <p:nvSpPr>
            <p:cNvPr id="215" name="Text Box 47">
              <a:extLst>
                <a:ext uri="{FF2B5EF4-FFF2-40B4-BE49-F238E27FC236}">
                  <a16:creationId xmlns:a16="http://schemas.microsoft.com/office/drawing/2014/main" id="{5FA31E1B-FBC4-2A41-ACBE-BD1CEB551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1555" y="4395983"/>
              <a:ext cx="30450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16" name="Text Box 48">
              <a:extLst>
                <a:ext uri="{FF2B5EF4-FFF2-40B4-BE49-F238E27FC236}">
                  <a16:creationId xmlns:a16="http://schemas.microsoft.com/office/drawing/2014/main" id="{BA29D456-DFC5-3C41-AED2-2BEF2E70F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0727" y="4391799"/>
              <a:ext cx="32854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17" name="Text Box 49">
              <a:extLst>
                <a:ext uri="{FF2B5EF4-FFF2-40B4-BE49-F238E27FC236}">
                  <a16:creationId xmlns:a16="http://schemas.microsoft.com/office/drawing/2014/main" id="{475BF790-5035-7347-9875-119C4DA3A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2690" y="4435723"/>
              <a:ext cx="314522" cy="3074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18" name="Text Box 55">
              <a:extLst>
                <a:ext uri="{FF2B5EF4-FFF2-40B4-BE49-F238E27FC236}">
                  <a16:creationId xmlns:a16="http://schemas.microsoft.com/office/drawing/2014/main" id="{4F1AE698-EC84-BA4A-9817-8A6FDD080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3675" y="5222176"/>
              <a:ext cx="827375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的信号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/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/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强度</a:t>
              </a:r>
            </a:p>
          </p:txBody>
        </p:sp>
        <p:sp>
          <p:nvSpPr>
            <p:cNvPr id="219" name="Line 60">
              <a:extLst>
                <a:ext uri="{FF2B5EF4-FFF2-40B4-BE49-F238E27FC236}">
                  <a16:creationId xmlns:a16="http://schemas.microsoft.com/office/drawing/2014/main" id="{12D38917-6C8C-8343-A011-B3A061BC0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5779" y="6251258"/>
              <a:ext cx="326542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61">
              <a:extLst>
                <a:ext uri="{FF2B5EF4-FFF2-40B4-BE49-F238E27FC236}">
                  <a16:creationId xmlns:a16="http://schemas.microsoft.com/office/drawing/2014/main" id="{8402D49A-1618-ED45-AA55-6F6CFAFAD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688" y="5071579"/>
              <a:ext cx="0" cy="113784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Freeform 62">
              <a:extLst>
                <a:ext uri="{FF2B5EF4-FFF2-40B4-BE49-F238E27FC236}">
                  <a16:creationId xmlns:a16="http://schemas.microsoft.com/office/drawing/2014/main" id="{01811282-31AB-1645-AABC-6BEA4EA3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068" y="5127308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23853BFD-C38D-F446-8196-144C09C5D1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0318" y="5097145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Text Box 66">
              <a:extLst>
                <a:ext uri="{FF2B5EF4-FFF2-40B4-BE49-F238E27FC236}">
                  <a16:creationId xmlns:a16="http://schemas.microsoft.com/office/drawing/2014/main" id="{499D56C4-FCB9-374D-B01B-E49B8BFC0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2041" y="5151061"/>
              <a:ext cx="845404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 的信号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/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/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强度</a:t>
              </a:r>
            </a:p>
          </p:txBody>
        </p:sp>
        <p:sp>
          <p:nvSpPr>
            <p:cNvPr id="224" name="Line 67">
              <a:extLst>
                <a:ext uri="{FF2B5EF4-FFF2-40B4-BE49-F238E27FC236}">
                  <a16:creationId xmlns:a16="http://schemas.microsoft.com/office/drawing/2014/main" id="{0415FD8B-03B3-2A43-8EB2-237EFE1BB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2320" y="4958631"/>
              <a:ext cx="26044" cy="1263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68">
              <a:extLst>
                <a:ext uri="{FF2B5EF4-FFF2-40B4-BE49-F238E27FC236}">
                  <a16:creationId xmlns:a16="http://schemas.microsoft.com/office/drawing/2014/main" id="{2A0B82D3-EFED-DA43-B9C0-15C3CCD10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2348" y="5027655"/>
              <a:ext cx="0" cy="12068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6" name="Line 69">
              <a:extLst>
                <a:ext uri="{FF2B5EF4-FFF2-40B4-BE49-F238E27FC236}">
                  <a16:creationId xmlns:a16="http://schemas.microsoft.com/office/drawing/2014/main" id="{404E3573-F8C6-5E45-914C-38432DCE3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4145" y="5010922"/>
              <a:ext cx="0" cy="11817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356">
              <a:extLst>
                <a:ext uri="{FF2B5EF4-FFF2-40B4-BE49-F238E27FC236}">
                  <a16:creationId xmlns:a16="http://schemas.microsoft.com/office/drawing/2014/main" id="{8D9D842B-1ABC-7A48-A983-FEB9C60E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8880" y="4257040"/>
              <a:ext cx="627380" cy="643255"/>
              <a:chOff x="313" y="1497"/>
              <a:chExt cx="1152" cy="1014"/>
            </a:xfrm>
          </p:grpSpPr>
          <p:pic>
            <p:nvPicPr>
              <p:cNvPr id="234" name="Picture 354" descr="laptop_stylized_small">
                <a:extLst>
                  <a:ext uri="{FF2B5EF4-FFF2-40B4-BE49-F238E27FC236}">
                    <a16:creationId xmlns:a16="http://schemas.microsoft.com/office/drawing/2014/main" id="{0D7E6CBD-2A6D-9043-AC34-9882E71B2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355" descr="antenna_stylized">
                <a:extLst>
                  <a:ext uri="{FF2B5EF4-FFF2-40B4-BE49-F238E27FC236}">
                    <a16:creationId xmlns:a16="http://schemas.microsoft.com/office/drawing/2014/main" id="{AA67442E-AB80-A949-A557-DFF2CABE6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8" name="Group 356">
              <a:extLst>
                <a:ext uri="{FF2B5EF4-FFF2-40B4-BE49-F238E27FC236}">
                  <a16:creationId xmlns:a16="http://schemas.microsoft.com/office/drawing/2014/main" id="{2A495040-484D-F44C-BA9B-15DC83D9F0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7600" y="4297680"/>
              <a:ext cx="627380" cy="643255"/>
              <a:chOff x="313" y="1497"/>
              <a:chExt cx="1152" cy="1014"/>
            </a:xfrm>
          </p:grpSpPr>
          <p:pic>
            <p:nvPicPr>
              <p:cNvPr id="232" name="Picture 354" descr="laptop_stylized_small">
                <a:extLst>
                  <a:ext uri="{FF2B5EF4-FFF2-40B4-BE49-F238E27FC236}">
                    <a16:creationId xmlns:a16="http://schemas.microsoft.com/office/drawing/2014/main" id="{7BA1549E-0EC3-B64D-B067-EC5189B4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355" descr="antenna_stylized">
                <a:extLst>
                  <a:ext uri="{FF2B5EF4-FFF2-40B4-BE49-F238E27FC236}">
                    <a16:creationId xmlns:a16="http://schemas.microsoft.com/office/drawing/2014/main" id="{3F41AAB7-1902-A04F-9645-A26087CFB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9" name="Group 356">
              <a:extLst>
                <a:ext uri="{FF2B5EF4-FFF2-40B4-BE49-F238E27FC236}">
                  <a16:creationId xmlns:a16="http://schemas.microsoft.com/office/drawing/2014/main" id="{16DA2195-14EA-6243-B65C-EC2B27CCB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74560" y="4226560"/>
              <a:ext cx="627380" cy="643255"/>
              <a:chOff x="313" y="1497"/>
              <a:chExt cx="1152" cy="1014"/>
            </a:xfrm>
          </p:grpSpPr>
          <p:pic>
            <p:nvPicPr>
              <p:cNvPr id="230" name="Picture 354" descr="laptop_stylized_small">
                <a:extLst>
                  <a:ext uri="{FF2B5EF4-FFF2-40B4-BE49-F238E27FC236}">
                    <a16:creationId xmlns:a16="http://schemas.microsoft.com/office/drawing/2014/main" id="{1560AA7B-6B93-2945-9630-C07258D7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355" descr="antenna_stylized">
                <a:extLst>
                  <a:ext uri="{FF2B5EF4-FFF2-40B4-BE49-F238E27FC236}">
                    <a16:creationId xmlns:a16="http://schemas.microsoft.com/office/drawing/2014/main" id="{FF6A7FA0-099E-0D44-B57F-E44DCFA0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7037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 MAC 协议：CSMA/CA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46F0333A-83DD-F74F-A348-96E317587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98575"/>
            <a:ext cx="6686550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ts val="12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发送方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1 若侦听到信道在 DIFS 内空闲，则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发送整个帧（无 CD）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1250" y="20923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538" y="20796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Text Box 7">
            <a:extLst>
              <a:ext uri="{FF2B5EF4-FFF2-40B4-BE49-F238E27FC236}">
                <a16:creationId xmlns:a16="http://schemas.microsoft.com/office/drawing/2014/main" id="{ED919692-31A8-054F-9C95-2A52F2A13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1675" y="1735138"/>
            <a:ext cx="828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发送方</a:t>
            </a:r>
          </a:p>
        </p:txBody>
      </p:sp>
      <p:sp>
        <p:nvSpPr>
          <p:cNvPr id="66" name="Text Box 8">
            <a:extLst>
              <a:ext uri="{FF2B5EF4-FFF2-40B4-BE49-F238E27FC236}">
                <a16:creationId xmlns:a16="http://schemas.microsoft.com/office/drawing/2014/main" id="{9D11CDA0-1D11-3047-9C1E-3B00DB6D2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60000" y="1744663"/>
            <a:ext cx="9144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接收方</a:t>
            </a:r>
          </a:p>
        </p:txBody>
      </p:sp>
      <p:grpSp>
        <p:nvGrpSpPr>
          <p:cNvPr id="67" name="Group 23">
            <a:extLst>
              <a:ext uri="{FF2B5EF4-FFF2-40B4-BE49-F238E27FC236}">
                <a16:creationId xmlns:a16="http://schemas.microsoft.com/office/drawing/2014/main" id="{DB72C6B2-5F42-674D-8FCA-0841D0870691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2389188"/>
            <a:ext cx="2616200" cy="1690687"/>
            <a:chOff x="3614" y="1617"/>
            <a:chExt cx="1648" cy="1065"/>
          </a:xfrm>
        </p:grpSpPr>
        <p:grpSp>
          <p:nvGrpSpPr>
            <p:cNvPr id="68" name="Group 22">
              <a:extLst>
                <a:ext uri="{FF2B5EF4-FFF2-40B4-BE49-F238E27FC236}">
                  <a16:creationId xmlns:a16="http://schemas.microsoft.com/office/drawing/2014/main" id="{DD95C74A-C16D-0B47-A0ED-FFDE08168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4" y="1617"/>
              <a:ext cx="424" cy="194"/>
              <a:chOff x="3614" y="1617"/>
              <a:chExt cx="424" cy="194"/>
            </a:xfrm>
          </p:grpSpPr>
          <p:sp>
            <p:nvSpPr>
              <p:cNvPr id="72" name="AutoShape 11">
                <a:extLst>
                  <a:ext uri="{FF2B5EF4-FFF2-40B4-BE49-F238E27FC236}">
                    <a16:creationId xmlns:a16="http://schemas.microsoft.com/office/drawing/2014/main" id="{D9BC3A4E-3207-B048-A31E-196D97B6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3" name="Text Box 12">
                <a:extLst>
                  <a:ext uri="{FF2B5EF4-FFF2-40B4-BE49-F238E27FC236}">
                    <a16:creationId xmlns:a16="http://schemas.microsoft.com/office/drawing/2014/main" id="{F79FF5B8-A321-E743-B75F-A96DCDF80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74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</p:grpSp>
        <p:grpSp>
          <p:nvGrpSpPr>
            <p:cNvPr id="69" name="Group 20">
              <a:extLst>
                <a:ext uri="{FF2B5EF4-FFF2-40B4-BE49-F238E27FC236}">
                  <a16:creationId xmlns:a16="http://schemas.microsoft.com/office/drawing/2014/main" id="{11B7C547-387E-4B43-9647-F39A2BBF5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70" name="Freeform 13">
                <a:extLst>
                  <a:ext uri="{FF2B5EF4-FFF2-40B4-BE49-F238E27FC236}">
                    <a16:creationId xmlns:a16="http://schemas.microsoft.com/office/drawing/2014/main" id="{4D50A1EF-833D-AE4E-A262-4DC9557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Text Box 18">
                <a:extLst>
                  <a:ext uri="{FF2B5EF4-FFF2-40B4-BE49-F238E27FC236}">
                    <a16:creationId xmlns:a16="http://schemas.microsoft.com/office/drawing/2014/main" id="{77E61552-4FF0-FB44-8642-9FAF013E8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数据</a:t>
                </a:r>
              </a:p>
            </p:txBody>
          </p:sp>
        </p:grpSp>
      </p:grpSp>
      <p:grpSp>
        <p:nvGrpSpPr>
          <p:cNvPr id="74" name="Group 24">
            <a:extLst>
              <a:ext uri="{FF2B5EF4-FFF2-40B4-BE49-F238E27FC236}">
                <a16:creationId xmlns:a16="http://schemas.microsoft.com/office/drawing/2014/main" id="{F39FAC8C-CE88-F844-B77D-4E73F96D7AA0}"/>
              </a:ext>
            </a:extLst>
          </p:cNvPr>
          <p:cNvGrpSpPr>
            <a:grpSpLocks/>
          </p:cNvGrpSpPr>
          <p:nvPr/>
        </p:nvGrpSpPr>
        <p:grpSpPr bwMode="auto">
          <a:xfrm>
            <a:off x="8718550" y="4089400"/>
            <a:ext cx="2511425" cy="923925"/>
            <a:chOff x="4044" y="2688"/>
            <a:chExt cx="1582" cy="582"/>
          </a:xfrm>
        </p:grpSpPr>
        <p:sp>
          <p:nvSpPr>
            <p:cNvPr id="75" name="Text Box 14">
              <a:extLst>
                <a:ext uri="{FF2B5EF4-FFF2-40B4-BE49-F238E27FC236}">
                  <a16:creationId xmlns:a16="http://schemas.microsoft.com/office/drawing/2014/main" id="{121CEDFD-A8A3-3C4E-85EF-92C0E6F78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" y="2697"/>
              <a:ext cx="36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SIFS</a:t>
              </a:r>
            </a:p>
          </p:txBody>
        </p:sp>
        <p:sp>
          <p:nvSpPr>
            <p:cNvPr id="76" name="AutoShape 15">
              <a:extLst>
                <a:ext uri="{FF2B5EF4-FFF2-40B4-BE49-F238E27FC236}">
                  <a16:creationId xmlns:a16="http://schemas.microsoft.com/office/drawing/2014/main" id="{E6E8F24A-63B2-EF45-AC8E-09F08CD033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77" name="Group 21">
              <a:extLst>
                <a:ext uri="{FF2B5EF4-FFF2-40B4-BE49-F238E27FC236}">
                  <a16:creationId xmlns:a16="http://schemas.microsoft.com/office/drawing/2014/main" id="{22A21D51-0387-824E-9A0B-5EA74DE9E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78" name="Freeform 17">
                <a:extLst>
                  <a:ext uri="{FF2B5EF4-FFF2-40B4-BE49-F238E27FC236}">
                    <a16:creationId xmlns:a16="http://schemas.microsoft.com/office/drawing/2014/main" id="{7FAC184E-6A68-7746-9D42-6F57DF8E2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Text Box 19">
                <a:extLst>
                  <a:ext uri="{FF2B5EF4-FFF2-40B4-BE49-F238E27FC236}">
                    <a16:creationId xmlns:a16="http://schemas.microsoft.com/office/drawing/2014/main" id="{9873A3A6-6621-884E-A2FD-7CEFD2BC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415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ACK</a:t>
                </a:r>
              </a:p>
            </p:txBody>
          </p:sp>
        </p:grpSp>
      </p:grpSp>
      <p:sp>
        <p:nvSpPr>
          <p:cNvPr id="80" name="Rectangle 3">
            <a:extLst>
              <a:ext uri="{FF2B5EF4-FFF2-40B4-BE49-F238E27FC236}">
                <a16:creationId xmlns:a16="http://schemas.microsoft.com/office/drawing/2014/main" id="{6F028A54-FC92-ED46-A0E0-E6240E00B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45370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1776"/>
              </a:spcBef>
              <a:spcAft>
                <a:spcPts val="6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接收方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lang="en-US" sz="2400" kern="0" dirty="0">
                <a:solidFill>
                  <a:srgbClr val="000099"/>
                </a:solidFill>
                <a:latin typeface="Arial" charset="0"/>
                <a:cs typeface="Arial" charset="0"/>
              </a:rPr>
              <a:t> 若帧正确接收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 在 SIFS 后返回 ACK（由于隐藏终端问题需要 ACK）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EE65452D-F042-8F4E-9B73-3034C5D8F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25812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2 若侦听到信道忙，则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/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启动随机退避时间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信道空闲时计时器倒计时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计时器到期时发送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若无 ACK，则增大随机退避间隔，重复步骤 2</a:t>
            </a:r>
          </a:p>
        </p:txBody>
      </p:sp>
    </p:spTree>
    <p:extLst>
      <p:ext uri="{BB962C8B-B14F-4D97-AF65-F5344CB8AC3E}">
        <p14:creationId xmlns:p14="http://schemas.microsoft.com/office/powerpoint/2010/main" val="276085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23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避免碰撞（更多）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A36A68D4-8939-1A4D-A6F0-0109DBF73BDB}"/>
              </a:ext>
            </a:extLst>
          </p:cNvPr>
          <p:cNvSpPr txBox="1">
            <a:spLocks noChangeArrowheads="1"/>
          </p:cNvSpPr>
          <p:nvPr/>
        </p:nvSpPr>
        <p:spPr>
          <a:xfrm>
            <a:off x="658958" y="1426008"/>
            <a:ext cx="10909588" cy="42127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思想：发送方用小的预约分组为数据帧“预约”信道使用权</a:t>
            </a:r>
            <a:r>
              <a:rPr lang="en-US" dirty="0">
                <a:solidFill>
                  <a:srgbClr val="C00000"/>
                </a:solidFill>
                <a:cs typeface="Arial" charset="0"/>
              </a:rPr>
              <a:t/>
            </a:r>
            <a:r>
              <a:rPr lang="en-US" dirty="0"/>
              <a:t/>
            </a:r>
            <a:r>
              <a:rPr lang="en-US" altLang="ja-JP" dirty="0"/>
              <a:t/>
            </a:r>
            <a:r>
              <a:rPr lang="en-US" dirty="0"/>
              <a:t/>
            </a:r>
            <a:r>
              <a:rPr lang="en-US" altLang="ja-JP" dirty="0"/>
              <a:t/>
            </a:r>
            <a:r>
              <a:rPr lang="en-US" dirty="0"/>
              <a:t/>
            </a:r>
          </a:p>
          <a:p>
            <a:pPr marL="409575" indent="-279400">
              <a:lnSpc>
                <a:spcPct val="110000"/>
              </a:lnSpc>
              <a:defRPr/>
            </a:pPr>
            <a:r>
              <a:rPr lang="en-US" dirty="0"/>
              <a:t>发送方先用 CSMA 向 BS 发送小的请求发送（RTS）分组</a:t>
            </a:r>
            <a:r>
              <a:rPr lang="en-US" i="1" dirty="0"/>
              <a:t/>
            </a:r>
            <a:r>
              <a:rPr lang="en-US" dirty="0"/>
              <a:t/>
            </a:r>
            <a:r>
              <a:rPr lang="en-US" sz="2400" dirty="0"/>
              <a:t/>
            </a:r>
            <a:r>
              <a:rPr lang="en-US" dirty="0"/>
              <a:t/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RTS 之间仍可能碰撞（但它们很短）</a:t>
            </a:r>
          </a:p>
          <a:p>
            <a:pPr marL="409575" indent="-279400">
              <a:defRPr/>
            </a:pPr>
            <a:r>
              <a:rPr lang="en-US" dirty="0"/>
              <a:t>BS 广播允许发送 CTS 作为对 RTS 的响应</a:t>
            </a:r>
            <a:r>
              <a:rPr lang="en-US" sz="2400" dirty="0"/>
              <a:t/>
            </a:r>
            <a:r>
              <a:rPr lang="en-US" dirty="0"/>
              <a:t/>
            </a:r>
            <a:r>
              <a:rPr lang="en-US" sz="2400" dirty="0"/>
              <a:t/>
            </a:r>
            <a:r>
              <a:rPr lang="en-US" dirty="0"/>
              <a:t/>
            </a:r>
          </a:p>
          <a:p>
            <a:pPr marL="409575" indent="-279400">
              <a:defRPr/>
            </a:pPr>
            <a:r>
              <a:rPr lang="en-US" dirty="0"/>
              <a:t>所有节点都能听到 CTS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发送方发送数据帧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其他站推迟发送 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634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碰撞避免：RTS-CTS 交换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B57108CC-F94A-0647-A61D-117249C9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3014" y="1476955"/>
            <a:ext cx="492125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AP</a:t>
            </a:r>
          </a:p>
        </p:txBody>
      </p:sp>
      <p:sp>
        <p:nvSpPr>
          <p:cNvPr id="50" name="Text Box 41">
            <a:extLst>
              <a:ext uri="{FF2B5EF4-FFF2-40B4-BE49-F238E27FC236}">
                <a16:creationId xmlns:a16="http://schemas.microsoft.com/office/drawing/2014/main" id="{1300CE18-0CEB-194F-B49C-E69348D4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9026" y="1326143"/>
            <a:ext cx="3508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51" name="Text Box 42">
            <a:extLst>
              <a:ext uri="{FF2B5EF4-FFF2-40B4-BE49-F238E27FC236}">
                <a16:creationId xmlns:a16="http://schemas.microsoft.com/office/drawing/2014/main" id="{C15B4151-D54F-2E43-A559-187F3D2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6551" y="1324555"/>
            <a:ext cx="33813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54" name="Line 44">
            <a:extLst>
              <a:ext uri="{FF2B5EF4-FFF2-40B4-BE49-F238E27FC236}">
                <a16:creationId xmlns:a16="http://schemas.microsoft.com/office/drawing/2014/main" id="{B0A88798-8C51-824C-BB8B-592E5F75F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0289" y="1811918"/>
            <a:ext cx="7835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5" name="Group 70">
            <a:extLst>
              <a:ext uri="{FF2B5EF4-FFF2-40B4-BE49-F238E27FC236}">
                <a16:creationId xmlns:a16="http://schemas.microsoft.com/office/drawing/2014/main" id="{B5C9B155-B7CB-1B4C-A43D-E669314D7D9A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1978605"/>
            <a:ext cx="6553199" cy="817563"/>
            <a:chOff x="1128" y="1194"/>
            <a:chExt cx="4128" cy="515"/>
          </a:xfrm>
        </p:grpSpPr>
        <p:grpSp>
          <p:nvGrpSpPr>
            <p:cNvPr id="56" name="Group 9">
              <a:extLst>
                <a:ext uri="{FF2B5EF4-FFF2-40B4-BE49-F238E27FC236}">
                  <a16:creationId xmlns:a16="http://schemas.microsoft.com/office/drawing/2014/main" id="{72C745EB-2518-4F4A-A88F-39EDB9D9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" y="1194"/>
              <a:ext cx="4128" cy="515"/>
              <a:chOff x="587" y="1184"/>
              <a:chExt cx="4128" cy="515"/>
            </a:xfrm>
          </p:grpSpPr>
          <p:sp>
            <p:nvSpPr>
              <p:cNvPr id="59" name="Freeform 7">
                <a:extLst>
                  <a:ext uri="{FF2B5EF4-FFF2-40B4-BE49-F238E27FC236}">
                    <a16:creationId xmlns:a16="http://schemas.microsoft.com/office/drawing/2014/main" id="{E1649A62-E270-D04F-9E7D-3B8C12D2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238"/>
                <a:ext cx="4121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100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" name="Freeform 8">
                <a:extLst>
                  <a:ext uri="{FF2B5EF4-FFF2-40B4-BE49-F238E27FC236}">
                    <a16:creationId xmlns:a16="http://schemas.microsoft.com/office/drawing/2014/main" id="{1A155B4B-DC60-DB4E-A3D9-598BEE4423F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87" y="1184"/>
                <a:ext cx="4128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99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" name="Text Box 51">
              <a:extLst>
                <a:ext uri="{FF2B5EF4-FFF2-40B4-BE49-F238E27FC236}">
                  <a16:creationId xmlns:a16="http://schemas.microsoft.com/office/drawing/2014/main" id="{18042E5E-B8DC-1E40-8C20-81D21EB6E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44" y="1279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5887FEFC-6004-8742-A9EA-B9D54A2D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245820">
              <a:off x="4490" y="1196"/>
              <a:ext cx="60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RTS(B)</a:t>
              </a:r>
            </a:p>
          </p:txBody>
        </p:sp>
      </p:grpSp>
      <p:grpSp>
        <p:nvGrpSpPr>
          <p:cNvPr id="61" name="Group 68">
            <a:extLst>
              <a:ext uri="{FF2B5EF4-FFF2-40B4-BE49-F238E27FC236}">
                <a16:creationId xmlns:a16="http://schemas.microsoft.com/office/drawing/2014/main" id="{98848F57-B443-D64E-A40E-7A9F1DA9DBED}"/>
              </a:ext>
            </a:extLst>
          </p:cNvPr>
          <p:cNvGrpSpPr>
            <a:grpSpLocks/>
          </p:cNvGrpSpPr>
          <p:nvPr/>
        </p:nvGrpSpPr>
        <p:grpSpPr bwMode="auto">
          <a:xfrm>
            <a:off x="2395976" y="2777118"/>
            <a:ext cx="6486526" cy="1174750"/>
            <a:chOff x="1134" y="1697"/>
            <a:chExt cx="4086" cy="740"/>
          </a:xfrm>
        </p:grpSpPr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F802FF6E-2848-2A4C-BB8D-931A8FD8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7"/>
              <a:ext cx="3642" cy="461"/>
            </a:xfrm>
            <a:custGeom>
              <a:avLst/>
              <a:gdLst>
                <a:gd name="T0" fmla="*/ 1 w 2996"/>
                <a:gd name="T1" fmla="*/ 0 h 461"/>
                <a:gd name="T2" fmla="*/ 9668 w 2996"/>
                <a:gd name="T3" fmla="*/ 298 h 461"/>
                <a:gd name="T4" fmla="*/ 9668 w 2996"/>
                <a:gd name="T5" fmla="*/ 461 h 461"/>
                <a:gd name="T6" fmla="*/ 0 w 2996"/>
                <a:gd name="T7" fmla="*/ 160 h 461"/>
                <a:gd name="T8" fmla="*/ 1 w 2996"/>
                <a:gd name="T9" fmla="*/ 0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6" h="461">
                  <a:moveTo>
                    <a:pt x="1" y="0"/>
                  </a:moveTo>
                  <a:lnTo>
                    <a:pt x="2996" y="298"/>
                  </a:lnTo>
                  <a:lnTo>
                    <a:pt x="2996" y="461"/>
                  </a:lnTo>
                  <a:lnTo>
                    <a:pt x="0" y="160"/>
                  </a:lnTo>
                  <a:lnTo>
                    <a:pt x="1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5">
                    <a:lumMod val="60000"/>
                    <a:lumOff val="40000"/>
                  </a:schemeClr>
                </a:gs>
                <a:gs pos="99000">
                  <a:schemeClr val="accent5">
                    <a:lumMod val="20000"/>
                    <a:lumOff val="80000"/>
                  </a:scheme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Text Box 54">
              <a:extLst>
                <a:ext uri="{FF2B5EF4-FFF2-40B4-BE49-F238E27FC236}">
                  <a16:creationId xmlns:a16="http://schemas.microsoft.com/office/drawing/2014/main" id="{209499D7-0BB1-E244-8335-0B09C2146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51" y="1738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29BE5B68-7534-AE42-894F-FC6E6CB2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082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Freeform 57">
              <a:extLst>
                <a:ext uri="{FF2B5EF4-FFF2-40B4-BE49-F238E27FC236}">
                  <a16:creationId xmlns:a16="http://schemas.microsoft.com/office/drawing/2014/main" id="{3B1968BC-1529-3D4A-962E-D401C6E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82"/>
              <a:ext cx="1831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0">
                  <a:srgbClr val="E4DBF3"/>
                </a:gs>
                <a:gs pos="10000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C0C2C1BA-91FF-224E-A246-0B05B174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584" y="215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  <p:sp>
          <p:nvSpPr>
            <p:cNvPr id="67" name="Text Box 59">
              <a:extLst>
                <a:ext uri="{FF2B5EF4-FFF2-40B4-BE49-F238E27FC236}">
                  <a16:creationId xmlns:a16="http://schemas.microsoft.com/office/drawing/2014/main" id="{EB9E4AF6-51F3-ED4F-B073-A7D914972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16" y="214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</p:grpSp>
      <p:grpSp>
        <p:nvGrpSpPr>
          <p:cNvPr id="68" name="Group 69">
            <a:extLst>
              <a:ext uri="{FF2B5EF4-FFF2-40B4-BE49-F238E27FC236}">
                <a16:creationId xmlns:a16="http://schemas.microsoft.com/office/drawing/2014/main" id="{C9129164-32D4-5B48-854B-478611C1D69B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4039180"/>
            <a:ext cx="6553201" cy="2174875"/>
            <a:chOff x="1128" y="2492"/>
            <a:chExt cx="4128" cy="1370"/>
          </a:xfrm>
        </p:grpSpPr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1752D4D-8298-AD4B-B9D2-D2DED1E2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92"/>
              <a:ext cx="4128" cy="1134"/>
            </a:xfrm>
            <a:custGeom>
              <a:avLst/>
              <a:gdLst>
                <a:gd name="T0" fmla="*/ 0 w 3652"/>
                <a:gd name="T1" fmla="*/ 0 h 1134"/>
                <a:gd name="T2" fmla="*/ 3652 w 3652"/>
                <a:gd name="T3" fmla="*/ 318 h 1134"/>
                <a:gd name="T4" fmla="*/ 3652 w 3652"/>
                <a:gd name="T5" fmla="*/ 1134 h 1134"/>
                <a:gd name="T6" fmla="*/ 1 w 3652"/>
                <a:gd name="T7" fmla="*/ 787 h 1134"/>
                <a:gd name="T8" fmla="*/ 0 w 3652"/>
                <a:gd name="T9" fmla="*/ 0 h 1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2" h="1134">
                  <a:moveTo>
                    <a:pt x="0" y="0"/>
                  </a:moveTo>
                  <a:lnTo>
                    <a:pt x="3652" y="318"/>
                  </a:lnTo>
                  <a:lnTo>
                    <a:pt x="3652" y="1134"/>
                  </a:lnTo>
                  <a:lnTo>
                    <a:pt x="1" y="78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9BE6CC"/>
                </a:gs>
                <a:gs pos="0">
                  <a:srgbClr val="37CC99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61">
              <a:extLst>
                <a:ext uri="{FF2B5EF4-FFF2-40B4-BE49-F238E27FC236}">
                  <a16:creationId xmlns:a16="http://schemas.microsoft.com/office/drawing/2014/main" id="{1C858E66-F881-2349-9632-3938A557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814"/>
              <a:ext cx="113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DATA (A)</a:t>
              </a:r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835BC1D8-E6BA-1941-80A9-2C5FA5DB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07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930C8B83-C511-364F-B285-9B194E17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08"/>
              <a:ext cx="1843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108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64">
              <a:extLst>
                <a:ext uri="{FF2B5EF4-FFF2-40B4-BE49-F238E27FC236}">
                  <a16:creationId xmlns:a16="http://schemas.microsoft.com/office/drawing/2014/main" id="{80925179-49BC-2349-8992-75BB30FC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600" y="358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E7403CA7-E600-0C4C-A60D-9BA8AB297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32" y="357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</p:grpSp>
      <p:grpSp>
        <p:nvGrpSpPr>
          <p:cNvPr id="75" name="Group 66">
            <a:extLst>
              <a:ext uri="{FF2B5EF4-FFF2-40B4-BE49-F238E27FC236}">
                <a16:creationId xmlns:a16="http://schemas.microsoft.com/office/drawing/2014/main" id="{F05D0514-260E-1E43-8388-78F33D7F0C1D}"/>
              </a:ext>
            </a:extLst>
          </p:cNvPr>
          <p:cNvGrpSpPr>
            <a:grpSpLocks/>
          </p:cNvGrpSpPr>
          <p:nvPr/>
        </p:nvGrpSpPr>
        <p:grpSpPr bwMode="auto">
          <a:xfrm>
            <a:off x="5013764" y="2129418"/>
            <a:ext cx="3109912" cy="715962"/>
            <a:chOff x="2596" y="1330"/>
            <a:chExt cx="1959" cy="451"/>
          </a:xfrm>
        </p:grpSpPr>
        <p:sp>
          <p:nvSpPr>
            <p:cNvPr id="76" name="AutoShape 10">
              <a:extLst>
                <a:ext uri="{FF2B5EF4-FFF2-40B4-BE49-F238E27FC236}">
                  <a16:creationId xmlns:a16="http://schemas.microsoft.com/office/drawing/2014/main" id="{832EF9D7-69BC-5545-AB6F-7343415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77" name="Text Box 11">
              <a:extLst>
                <a:ext uri="{FF2B5EF4-FFF2-40B4-BE49-F238E27FC236}">
                  <a16:creationId xmlns:a16="http://schemas.microsoft.com/office/drawing/2014/main" id="{575A100D-49B2-0D44-9324-89E1FB01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" y="1550"/>
              <a:ext cx="177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预约碰撞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F24F12-CE7B-D443-8C15-F591194A251A}"/>
              </a:ext>
            </a:extLst>
          </p:cNvPr>
          <p:cNvGrpSpPr>
            <a:grpSpLocks/>
          </p:cNvGrpSpPr>
          <p:nvPr/>
        </p:nvGrpSpPr>
        <p:grpSpPr bwMode="auto">
          <a:xfrm>
            <a:off x="8939651" y="3755018"/>
            <a:ext cx="711200" cy="2548800"/>
            <a:chOff x="8205350" y="3671888"/>
            <a:chExt cx="711200" cy="2548800"/>
          </a:xfrm>
        </p:grpSpPr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8861D341-8C8D-1748-B284-6F9756322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8038" y="3671888"/>
              <a:ext cx="0" cy="254880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0" name="Text Box 72">
              <a:extLst>
                <a:ext uri="{FF2B5EF4-FFF2-40B4-BE49-F238E27FC236}">
                  <a16:creationId xmlns:a16="http://schemas.microsoft.com/office/drawing/2014/main" id="{36ECAC2C-38BD-2145-8811-D01C7C88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5350" y="4689475"/>
              <a:ext cx="711200" cy="3698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推迟</a:t>
              </a:r>
            </a:p>
          </p:txBody>
        </p:sp>
      </p:grpSp>
      <p:grpSp>
        <p:nvGrpSpPr>
          <p:cNvPr id="81" name="Group 361">
            <a:extLst>
              <a:ext uri="{FF2B5EF4-FFF2-40B4-BE49-F238E27FC236}">
                <a16:creationId xmlns:a16="http://schemas.microsoft.com/office/drawing/2014/main" id="{DC6E86CC-64EA-0E4F-A3DA-0C7FF44F1C9F}"/>
              </a:ext>
            </a:extLst>
          </p:cNvPr>
          <p:cNvGrpSpPr>
            <a:grpSpLocks/>
          </p:cNvGrpSpPr>
          <p:nvPr/>
        </p:nvGrpSpPr>
        <p:grpSpPr bwMode="auto">
          <a:xfrm>
            <a:off x="4923276" y="1200730"/>
            <a:ext cx="650875" cy="561975"/>
            <a:chOff x="2967" y="478"/>
            <a:chExt cx="788" cy="625"/>
          </a:xfrm>
        </p:grpSpPr>
        <p:pic>
          <p:nvPicPr>
            <p:cNvPr id="82" name="Picture 358" descr="access_point_stylized_small">
              <a:extLst>
                <a:ext uri="{FF2B5EF4-FFF2-40B4-BE49-F238E27FC236}">
                  <a16:creationId xmlns:a16="http://schemas.microsoft.com/office/drawing/2014/main" id="{ACF5FCAA-0076-D945-A436-4B3616F2A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0" descr="antenna_radiation_stylized">
              <a:extLst>
                <a:ext uri="{FF2B5EF4-FFF2-40B4-BE49-F238E27FC236}">
                  <a16:creationId xmlns:a16="http://schemas.microsoft.com/office/drawing/2014/main" id="{F33EA2B5-9337-7F4E-AA4E-DD2845CB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356">
            <a:extLst>
              <a:ext uri="{FF2B5EF4-FFF2-40B4-BE49-F238E27FC236}">
                <a16:creationId xmlns:a16="http://schemas.microsoft.com/office/drawing/2014/main" id="{11578272-6776-B94A-AAF0-9F563045AD45}"/>
              </a:ext>
            </a:extLst>
          </p:cNvPr>
          <p:cNvGrpSpPr>
            <a:grpSpLocks/>
          </p:cNvGrpSpPr>
          <p:nvPr/>
        </p:nvGrpSpPr>
        <p:grpSpPr bwMode="auto">
          <a:xfrm>
            <a:off x="2110226" y="1140405"/>
            <a:ext cx="609600" cy="598488"/>
            <a:chOff x="313" y="1497"/>
            <a:chExt cx="1152" cy="1014"/>
          </a:xfrm>
        </p:grpSpPr>
        <p:pic>
          <p:nvPicPr>
            <p:cNvPr id="85" name="Picture 354" descr="laptop_stylized_small">
              <a:extLst>
                <a:ext uri="{FF2B5EF4-FFF2-40B4-BE49-F238E27FC236}">
                  <a16:creationId xmlns:a16="http://schemas.microsoft.com/office/drawing/2014/main" id="{E256E2DD-3C54-0549-A903-4CAE5BCED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5" descr="antenna_stylized">
              <a:extLst>
                <a:ext uri="{FF2B5EF4-FFF2-40B4-BE49-F238E27FC236}">
                  <a16:creationId xmlns:a16="http://schemas.microsoft.com/office/drawing/2014/main" id="{93764C0E-BB21-0A41-9D23-7F9259FB5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62EC1392-7192-674C-9F39-338C35E2F689}"/>
              </a:ext>
            </a:extLst>
          </p:cNvPr>
          <p:cNvGrpSpPr>
            <a:grpSpLocks/>
          </p:cNvGrpSpPr>
          <p:nvPr/>
        </p:nvGrpSpPr>
        <p:grpSpPr bwMode="auto">
          <a:xfrm>
            <a:off x="8561826" y="1170568"/>
            <a:ext cx="609600" cy="598487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B6D6F070-5327-4042-9FC7-74F8D2228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EBDBBDB2-0438-8041-89B1-F3D300C6F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692E6CB-15CD-2240-9932-047722556C45}"/>
              </a:ext>
            </a:extLst>
          </p:cNvPr>
          <p:cNvCxnSpPr/>
          <p:nvPr/>
        </p:nvCxnSpPr>
        <p:spPr>
          <a:xfrm>
            <a:off x="1745679" y="2008911"/>
            <a:ext cx="0" cy="3810000"/>
          </a:xfrm>
          <a:prstGeom prst="straightConnector1">
            <a:avLst/>
          </a:prstGeom>
          <a:ln w="158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 Box 46">
            <a:extLst>
              <a:ext uri="{FF2B5EF4-FFF2-40B4-BE49-F238E27FC236}">
                <a16:creationId xmlns:a16="http://schemas.microsoft.com/office/drawing/2014/main" id="{F0293F4D-BED0-464C-94AF-66657377F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1972" y="4165386"/>
            <a:ext cx="620712" cy="3698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时间</a:t>
            </a:r>
          </a:p>
        </p:txBody>
      </p:sp>
    </p:spTree>
    <p:extLst>
      <p:ext uri="{BB962C8B-B14F-4D97-AF65-F5344CB8AC3E}">
        <p14:creationId xmlns:p14="http://schemas.microsoft.com/office/powerpoint/2010/main" val="68404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帧：寻址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4" name="Text Box 12">
            <a:extLst>
              <a:ext uri="{FF2B5EF4-FFF2-40B4-BE49-F238E27FC236}">
                <a16:creationId xmlns:a16="http://schemas.microsoft.com/office/drawing/2014/main" id="{EB802AA9-5C9F-1F41-8DAA-4DADB50C3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5" name="Text Box 13">
            <a:extLst>
              <a:ext uri="{FF2B5EF4-FFF2-40B4-BE49-F238E27FC236}">
                <a16:creationId xmlns:a16="http://schemas.microsoft.com/office/drawing/2014/main" id="{976031FD-0DE5-5B4A-80BD-BD79CEF9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6" name="Text Box 14">
            <a:extLst>
              <a:ext uri="{FF2B5EF4-FFF2-40B4-BE49-F238E27FC236}">
                <a16:creationId xmlns:a16="http://schemas.microsoft.com/office/drawing/2014/main" id="{FC24CF30-0DB1-DC4B-A5A5-09191098D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7" name="Text Box 15">
            <a:extLst>
              <a:ext uri="{FF2B5EF4-FFF2-40B4-BE49-F238E27FC236}">
                <a16:creationId xmlns:a16="http://schemas.microsoft.com/office/drawing/2014/main" id="{061DB4A9-0D08-7F4F-A90E-91ADB310D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9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8" name="Text Box 16">
            <a:extLst>
              <a:ext uri="{FF2B5EF4-FFF2-40B4-BE49-F238E27FC236}">
                <a16:creationId xmlns:a16="http://schemas.microsoft.com/office/drawing/2014/main" id="{2D692E38-D5F5-884C-8D26-3DC54A227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75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9" name="Text Box 17">
            <a:extLst>
              <a:ext uri="{FF2B5EF4-FFF2-40B4-BE49-F238E27FC236}">
                <a16:creationId xmlns:a16="http://schemas.microsoft.com/office/drawing/2014/main" id="{2E76FE38-B6C0-E94A-A8BE-2F6C0BAB0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7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30" name="Text Box 18">
            <a:extLst>
              <a:ext uri="{FF2B5EF4-FFF2-40B4-BE49-F238E27FC236}">
                <a16:creationId xmlns:a16="http://schemas.microsoft.com/office/drawing/2014/main" id="{32F7DF4E-4B6B-D24E-83B6-A3737523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1796" y="1243396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31" name="Text Box 19">
            <a:extLst>
              <a:ext uri="{FF2B5EF4-FFF2-40B4-BE49-F238E27FC236}">
                <a16:creationId xmlns:a16="http://schemas.microsoft.com/office/drawing/2014/main" id="{388E12FB-1C38-A247-889D-979C8164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708" y="1240482"/>
            <a:ext cx="102784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0 - 2312</a:t>
            </a:r>
          </a:p>
        </p:txBody>
      </p:sp>
      <p:sp>
        <p:nvSpPr>
          <p:cNvPr id="132" name="Text Box 20">
            <a:extLst>
              <a:ext uri="{FF2B5EF4-FFF2-40B4-BE49-F238E27FC236}">
                <a16:creationId xmlns:a16="http://schemas.microsoft.com/office/drawing/2014/main" id="{18BB5749-AEFF-2549-A25A-F61CA6314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7496" y="1240118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4</a:t>
            </a:r>
          </a:p>
        </p:txBody>
      </p:sp>
      <p:sp>
        <p:nvSpPr>
          <p:cNvPr id="137" name="Text Box 55">
            <a:extLst>
              <a:ext uri="{FF2B5EF4-FFF2-40B4-BE49-F238E27FC236}">
                <a16:creationId xmlns:a16="http://schemas.microsoft.com/office/drawing/2014/main" id="{8AFA0209-7D36-5C40-9653-C3B23F499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850" y="3375310"/>
            <a:ext cx="3390721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地址 1：接收该帧的无线主机或 AP 的 MAC 地址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/>
            </a:r>
          </a:p>
        </p:txBody>
      </p:sp>
      <p:sp>
        <p:nvSpPr>
          <p:cNvPr id="140" name="Text Box 58">
            <a:extLst>
              <a:ext uri="{FF2B5EF4-FFF2-40B4-BE49-F238E27FC236}">
                <a16:creationId xmlns:a16="http://schemas.microsoft.com/office/drawing/2014/main" id="{1149C5E4-EC40-194B-B404-ED6C93E0F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841" y="3388845"/>
            <a:ext cx="3235902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地址 4：仅在自组织模式中使用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/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AF74D66-AC0A-4948-956A-137D269B89FE}"/>
              </a:ext>
            </a:extLst>
          </p:cNvPr>
          <p:cNvGrpSpPr/>
          <p:nvPr/>
        </p:nvGrpSpPr>
        <p:grpSpPr>
          <a:xfrm>
            <a:off x="1939636" y="1546513"/>
            <a:ext cx="8091055" cy="854364"/>
            <a:chOff x="1981199" y="2322368"/>
            <a:chExt cx="8091055" cy="85436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229BFC-8C9D-5341-AFF9-493C1C33ECA0}"/>
                </a:ext>
              </a:extLst>
            </p:cNvPr>
            <p:cNvSpPr/>
            <p:nvPr/>
          </p:nvSpPr>
          <p:spPr>
            <a:xfrm>
              <a:off x="1981199" y="2369127"/>
              <a:ext cx="8091055" cy="748146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767F13F-1490-C040-9619-96164A9D583F}"/>
                </a:ext>
              </a:extLst>
            </p:cNvPr>
            <p:cNvCxnSpPr/>
            <p:nvPr/>
          </p:nvCxnSpPr>
          <p:spPr>
            <a:xfrm>
              <a:off x="2826327" y="234141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AA45C04-3EEC-A54A-B447-129E48EA93A7}"/>
                </a:ext>
              </a:extLst>
            </p:cNvPr>
            <p:cNvCxnSpPr/>
            <p:nvPr/>
          </p:nvCxnSpPr>
          <p:spPr>
            <a:xfrm>
              <a:off x="36740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30F2417-8AA1-B34D-BAED-58697FAA172F}"/>
                </a:ext>
              </a:extLst>
            </p:cNvPr>
            <p:cNvCxnSpPr/>
            <p:nvPr/>
          </p:nvCxnSpPr>
          <p:spPr>
            <a:xfrm>
              <a:off x="4515427" y="23731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8036314-22EF-A546-8B34-64A33BD2787D}"/>
                </a:ext>
              </a:extLst>
            </p:cNvPr>
            <p:cNvCxnSpPr/>
            <p:nvPr/>
          </p:nvCxnSpPr>
          <p:spPr>
            <a:xfrm>
              <a:off x="5347277" y="23604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E34173DD-F5BD-B547-999E-4FA4E0302BE7}"/>
                </a:ext>
              </a:extLst>
            </p:cNvPr>
            <p:cNvCxnSpPr/>
            <p:nvPr/>
          </p:nvCxnSpPr>
          <p:spPr>
            <a:xfrm>
              <a:off x="6185477" y="23477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CC004E3-DD67-494B-96F9-992882A2BB95}"/>
                </a:ext>
              </a:extLst>
            </p:cNvPr>
            <p:cNvCxnSpPr/>
            <p:nvPr/>
          </p:nvCxnSpPr>
          <p:spPr>
            <a:xfrm>
              <a:off x="7023677" y="23350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BEC4A59E-2798-E14B-8864-897D2A4077AB}"/>
                </a:ext>
              </a:extLst>
            </p:cNvPr>
            <p:cNvCxnSpPr/>
            <p:nvPr/>
          </p:nvCxnSpPr>
          <p:spPr>
            <a:xfrm>
              <a:off x="7861877" y="23223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5D32E6D-CD0F-B947-BECB-0BB4432C2069}"/>
                </a:ext>
              </a:extLst>
            </p:cNvPr>
            <p:cNvCxnSpPr/>
            <p:nvPr/>
          </p:nvCxnSpPr>
          <p:spPr>
            <a:xfrm>
              <a:off x="92366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Rectangle 3">
            <a:extLst>
              <a:ext uri="{FF2B5EF4-FFF2-40B4-BE49-F238E27FC236}">
                <a16:creationId xmlns:a16="http://schemas.microsoft.com/office/drawing/2014/main" id="{19FB91BB-3917-6C4C-A950-F94A76A4F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3485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帧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控制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F3F7D97F-8B3D-E248-8ED4-6A7E4027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持续时间</a:t>
            </a:r>
          </a:p>
        </p:txBody>
      </p:sp>
      <p:sp>
        <p:nvSpPr>
          <p:cNvPr id="117" name="Rectangle 5">
            <a:extLst>
              <a:ext uri="{FF2B5EF4-FFF2-40B4-BE49-F238E27FC236}">
                <a16:creationId xmlns:a16="http://schemas.microsoft.com/office/drawing/2014/main" id="{91218FF9-7C58-A646-B5C2-DE83E6B62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94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地址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1</a:t>
            </a:r>
          </a:p>
        </p:txBody>
      </p:sp>
      <p:sp>
        <p:nvSpPr>
          <p:cNvPr id="118" name="Rectangle 6">
            <a:extLst>
              <a:ext uri="{FF2B5EF4-FFF2-40B4-BE49-F238E27FC236}">
                <a16:creationId xmlns:a16="http://schemas.microsoft.com/office/drawing/2014/main" id="{D7D7633B-DBB6-0847-9C11-53C1398B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76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地址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2</a:t>
            </a:r>
          </a:p>
        </p:txBody>
      </p:sp>
      <p:sp>
        <p:nvSpPr>
          <p:cNvPr id="119" name="Rectangle 7">
            <a:extLst>
              <a:ext uri="{FF2B5EF4-FFF2-40B4-BE49-F238E27FC236}">
                <a16:creationId xmlns:a16="http://schemas.microsoft.com/office/drawing/2014/main" id="{E39443BA-2E24-114F-85CB-5CA6A7DF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2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地址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4</a:t>
            </a:r>
          </a:p>
        </p:txBody>
      </p:sp>
      <p:sp>
        <p:nvSpPr>
          <p:cNvPr id="120" name="Rectangle 8">
            <a:extLst>
              <a:ext uri="{FF2B5EF4-FFF2-40B4-BE49-F238E27FC236}">
                <a16:creationId xmlns:a16="http://schemas.microsoft.com/office/drawing/2014/main" id="{5B42CCAD-488D-4840-9DA3-9D221E25A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8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地址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3</a:t>
            </a:r>
          </a:p>
        </p:txBody>
      </p:sp>
      <p:sp>
        <p:nvSpPr>
          <p:cNvPr id="121" name="Rectangle 9">
            <a:extLst>
              <a:ext uri="{FF2B5EF4-FFF2-40B4-BE49-F238E27FC236}">
                <a16:creationId xmlns:a16="http://schemas.microsoft.com/office/drawing/2014/main" id="{5ABA6D97-54D1-3B48-8E35-4BD2C716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22" name="Rectangle 10">
            <a:extLst>
              <a:ext uri="{FF2B5EF4-FFF2-40B4-BE49-F238E27FC236}">
                <a16:creationId xmlns:a16="http://schemas.microsoft.com/office/drawing/2014/main" id="{B26FE9E4-8E06-0D45-A2FC-D385D56A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430" y="1672504"/>
            <a:ext cx="1371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载荷</a:t>
            </a:r>
          </a:p>
        </p:txBody>
      </p:sp>
      <p:sp>
        <p:nvSpPr>
          <p:cNvPr id="123" name="Rectangle 11">
            <a:extLst>
              <a:ext uri="{FF2B5EF4-FFF2-40B4-BE49-F238E27FC236}">
                <a16:creationId xmlns:a16="http://schemas.microsoft.com/office/drawing/2014/main" id="{99410C58-51A8-2F4C-AAF8-53D3A0A09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2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CRC</a:t>
            </a:r>
          </a:p>
        </p:txBody>
      </p:sp>
      <p:sp>
        <p:nvSpPr>
          <p:cNvPr id="133" name="Text Box 21">
            <a:extLst>
              <a:ext uri="{FF2B5EF4-FFF2-40B4-BE49-F238E27FC236}">
                <a16:creationId xmlns:a16="http://schemas.microsoft.com/office/drawing/2014/main" id="{42BF6590-B2B6-1548-BA6F-9A4B4FEF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2992" y="1705119"/>
            <a:ext cx="857927" cy="541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序号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控制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1E041B5-9738-A742-BCFC-9F35F63D2AE4}"/>
              </a:ext>
            </a:extLst>
          </p:cNvPr>
          <p:cNvGrpSpPr/>
          <p:nvPr/>
        </p:nvGrpSpPr>
        <p:grpSpPr>
          <a:xfrm>
            <a:off x="1873822" y="2507673"/>
            <a:ext cx="3199209" cy="3495460"/>
            <a:chOff x="1873822" y="2507673"/>
            <a:chExt cx="3199209" cy="3495460"/>
          </a:xfrm>
        </p:grpSpPr>
        <p:sp>
          <p:nvSpPr>
            <p:cNvPr id="134" name="Text Box 52">
              <a:extLst>
                <a:ext uri="{FF2B5EF4-FFF2-40B4-BE49-F238E27FC236}">
                  <a16:creationId xmlns:a16="http://schemas.microsoft.com/office/drawing/2014/main" id="{F97A879F-B7E1-CE4E-8035-D753916E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822" y="4913604"/>
              <a:ext cx="3199209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地址 2：MAC 地址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/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无线主机或 AP 的 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发送该帧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1320556-572C-904C-8890-04AFCC19201A}"/>
                </a:ext>
              </a:extLst>
            </p:cNvPr>
            <p:cNvCxnSpPr>
              <a:cxnSpLocks/>
            </p:cNvCxnSpPr>
            <p:nvPr/>
          </p:nvCxnSpPr>
          <p:spPr>
            <a:xfrm>
              <a:off x="4904509" y="2507673"/>
              <a:ext cx="0" cy="24938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9AAB3E1-AF2C-8D47-847E-1949D73810EB}"/>
              </a:ext>
            </a:extLst>
          </p:cNvPr>
          <p:cNvGrpSpPr/>
          <p:nvPr/>
        </p:nvGrpSpPr>
        <p:grpSpPr>
          <a:xfrm>
            <a:off x="5552352" y="2500745"/>
            <a:ext cx="3854882" cy="3077369"/>
            <a:chOff x="5552352" y="2500745"/>
            <a:chExt cx="3854882" cy="3077369"/>
          </a:xfrm>
        </p:grpSpPr>
        <p:sp>
          <p:nvSpPr>
            <p:cNvPr id="139" name="Text Box 57">
              <a:extLst>
                <a:ext uri="{FF2B5EF4-FFF2-40B4-BE49-F238E27FC236}">
                  <a16:creationId xmlns:a16="http://schemas.microsoft.com/office/drawing/2014/main" id="{1DD1FB07-4CE6-6A40-AF67-3866E5A19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352" y="4488585"/>
              <a:ext cx="3854882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地址 3：AP 所连接路由器接口的 MAC 地址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/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EAC2366-7D3C-584C-B185-DBF8143021CB}"/>
                </a:ext>
              </a:extLst>
            </p:cNvPr>
            <p:cNvCxnSpPr/>
            <p:nvPr/>
          </p:nvCxnSpPr>
          <p:spPr>
            <a:xfrm>
              <a:off x="5708072" y="2500745"/>
              <a:ext cx="0" cy="198120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990687-2977-D243-A059-3ABE1E9EFB59}"/>
              </a:ext>
            </a:extLst>
          </p:cNvPr>
          <p:cNvCxnSpPr/>
          <p:nvPr/>
        </p:nvCxnSpPr>
        <p:spPr>
          <a:xfrm>
            <a:off x="7426036" y="2521527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CEE2B4BE-9FE0-934B-A00D-AA5706A4320B}"/>
              </a:ext>
            </a:extLst>
          </p:cNvPr>
          <p:cNvCxnSpPr/>
          <p:nvPr/>
        </p:nvCxnSpPr>
        <p:spPr>
          <a:xfrm>
            <a:off x="3990109" y="2514600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9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帧：寻址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53" name="Oval 3">
            <a:extLst>
              <a:ext uri="{FF2B5EF4-FFF2-40B4-BE49-F238E27FC236}">
                <a16:creationId xmlns:a16="http://schemas.microsoft.com/office/drawing/2014/main" id="{B7A96E68-A308-AB4B-BFE7-480796548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606" y="1243734"/>
            <a:ext cx="2454275" cy="237490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cs typeface="Arial" charset="0"/>
            </a:endParaRPr>
          </a:p>
        </p:txBody>
      </p:sp>
      <p:sp>
        <p:nvSpPr>
          <p:cNvPr id="154" name="Line 23">
            <a:extLst>
              <a:ext uri="{FF2B5EF4-FFF2-40B4-BE49-F238E27FC236}">
                <a16:creationId xmlns:a16="http://schemas.microsoft.com/office/drawing/2014/main" id="{CF0F70EE-5942-ED42-A710-11B04F52B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3218" y="2756622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55" name="Line 25">
            <a:extLst>
              <a:ext uri="{FF2B5EF4-FFF2-40B4-BE49-F238E27FC236}">
                <a16:creationId xmlns:a16="http://schemas.microsoft.com/office/drawing/2014/main" id="{FB9261F9-19E3-3F45-A421-E07670FFAD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9618" y="2299422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156" name="Group 26">
            <a:extLst>
              <a:ext uri="{FF2B5EF4-FFF2-40B4-BE49-F238E27FC236}">
                <a16:creationId xmlns:a16="http://schemas.microsoft.com/office/drawing/2014/main" id="{98651068-8E3D-424E-841A-8FC5D31E7DCB}"/>
              </a:ext>
            </a:extLst>
          </p:cNvPr>
          <p:cNvGrpSpPr>
            <a:grpSpLocks/>
          </p:cNvGrpSpPr>
          <p:nvPr/>
        </p:nvGrpSpPr>
        <p:grpSpPr bwMode="auto">
          <a:xfrm>
            <a:off x="7751618" y="1461222"/>
            <a:ext cx="2362200" cy="1762125"/>
            <a:chOff x="3744" y="1392"/>
            <a:chExt cx="1488" cy="1110"/>
          </a:xfrm>
        </p:grpSpPr>
        <p:sp>
          <p:nvSpPr>
            <p:cNvPr id="157" name="Freeform 27">
              <a:extLst>
                <a:ext uri="{FF2B5EF4-FFF2-40B4-BE49-F238E27FC236}">
                  <a16:creationId xmlns:a16="http://schemas.microsoft.com/office/drawing/2014/main" id="{595F32E8-46BF-C049-B7C7-F4B1041C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58" name="Text Box 28">
              <a:extLst>
                <a:ext uri="{FF2B5EF4-FFF2-40B4-BE49-F238E27FC236}">
                  <a16:creationId xmlns:a16="http://schemas.microsoft.com/office/drawing/2014/main" id="{4AB99EA9-F357-9548-B945-07E6DF27B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776"/>
              <a:ext cx="6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dirty="0"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175" name="Text Box 90">
            <a:extLst>
              <a:ext uri="{FF2B5EF4-FFF2-40B4-BE49-F238E27FC236}">
                <a16:creationId xmlns:a16="http://schemas.microsoft.com/office/drawing/2014/main" id="{A047F41D-21DF-1444-AE83-8E520251A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018" y="2375622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176" name="Text Box 93">
            <a:extLst>
              <a:ext uri="{FF2B5EF4-FFF2-40B4-BE49-F238E27FC236}">
                <a16:creationId xmlns:a16="http://schemas.microsoft.com/office/drawing/2014/main" id="{6162A70C-059D-A34A-A4F8-748DEDB31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343" y="2404197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R1</a:t>
            </a:r>
          </a:p>
        </p:txBody>
      </p:sp>
      <p:grpSp>
        <p:nvGrpSpPr>
          <p:cNvPr id="235" name="Group 361">
            <a:extLst>
              <a:ext uri="{FF2B5EF4-FFF2-40B4-BE49-F238E27FC236}">
                <a16:creationId xmlns:a16="http://schemas.microsoft.com/office/drawing/2014/main" id="{AB253F13-6F20-9B48-99C2-8CFAB9B9621B}"/>
              </a:ext>
            </a:extLst>
          </p:cNvPr>
          <p:cNvGrpSpPr>
            <a:grpSpLocks/>
          </p:cNvGrpSpPr>
          <p:nvPr/>
        </p:nvGrpSpPr>
        <p:grpSpPr bwMode="auto">
          <a:xfrm>
            <a:off x="5043343" y="2262909"/>
            <a:ext cx="762000" cy="663575"/>
            <a:chOff x="2967" y="478"/>
            <a:chExt cx="788" cy="625"/>
          </a:xfrm>
        </p:grpSpPr>
        <p:pic>
          <p:nvPicPr>
            <p:cNvPr id="236" name="Picture 358" descr="access_point_stylized_small">
              <a:extLst>
                <a:ext uri="{FF2B5EF4-FFF2-40B4-BE49-F238E27FC236}">
                  <a16:creationId xmlns:a16="http://schemas.microsoft.com/office/drawing/2014/main" id="{D8C6CEEA-B59C-7440-A2B8-1739DCE4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7" name="Picture 360" descr="antenna_radiation_stylized">
              <a:extLst>
                <a:ext uri="{FF2B5EF4-FFF2-40B4-BE49-F238E27FC236}">
                  <a16:creationId xmlns:a16="http://schemas.microsoft.com/office/drawing/2014/main" id="{BA954DF7-8433-CE47-9A43-1EE15247B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8" name="Group 356">
            <a:extLst>
              <a:ext uri="{FF2B5EF4-FFF2-40B4-BE49-F238E27FC236}">
                <a16:creationId xmlns:a16="http://schemas.microsoft.com/office/drawing/2014/main" id="{F8DDEC3C-1463-5049-B71D-D1BE466265B6}"/>
              </a:ext>
            </a:extLst>
          </p:cNvPr>
          <p:cNvGrpSpPr>
            <a:grpSpLocks/>
          </p:cNvGrpSpPr>
          <p:nvPr/>
        </p:nvGrpSpPr>
        <p:grpSpPr bwMode="auto">
          <a:xfrm>
            <a:off x="3641581" y="1826347"/>
            <a:ext cx="609600" cy="598487"/>
            <a:chOff x="313" y="1497"/>
            <a:chExt cx="1152" cy="1014"/>
          </a:xfrm>
        </p:grpSpPr>
        <p:pic>
          <p:nvPicPr>
            <p:cNvPr id="239" name="Picture 354" descr="laptop_stylized_small">
              <a:extLst>
                <a:ext uri="{FF2B5EF4-FFF2-40B4-BE49-F238E27FC236}">
                  <a16:creationId xmlns:a16="http://schemas.microsoft.com/office/drawing/2014/main" id="{41223405-6AE5-D043-BD4D-754C2C6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0" name="Picture 355" descr="antenna_stylized">
              <a:extLst>
                <a:ext uri="{FF2B5EF4-FFF2-40B4-BE49-F238E27FC236}">
                  <a16:creationId xmlns:a16="http://schemas.microsoft.com/office/drawing/2014/main" id="{599C7169-19C2-D445-B264-3F99F4859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1" name="Group 356">
            <a:extLst>
              <a:ext uri="{FF2B5EF4-FFF2-40B4-BE49-F238E27FC236}">
                <a16:creationId xmlns:a16="http://schemas.microsoft.com/office/drawing/2014/main" id="{F4AC70A4-8006-0644-AD0C-79A8B7F00630}"/>
              </a:ext>
            </a:extLst>
          </p:cNvPr>
          <p:cNvGrpSpPr>
            <a:grpSpLocks/>
          </p:cNvGrpSpPr>
          <p:nvPr/>
        </p:nvGrpSpPr>
        <p:grpSpPr bwMode="auto">
          <a:xfrm>
            <a:off x="4606781" y="1521547"/>
            <a:ext cx="609600" cy="598487"/>
            <a:chOff x="313" y="1497"/>
            <a:chExt cx="1152" cy="1014"/>
          </a:xfrm>
        </p:grpSpPr>
        <p:pic>
          <p:nvPicPr>
            <p:cNvPr id="242" name="Picture 354" descr="laptop_stylized_small">
              <a:extLst>
                <a:ext uri="{FF2B5EF4-FFF2-40B4-BE49-F238E27FC236}">
                  <a16:creationId xmlns:a16="http://schemas.microsoft.com/office/drawing/2014/main" id="{94842939-7F21-5D4A-AADF-2CEDD791A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3" name="Picture 355" descr="antenna_stylized">
              <a:extLst>
                <a:ext uri="{FF2B5EF4-FFF2-40B4-BE49-F238E27FC236}">
                  <a16:creationId xmlns:a16="http://schemas.microsoft.com/office/drawing/2014/main" id="{7E14D177-A278-4649-8D0E-872D36C8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78C56C5-3B29-FD46-96F7-E9E78AB6A338}"/>
              </a:ext>
            </a:extLst>
          </p:cNvPr>
          <p:cNvGrpSpPr/>
          <p:nvPr/>
        </p:nvGrpSpPr>
        <p:grpSpPr>
          <a:xfrm>
            <a:off x="6501251" y="2534801"/>
            <a:ext cx="744676" cy="388508"/>
            <a:chOff x="7493876" y="2774731"/>
            <a:chExt cx="1481958" cy="894622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BF137484-35D9-3F4B-BDAF-EF21E940A37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D8F34669-DAD9-C54C-9FD2-DB5AEF5F5B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91C6595-D489-B54A-9BCA-B4076579BE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B3407232-FD70-FE40-8726-32C3F367EE1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134FA0FD-F651-2543-9A5D-F7D024838DF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C3FE3217-2BFB-6242-A96B-672A1B494D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28DC3D07-988E-8F4B-8CD2-B49D927D66E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0B2884A-380E-2540-845B-4FE280BD341C}"/>
              </a:ext>
            </a:extLst>
          </p:cNvPr>
          <p:cNvGrpSpPr/>
          <p:nvPr/>
        </p:nvGrpSpPr>
        <p:grpSpPr>
          <a:xfrm>
            <a:off x="2100263" y="2823297"/>
            <a:ext cx="5330680" cy="3529506"/>
            <a:chOff x="368445" y="2795588"/>
            <a:chExt cx="5330680" cy="3529506"/>
          </a:xfrm>
        </p:grpSpPr>
        <p:sp>
          <p:nvSpPr>
            <p:cNvPr id="180" name="Freeform 95">
              <a:extLst>
                <a:ext uri="{FF2B5EF4-FFF2-40B4-BE49-F238E27FC236}">
                  <a16:creationId xmlns:a16="http://schemas.microsoft.com/office/drawing/2014/main" id="{2B24C659-126D-274C-92C8-EBCD8D0E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35" y="2795588"/>
              <a:ext cx="5201966" cy="2502842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3852 w 9712"/>
                <a:gd name="connsiteY0" fmla="*/ 0 h 9452"/>
                <a:gd name="connsiteX1" fmla="*/ 20 w 9712"/>
                <a:gd name="connsiteY1" fmla="*/ 8663 h 9452"/>
                <a:gd name="connsiteX2" fmla="*/ 4918 w 9712"/>
                <a:gd name="connsiteY2" fmla="*/ 9234 h 9452"/>
                <a:gd name="connsiteX3" fmla="*/ 9712 w 9712"/>
                <a:gd name="connsiteY3" fmla="*/ 8663 h 9452"/>
                <a:gd name="connsiteX4" fmla="*/ 4410 w 9712"/>
                <a:gd name="connsiteY4" fmla="*/ 450 h 9452"/>
                <a:gd name="connsiteX5" fmla="*/ 3852 w 9712"/>
                <a:gd name="connsiteY5" fmla="*/ 0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2" h="9452">
                  <a:moveTo>
                    <a:pt x="3852" y="0"/>
                  </a:moveTo>
                  <a:cubicBezTo>
                    <a:pt x="3432" y="3339"/>
                    <a:pt x="2673" y="6379"/>
                    <a:pt x="20" y="8663"/>
                  </a:cubicBezTo>
                  <a:cubicBezTo>
                    <a:pt x="-288" y="9838"/>
                    <a:pt x="3214" y="9342"/>
                    <a:pt x="4918" y="9234"/>
                  </a:cubicBezTo>
                  <a:cubicBezTo>
                    <a:pt x="6534" y="9234"/>
                    <a:pt x="9570" y="10000"/>
                    <a:pt x="9712" y="8663"/>
                  </a:cubicBezTo>
                  <a:cubicBezTo>
                    <a:pt x="5589" y="6007"/>
                    <a:pt x="5429" y="3489"/>
                    <a:pt x="4410" y="450"/>
                  </a:cubicBezTo>
                  <a:cubicBezTo>
                    <a:pt x="4131" y="150"/>
                    <a:pt x="4244" y="402"/>
                    <a:pt x="385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1A1298-7DB2-5D45-8DE9-1494E6DFC21C}"/>
                </a:ext>
              </a:extLst>
            </p:cNvPr>
            <p:cNvGrpSpPr/>
            <p:nvPr/>
          </p:nvGrpSpPr>
          <p:grpSpPr>
            <a:xfrm>
              <a:off x="368445" y="5045075"/>
              <a:ext cx="5330680" cy="1280019"/>
              <a:chOff x="368445" y="5045075"/>
              <a:chExt cx="5330680" cy="1280019"/>
            </a:xfrm>
          </p:grpSpPr>
          <p:sp>
            <p:nvSpPr>
              <p:cNvPr id="179" name="Rectangle 98">
                <a:extLst>
                  <a:ext uri="{FF2B5EF4-FFF2-40B4-BE49-F238E27FC236}">
                    <a16:creationId xmlns:a16="http://schemas.microsoft.com/office/drawing/2014/main" id="{A56CA818-F42A-A34C-A29C-DE8D5184D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" y="5118100"/>
                <a:ext cx="5207000" cy="427037"/>
              </a:xfrm>
              <a:prstGeom prst="rect">
                <a:avLst/>
              </a:prstGeom>
              <a:solidFill>
                <a:srgbClr val="37CC99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cs typeface="Arial" charset="0"/>
                </a:endParaRPr>
              </a:p>
            </p:txBody>
          </p:sp>
          <p:sp>
            <p:nvSpPr>
              <p:cNvPr id="182" name="Text Box 97">
                <a:extLst>
                  <a:ext uri="{FF2B5EF4-FFF2-40B4-BE49-F238E27FC236}">
                    <a16:creationId xmlns:a16="http://schemas.microsoft.com/office/drawing/2014/main" id="{99E37682-4092-B349-959B-B7A07F968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814" y="5135540"/>
                <a:ext cx="1567801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AP MAC 地址</a:t>
                </a:r>
              </a:p>
            </p:txBody>
          </p:sp>
          <p:sp>
            <p:nvSpPr>
              <p:cNvPr id="183" name="Line 99">
                <a:extLst>
                  <a:ext uri="{FF2B5EF4-FFF2-40B4-BE49-F238E27FC236}">
                    <a16:creationId xmlns:a16="http://schemas.microsoft.com/office/drawing/2014/main" id="{A7E45ADB-234A-7147-9FBB-CDB696DC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2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4" name="Line 100">
                <a:extLst>
                  <a:ext uri="{FF2B5EF4-FFF2-40B4-BE49-F238E27FC236}">
                    <a16:creationId xmlns:a16="http://schemas.microsoft.com/office/drawing/2014/main" id="{912BD2E0-B5DA-2B4C-8601-BA84D4345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6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5" name="Line 101">
                <a:extLst>
                  <a:ext uri="{FF2B5EF4-FFF2-40B4-BE49-F238E27FC236}">
                    <a16:creationId xmlns:a16="http://schemas.microsoft.com/office/drawing/2014/main" id="{6045170B-2B50-6044-B356-6291516AC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0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202" name="Freeform 109">
                <a:extLst>
                  <a:ext uri="{FF2B5EF4-FFF2-40B4-BE49-F238E27FC236}">
                    <a16:creationId xmlns:a16="http://schemas.microsoft.com/office/drawing/2014/main" id="{5B12B7D0-E5F1-0C45-B08B-A4227BB6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03" name="Freeform 110">
                <a:extLst>
                  <a:ext uri="{FF2B5EF4-FFF2-40B4-BE49-F238E27FC236}">
                    <a16:creationId xmlns:a16="http://schemas.microsoft.com/office/drawing/2014/main" id="{B204B39D-9790-8748-9630-B9ACA89A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189" name="Line 115">
                <a:extLst>
                  <a:ext uri="{FF2B5EF4-FFF2-40B4-BE49-F238E27FC236}">
                    <a16:creationId xmlns:a16="http://schemas.microsoft.com/office/drawing/2014/main" id="{15E43E4C-A6B4-D247-8DC9-3A0F7A28C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7650" y="5127625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91" name="Text Box 120">
                <a:extLst>
                  <a:ext uri="{FF2B5EF4-FFF2-40B4-BE49-F238E27FC236}">
                    <a16:creationId xmlns:a16="http://schemas.microsoft.com/office/drawing/2014/main" id="{C1446D21-DDBA-2A4B-9DC2-2D6A2EE8F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2363" y="555783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地址 1</a:t>
                </a:r>
              </a:p>
            </p:txBody>
          </p:sp>
          <p:sp>
            <p:nvSpPr>
              <p:cNvPr id="192" name="Text Box 121">
                <a:extLst>
                  <a:ext uri="{FF2B5EF4-FFF2-40B4-BE49-F238E27FC236}">
                    <a16:creationId xmlns:a16="http://schemas.microsoft.com/office/drawing/2014/main" id="{1DF9D129-3B51-0242-AB99-D4CD1E3FB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732" y="5554391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地址 2</a:t>
                </a:r>
              </a:p>
            </p:txBody>
          </p:sp>
          <p:sp>
            <p:nvSpPr>
              <p:cNvPr id="193" name="Text Box 122">
                <a:extLst>
                  <a:ext uri="{FF2B5EF4-FFF2-40B4-BE49-F238E27FC236}">
                    <a16:creationId xmlns:a16="http://schemas.microsoft.com/office/drawing/2014/main" id="{DFD8E956-8FF5-3B49-8EB6-7A4311C7C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991" y="555631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地址 3</a:t>
                </a:r>
              </a:p>
            </p:txBody>
          </p:sp>
          <p:sp>
            <p:nvSpPr>
              <p:cNvPr id="194" name="Text Box 123">
                <a:extLst>
                  <a:ext uri="{FF2B5EF4-FFF2-40B4-BE49-F238E27FC236}">
                    <a16:creationId xmlns:a16="http://schemas.microsoft.com/office/drawing/2014/main" id="{4D2811B5-20D9-1B48-9276-6B9303C66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445" y="5924984"/>
                <a:ext cx="2190023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i="1" dirty="0">
                    <a:latin typeface="+mn-lt"/>
                    <a:cs typeface="Arial" charset="0"/>
                  </a:rPr>
                  <a:t>802.11 WiFi 帧</a:t>
                </a:r>
                <a:r>
                  <a:rPr lang="en-US" sz="2000" i="1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/>
                </a:r>
                <a:r>
                  <a:rPr lang="en-US" sz="2000" i="1" dirty="0">
                    <a:latin typeface="+mn-lt"/>
                    <a:cs typeface="Arial" charset="0"/>
                  </a:rPr>
                  <a:t/>
                </a:r>
              </a:p>
            </p:txBody>
          </p:sp>
          <p:grpSp>
            <p:nvGrpSpPr>
              <p:cNvPr id="186" name="Group 106">
                <a:extLst>
                  <a:ext uri="{FF2B5EF4-FFF2-40B4-BE49-F238E27FC236}">
                    <a16:creationId xmlns:a16="http://schemas.microsoft.com/office/drawing/2014/main" id="{17B65AEF-31B7-C147-8148-5B39C6D1B6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5150" y="5451475"/>
                <a:ext cx="155575" cy="180975"/>
                <a:chOff x="1308" y="3186"/>
                <a:chExt cx="98" cy="114"/>
              </a:xfrm>
            </p:grpSpPr>
            <p:sp>
              <p:nvSpPr>
                <p:cNvPr id="205" name="Freeform 103">
                  <a:extLst>
                    <a:ext uri="{FF2B5EF4-FFF2-40B4-BE49-F238E27FC236}">
                      <a16:creationId xmlns:a16="http://schemas.microsoft.com/office/drawing/2014/main" id="{85891912-5908-E645-943A-A39490100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6" name="Freeform 104">
                  <a:extLst>
                    <a:ext uri="{FF2B5EF4-FFF2-40B4-BE49-F238E27FC236}">
                      <a16:creationId xmlns:a16="http://schemas.microsoft.com/office/drawing/2014/main" id="{985D0E83-0F8B-A748-8659-3680E388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88" name="Group 111">
                <a:extLst>
                  <a:ext uri="{FF2B5EF4-FFF2-40B4-BE49-F238E27FC236}">
                    <a16:creationId xmlns:a16="http://schemas.microsoft.com/office/drawing/2014/main" id="{E23E9D92-2A84-8A4C-81D3-CC52DF6E51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22900" y="5045075"/>
                <a:ext cx="155575" cy="180975"/>
                <a:chOff x="1308" y="3186"/>
                <a:chExt cx="98" cy="114"/>
              </a:xfrm>
            </p:grpSpPr>
            <p:sp>
              <p:nvSpPr>
                <p:cNvPr id="199" name="Freeform 113">
                  <a:extLst>
                    <a:ext uri="{FF2B5EF4-FFF2-40B4-BE49-F238E27FC236}">
                      <a16:creationId xmlns:a16="http://schemas.microsoft.com/office/drawing/2014/main" id="{482288A7-63C1-3842-A3D4-7AFC97C53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0" name="Freeform 114">
                  <a:extLst>
                    <a:ext uri="{FF2B5EF4-FFF2-40B4-BE49-F238E27FC236}">
                      <a16:creationId xmlns:a16="http://schemas.microsoft.com/office/drawing/2014/main" id="{2617F009-AE0F-7B4D-8569-49CFF3AE4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90" name="Group 116">
                <a:extLst>
                  <a:ext uri="{FF2B5EF4-FFF2-40B4-BE49-F238E27FC236}">
                    <a16:creationId xmlns:a16="http://schemas.microsoft.com/office/drawing/2014/main" id="{98525C45-9EC9-3645-AFDF-7B23C730A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32425" y="5445125"/>
                <a:ext cx="155575" cy="180975"/>
                <a:chOff x="1308" y="3186"/>
                <a:chExt cx="98" cy="114"/>
              </a:xfrm>
            </p:grpSpPr>
            <p:sp>
              <p:nvSpPr>
                <p:cNvPr id="196" name="Freeform 118">
                  <a:extLst>
                    <a:ext uri="{FF2B5EF4-FFF2-40B4-BE49-F238E27FC236}">
                      <a16:creationId xmlns:a16="http://schemas.microsoft.com/office/drawing/2014/main" id="{1178950C-6B09-FC4A-8FA4-A3D624FA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197" name="Freeform 119">
                  <a:extLst>
                    <a:ext uri="{FF2B5EF4-FFF2-40B4-BE49-F238E27FC236}">
                      <a16:creationId xmlns:a16="http://schemas.microsoft.com/office/drawing/2014/main" id="{39622EC3-01B1-9041-A890-8B3802C9A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sp>
            <p:nvSpPr>
              <p:cNvPr id="265" name="Text Box 97">
                <a:extLst>
                  <a:ext uri="{FF2B5EF4-FFF2-40B4-BE49-F238E27FC236}">
                    <a16:creationId xmlns:a16="http://schemas.microsoft.com/office/drawing/2014/main" id="{97547A4A-C168-4144-8E1C-3C58665A4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967" y="5133945"/>
                <a:ext cx="1554977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R1 MAC 地址</a:t>
                </a:r>
              </a:p>
            </p:txBody>
          </p:sp>
          <p:sp>
            <p:nvSpPr>
              <p:cNvPr id="266" name="Text Box 97">
                <a:extLst>
                  <a:ext uri="{FF2B5EF4-FFF2-40B4-BE49-F238E27FC236}">
                    <a16:creationId xmlns:a16="http://schemas.microsoft.com/office/drawing/2014/main" id="{9777CB94-1BA4-D64D-AF85-CA46520698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8185" y="5133945"/>
                <a:ext cx="1575816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H1 MAC 地址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AC22B9E-07A1-0342-B5B4-6E8382B56B25}"/>
              </a:ext>
            </a:extLst>
          </p:cNvPr>
          <p:cNvGrpSpPr/>
          <p:nvPr/>
        </p:nvGrpSpPr>
        <p:grpSpPr>
          <a:xfrm>
            <a:off x="4261427" y="2394529"/>
            <a:ext cx="780829" cy="709297"/>
            <a:chOff x="2529609" y="2366820"/>
            <a:chExt cx="780829" cy="709297"/>
          </a:xfrm>
        </p:grpSpPr>
        <p:grpSp>
          <p:nvGrpSpPr>
            <p:cNvPr id="244" name="Group 201">
              <a:extLst>
                <a:ext uri="{FF2B5EF4-FFF2-40B4-BE49-F238E27FC236}">
                  <a16:creationId xmlns:a16="http://schemas.microsoft.com/office/drawing/2014/main" id="{F4E36E31-7823-F04D-8F5F-0E7E175E3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20BA22F2-F413-E249-ABFC-E76A5831E9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39A92026-28D3-FE4B-B67A-72B3F50015DF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088118C1-D479-6A46-AA1D-D9592C2919CC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1" name="Right Arrow 260">
              <a:extLst>
                <a:ext uri="{FF2B5EF4-FFF2-40B4-BE49-F238E27FC236}">
                  <a16:creationId xmlns:a16="http://schemas.microsoft.com/office/drawing/2014/main" id="{D4CFF042-2F20-3542-AEBF-68F7A356B7FB}"/>
                </a:ext>
              </a:extLst>
            </p:cNvPr>
            <p:cNvSpPr/>
            <p:nvPr/>
          </p:nvSpPr>
          <p:spPr>
            <a:xfrm rot="1799862">
              <a:off x="2529609" y="236682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  <p:sp>
        <p:nvSpPr>
          <p:cNvPr id="274" name="Freeform 95">
            <a:extLst>
              <a:ext uri="{FF2B5EF4-FFF2-40B4-BE49-F238E27FC236}">
                <a16:creationId xmlns:a16="http://schemas.microsoft.com/office/drawing/2014/main" id="{8D3DFAB1-B173-2B41-8696-E7AE73A78390}"/>
              </a:ext>
            </a:extLst>
          </p:cNvPr>
          <p:cNvSpPr>
            <a:spLocks/>
          </p:cNvSpPr>
          <p:nvPr/>
        </p:nvSpPr>
        <p:spPr bwMode="auto">
          <a:xfrm>
            <a:off x="6068173" y="3172859"/>
            <a:ext cx="4544256" cy="1101192"/>
          </a:xfrm>
          <a:custGeom>
            <a:avLst/>
            <a:gdLst>
              <a:gd name="T0" fmla="*/ 1397 w 3374"/>
              <a:gd name="T1" fmla="*/ 0 h 1668"/>
              <a:gd name="T2" fmla="*/ 104 w 3374"/>
              <a:gd name="T3" fmla="*/ 1445 h 1668"/>
              <a:gd name="T4" fmla="*/ 1294 w 3374"/>
              <a:gd name="T5" fmla="*/ 1418 h 1668"/>
              <a:gd name="T6" fmla="*/ 3374 w 3374"/>
              <a:gd name="T7" fmla="*/ 1445 h 1668"/>
              <a:gd name="T8" fmla="*/ 1585 w 3374"/>
              <a:gd name="T9" fmla="*/ 75 h 1668"/>
              <a:gd name="T10" fmla="*/ 1397 w 3374"/>
              <a:gd name="T11" fmla="*/ 0 h 16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3852 w 9712"/>
              <a:gd name="connsiteY0" fmla="*/ 0 h 9452"/>
              <a:gd name="connsiteX1" fmla="*/ 20 w 9712"/>
              <a:gd name="connsiteY1" fmla="*/ 8663 h 9452"/>
              <a:gd name="connsiteX2" fmla="*/ 4918 w 9712"/>
              <a:gd name="connsiteY2" fmla="*/ 9234 h 9452"/>
              <a:gd name="connsiteX3" fmla="*/ 9712 w 9712"/>
              <a:gd name="connsiteY3" fmla="*/ 8663 h 9452"/>
              <a:gd name="connsiteX4" fmla="*/ 4410 w 9712"/>
              <a:gd name="connsiteY4" fmla="*/ 450 h 9452"/>
              <a:gd name="connsiteX5" fmla="*/ 3852 w 9712"/>
              <a:gd name="connsiteY5" fmla="*/ 0 h 9452"/>
              <a:gd name="connsiteX0" fmla="*/ 3945 w 9979"/>
              <a:gd name="connsiteY0" fmla="*/ 0 h 10000"/>
              <a:gd name="connsiteX1" fmla="*/ 0 w 9979"/>
              <a:gd name="connsiteY1" fmla="*/ 9165 h 10000"/>
              <a:gd name="connsiteX2" fmla="*/ 5043 w 9979"/>
              <a:gd name="connsiteY2" fmla="*/ 9769 h 10000"/>
              <a:gd name="connsiteX3" fmla="*/ 9979 w 9979"/>
              <a:gd name="connsiteY3" fmla="*/ 9165 h 10000"/>
              <a:gd name="connsiteX4" fmla="*/ 4520 w 9979"/>
              <a:gd name="connsiteY4" fmla="*/ 476 h 10000"/>
              <a:gd name="connsiteX5" fmla="*/ 3945 w 9979"/>
              <a:gd name="connsiteY5" fmla="*/ 0 h 10000"/>
              <a:gd name="connsiteX0" fmla="*/ 3953 w 10000"/>
              <a:gd name="connsiteY0" fmla="*/ 0 h 9782"/>
              <a:gd name="connsiteX1" fmla="*/ 0 w 10000"/>
              <a:gd name="connsiteY1" fmla="*/ 9165 h 9782"/>
              <a:gd name="connsiteX2" fmla="*/ 5054 w 10000"/>
              <a:gd name="connsiteY2" fmla="*/ 9769 h 9782"/>
              <a:gd name="connsiteX3" fmla="*/ 10000 w 10000"/>
              <a:gd name="connsiteY3" fmla="*/ 9165 h 9782"/>
              <a:gd name="connsiteX4" fmla="*/ 4530 w 10000"/>
              <a:gd name="connsiteY4" fmla="*/ 476 h 9782"/>
              <a:gd name="connsiteX5" fmla="*/ 3953 w 10000"/>
              <a:gd name="connsiteY5" fmla="*/ 0 h 9782"/>
              <a:gd name="connsiteX0" fmla="*/ 3953 w 10000"/>
              <a:gd name="connsiteY0" fmla="*/ 0 h 10509"/>
              <a:gd name="connsiteX1" fmla="*/ 0 w 10000"/>
              <a:gd name="connsiteY1" fmla="*/ 9369 h 10509"/>
              <a:gd name="connsiteX2" fmla="*/ 10000 w 10000"/>
              <a:gd name="connsiteY2" fmla="*/ 9369 h 10509"/>
              <a:gd name="connsiteX3" fmla="*/ 4530 w 10000"/>
              <a:gd name="connsiteY3" fmla="*/ 487 h 10509"/>
              <a:gd name="connsiteX4" fmla="*/ 3953 w 10000"/>
              <a:gd name="connsiteY4" fmla="*/ 0 h 10509"/>
              <a:gd name="connsiteX0" fmla="*/ 3953 w 10109"/>
              <a:gd name="connsiteY0" fmla="*/ 0 h 10566"/>
              <a:gd name="connsiteX1" fmla="*/ 0 w 10109"/>
              <a:gd name="connsiteY1" fmla="*/ 9369 h 10566"/>
              <a:gd name="connsiteX2" fmla="*/ 10109 w 10109"/>
              <a:gd name="connsiteY2" fmla="*/ 9482 h 10566"/>
              <a:gd name="connsiteX3" fmla="*/ 4530 w 10109"/>
              <a:gd name="connsiteY3" fmla="*/ 487 h 10566"/>
              <a:gd name="connsiteX4" fmla="*/ 3953 w 10109"/>
              <a:gd name="connsiteY4" fmla="*/ 0 h 10566"/>
              <a:gd name="connsiteX0" fmla="*/ 3953 w 10109"/>
              <a:gd name="connsiteY0" fmla="*/ 0 h 10168"/>
              <a:gd name="connsiteX1" fmla="*/ 0 w 10109"/>
              <a:gd name="connsiteY1" fmla="*/ 9369 h 10168"/>
              <a:gd name="connsiteX2" fmla="*/ 10109 w 10109"/>
              <a:gd name="connsiteY2" fmla="*/ 9482 h 10168"/>
              <a:gd name="connsiteX3" fmla="*/ 4530 w 10109"/>
              <a:gd name="connsiteY3" fmla="*/ 487 h 10168"/>
              <a:gd name="connsiteX4" fmla="*/ 3953 w 10109"/>
              <a:gd name="connsiteY4" fmla="*/ 0 h 10168"/>
              <a:gd name="connsiteX0" fmla="*/ 3953 w 10109"/>
              <a:gd name="connsiteY0" fmla="*/ 0 h 9677"/>
              <a:gd name="connsiteX1" fmla="*/ 0 w 10109"/>
              <a:gd name="connsiteY1" fmla="*/ 9369 h 9677"/>
              <a:gd name="connsiteX2" fmla="*/ 10109 w 10109"/>
              <a:gd name="connsiteY2" fmla="*/ 9482 h 9677"/>
              <a:gd name="connsiteX3" fmla="*/ 4530 w 10109"/>
              <a:gd name="connsiteY3" fmla="*/ 487 h 9677"/>
              <a:gd name="connsiteX4" fmla="*/ 3953 w 10109"/>
              <a:gd name="connsiteY4" fmla="*/ 0 h 9677"/>
              <a:gd name="connsiteX0" fmla="*/ 3948 w 10038"/>
              <a:gd name="connsiteY0" fmla="*/ 0 h 10000"/>
              <a:gd name="connsiteX1" fmla="*/ 38 w 10038"/>
              <a:gd name="connsiteY1" fmla="*/ 9682 h 10000"/>
              <a:gd name="connsiteX2" fmla="*/ 10038 w 10038"/>
              <a:gd name="connsiteY2" fmla="*/ 9798 h 10000"/>
              <a:gd name="connsiteX3" fmla="*/ 4519 w 10038"/>
              <a:gd name="connsiteY3" fmla="*/ 503 h 10000"/>
              <a:gd name="connsiteX4" fmla="*/ 3948 w 10038"/>
              <a:gd name="connsiteY4" fmla="*/ 0 h 10000"/>
              <a:gd name="connsiteX0" fmla="*/ 66 w 11856"/>
              <a:gd name="connsiteY0" fmla="*/ 6001 h 9510"/>
              <a:gd name="connsiteX1" fmla="*/ 1856 w 11856"/>
              <a:gd name="connsiteY1" fmla="*/ 9192 h 9510"/>
              <a:gd name="connsiteX2" fmla="*/ 11856 w 11856"/>
              <a:gd name="connsiteY2" fmla="*/ 9308 h 9510"/>
              <a:gd name="connsiteX3" fmla="*/ 6337 w 11856"/>
              <a:gd name="connsiteY3" fmla="*/ 13 h 9510"/>
              <a:gd name="connsiteX4" fmla="*/ 66 w 11856"/>
              <a:gd name="connsiteY4" fmla="*/ 6001 h 9510"/>
              <a:gd name="connsiteX0" fmla="*/ 0 w 9944"/>
              <a:gd name="connsiteY0" fmla="*/ 6309 h 9999"/>
              <a:gd name="connsiteX1" fmla="*/ 1509 w 9944"/>
              <a:gd name="connsiteY1" fmla="*/ 9665 h 9999"/>
              <a:gd name="connsiteX2" fmla="*/ 9944 w 9944"/>
              <a:gd name="connsiteY2" fmla="*/ 9787 h 9999"/>
              <a:gd name="connsiteX3" fmla="*/ 5289 w 9944"/>
              <a:gd name="connsiteY3" fmla="*/ 13 h 9999"/>
              <a:gd name="connsiteX4" fmla="*/ 0 w 9944"/>
              <a:gd name="connsiteY4" fmla="*/ 6309 h 9999"/>
              <a:gd name="connsiteX0" fmla="*/ 0 w 10061"/>
              <a:gd name="connsiteY0" fmla="*/ 6556 h 10000"/>
              <a:gd name="connsiteX1" fmla="*/ 1578 w 10061"/>
              <a:gd name="connsiteY1" fmla="*/ 9666 h 10000"/>
              <a:gd name="connsiteX2" fmla="*/ 10061 w 10061"/>
              <a:gd name="connsiteY2" fmla="*/ 9788 h 10000"/>
              <a:gd name="connsiteX3" fmla="*/ 5380 w 10061"/>
              <a:gd name="connsiteY3" fmla="*/ 13 h 10000"/>
              <a:gd name="connsiteX4" fmla="*/ 0 w 10061"/>
              <a:gd name="connsiteY4" fmla="*/ 6556 h 10000"/>
              <a:gd name="connsiteX0" fmla="*/ 0 w 10061"/>
              <a:gd name="connsiteY0" fmla="*/ 934 h 4378"/>
              <a:gd name="connsiteX1" fmla="*/ 1578 w 10061"/>
              <a:gd name="connsiteY1" fmla="*/ 4044 h 4378"/>
              <a:gd name="connsiteX2" fmla="*/ 10061 w 10061"/>
              <a:gd name="connsiteY2" fmla="*/ 4166 h 4378"/>
              <a:gd name="connsiteX3" fmla="*/ 1586 w 10061"/>
              <a:gd name="connsiteY3" fmla="*/ 49 h 4378"/>
              <a:gd name="connsiteX4" fmla="*/ 0 w 10061"/>
              <a:gd name="connsiteY4" fmla="*/ 934 h 4378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021 h 9889"/>
              <a:gd name="connsiteX1" fmla="*/ 1568 w 10000"/>
              <a:gd name="connsiteY1" fmla="*/ 9125 h 9889"/>
              <a:gd name="connsiteX2" fmla="*/ 10000 w 10000"/>
              <a:gd name="connsiteY2" fmla="*/ 9404 h 9889"/>
              <a:gd name="connsiteX3" fmla="*/ 1576 w 10000"/>
              <a:gd name="connsiteY3" fmla="*/ 0 h 9889"/>
              <a:gd name="connsiteX4" fmla="*/ 0 w 10000"/>
              <a:gd name="connsiteY4" fmla="*/ 2021 h 9889"/>
              <a:gd name="connsiteX0" fmla="*/ 0 w 10000"/>
              <a:gd name="connsiteY0" fmla="*/ 2044 h 10000"/>
              <a:gd name="connsiteX1" fmla="*/ 1568 w 10000"/>
              <a:gd name="connsiteY1" fmla="*/ 9227 h 10000"/>
              <a:gd name="connsiteX2" fmla="*/ 10000 w 10000"/>
              <a:gd name="connsiteY2" fmla="*/ 9510 h 10000"/>
              <a:gd name="connsiteX3" fmla="*/ 1576 w 10000"/>
              <a:gd name="connsiteY3" fmla="*/ 0 h 10000"/>
              <a:gd name="connsiteX4" fmla="*/ 0 w 10000"/>
              <a:gd name="connsiteY4" fmla="*/ 2044 h 10000"/>
              <a:gd name="connsiteX0" fmla="*/ 0 w 10000"/>
              <a:gd name="connsiteY0" fmla="*/ 766 h 8722"/>
              <a:gd name="connsiteX1" fmla="*/ 1568 w 10000"/>
              <a:gd name="connsiteY1" fmla="*/ 7949 h 8722"/>
              <a:gd name="connsiteX2" fmla="*/ 10000 w 10000"/>
              <a:gd name="connsiteY2" fmla="*/ 8232 h 8722"/>
              <a:gd name="connsiteX3" fmla="*/ 299 w 10000"/>
              <a:gd name="connsiteY3" fmla="*/ 0 h 8722"/>
              <a:gd name="connsiteX4" fmla="*/ 0 w 10000"/>
              <a:gd name="connsiteY4" fmla="*/ 766 h 8722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3621 h 12743"/>
              <a:gd name="connsiteX1" fmla="*/ 1568 w 10000"/>
              <a:gd name="connsiteY1" fmla="*/ 11857 h 12743"/>
              <a:gd name="connsiteX2" fmla="*/ 10000 w 10000"/>
              <a:gd name="connsiteY2" fmla="*/ 12181 h 12743"/>
              <a:gd name="connsiteX3" fmla="*/ 223 w 10000"/>
              <a:gd name="connsiteY3" fmla="*/ 0 h 12743"/>
              <a:gd name="connsiteX4" fmla="*/ 0 w 10000"/>
              <a:gd name="connsiteY4" fmla="*/ 3621 h 12743"/>
              <a:gd name="connsiteX0" fmla="*/ 0 w 9975"/>
              <a:gd name="connsiteY0" fmla="*/ 4071 h 12743"/>
              <a:gd name="connsiteX1" fmla="*/ 1543 w 9975"/>
              <a:gd name="connsiteY1" fmla="*/ 11857 h 12743"/>
              <a:gd name="connsiteX2" fmla="*/ 9975 w 9975"/>
              <a:gd name="connsiteY2" fmla="*/ 12181 h 12743"/>
              <a:gd name="connsiteX3" fmla="*/ 198 w 9975"/>
              <a:gd name="connsiteY3" fmla="*/ 0 h 12743"/>
              <a:gd name="connsiteX4" fmla="*/ 0 w 9975"/>
              <a:gd name="connsiteY4" fmla="*/ 4071 h 12743"/>
              <a:gd name="connsiteX0" fmla="*/ 0 w 10000"/>
              <a:gd name="connsiteY0" fmla="*/ 3195 h 10158"/>
              <a:gd name="connsiteX1" fmla="*/ 1564 w 10000"/>
              <a:gd name="connsiteY1" fmla="*/ 9623 h 10158"/>
              <a:gd name="connsiteX2" fmla="*/ 10000 w 10000"/>
              <a:gd name="connsiteY2" fmla="*/ 9559 h 10158"/>
              <a:gd name="connsiteX3" fmla="*/ 198 w 10000"/>
              <a:gd name="connsiteY3" fmla="*/ 0 h 10158"/>
              <a:gd name="connsiteX4" fmla="*/ 0 w 10000"/>
              <a:gd name="connsiteY4" fmla="*/ 3195 h 1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158">
                <a:moveTo>
                  <a:pt x="0" y="3195"/>
                </a:moveTo>
                <a:cubicBezTo>
                  <a:pt x="1468" y="8160"/>
                  <a:pt x="1171" y="7364"/>
                  <a:pt x="1564" y="9623"/>
                </a:cubicBezTo>
                <a:cubicBezTo>
                  <a:pt x="4053" y="10463"/>
                  <a:pt x="6106" y="10217"/>
                  <a:pt x="10000" y="9559"/>
                </a:cubicBezTo>
                <a:cubicBezTo>
                  <a:pt x="5956" y="7036"/>
                  <a:pt x="5102" y="6655"/>
                  <a:pt x="198" y="0"/>
                </a:cubicBezTo>
                <a:cubicBezTo>
                  <a:pt x="190" y="370"/>
                  <a:pt x="110" y="3058"/>
                  <a:pt x="0" y="3195"/>
                </a:cubicBez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C6F506-D4B2-2F48-B517-CECE0BDE4622}"/>
              </a:ext>
            </a:extLst>
          </p:cNvPr>
          <p:cNvGrpSpPr/>
          <p:nvPr/>
        </p:nvGrpSpPr>
        <p:grpSpPr>
          <a:xfrm>
            <a:off x="6768233" y="3686981"/>
            <a:ext cx="4062542" cy="1287589"/>
            <a:chOff x="6006234" y="5127854"/>
            <a:chExt cx="4062542" cy="1287589"/>
          </a:xfrm>
        </p:grpSpPr>
        <p:sp>
          <p:nvSpPr>
            <p:cNvPr id="276" name="Rectangle 98">
              <a:extLst>
                <a:ext uri="{FF2B5EF4-FFF2-40B4-BE49-F238E27FC236}">
                  <a16:creationId xmlns:a16="http://schemas.microsoft.com/office/drawing/2014/main" id="{2054129D-824B-5344-8E0B-EABE7500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6234" y="5651006"/>
              <a:ext cx="3872057" cy="427037"/>
            </a:xfrm>
            <a:prstGeom prst="rect">
              <a:avLst/>
            </a:prstGeom>
            <a:solidFill>
              <a:srgbClr val="37CC99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sp>
          <p:nvSpPr>
            <p:cNvPr id="277" name="Text Box 97">
              <a:extLst>
                <a:ext uri="{FF2B5EF4-FFF2-40B4-BE49-F238E27FC236}">
                  <a16:creationId xmlns:a16="http://schemas.microsoft.com/office/drawing/2014/main" id="{503A90C1-9EFB-CE45-9EB5-047998889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9923" y="5668446"/>
              <a:ext cx="155497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R1 MAC 地址</a:t>
              </a:r>
            </a:p>
          </p:txBody>
        </p:sp>
        <p:sp>
          <p:nvSpPr>
            <p:cNvPr id="278" name="Line 99">
              <a:extLst>
                <a:ext uri="{FF2B5EF4-FFF2-40B4-BE49-F238E27FC236}">
                  <a16:creationId xmlns:a16="http://schemas.microsoft.com/office/drawing/2014/main" id="{D942D462-67C1-CF41-A18D-5974FFBD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6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79" name="Line 100">
              <a:extLst>
                <a:ext uri="{FF2B5EF4-FFF2-40B4-BE49-F238E27FC236}">
                  <a16:creationId xmlns:a16="http://schemas.microsoft.com/office/drawing/2014/main" id="{B8155F34-9B46-AD43-839C-595546281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0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0" name="Line 101">
              <a:extLst>
                <a:ext uri="{FF2B5EF4-FFF2-40B4-BE49-F238E27FC236}">
                  <a16:creationId xmlns:a16="http://schemas.microsoft.com/office/drawing/2014/main" id="{5ABC89EB-D0EA-1B43-B0FA-FCC2EA53E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4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2" name="Freeform 109">
              <a:extLst>
                <a:ext uri="{FF2B5EF4-FFF2-40B4-BE49-F238E27FC236}">
                  <a16:creationId xmlns:a16="http://schemas.microsoft.com/office/drawing/2014/main" id="{3AB1364D-3D42-A745-AD15-8892A92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259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3" name="Freeform 110">
              <a:extLst>
                <a:ext uri="{FF2B5EF4-FFF2-40B4-BE49-F238E27FC236}">
                  <a16:creationId xmlns:a16="http://schemas.microsoft.com/office/drawing/2014/main" id="{0FAF8692-1DCB-1749-9859-0620715A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634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5" name="Text Box 120">
              <a:extLst>
                <a:ext uri="{FF2B5EF4-FFF2-40B4-BE49-F238E27FC236}">
                  <a16:creationId xmlns:a16="http://schemas.microsoft.com/office/drawing/2014/main" id="{9306CA36-D876-0445-8578-5CD270886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8654" y="6076889"/>
              <a:ext cx="1420004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目的地址</a:t>
              </a:r>
            </a:p>
          </p:txBody>
        </p:sp>
        <p:sp>
          <p:nvSpPr>
            <p:cNvPr id="286" name="Text Box 121">
              <a:extLst>
                <a:ext uri="{FF2B5EF4-FFF2-40B4-BE49-F238E27FC236}">
                  <a16:creationId xmlns:a16="http://schemas.microsoft.com/office/drawing/2014/main" id="{6F530F5A-E5CF-0A42-B630-34F70C71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3604" y="6059588"/>
              <a:ext cx="161807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源地址</a:t>
              </a:r>
            </a:p>
          </p:txBody>
        </p:sp>
        <p:sp>
          <p:nvSpPr>
            <p:cNvPr id="288" name="Text Box 123">
              <a:extLst>
                <a:ext uri="{FF2B5EF4-FFF2-40B4-BE49-F238E27FC236}">
                  <a16:creationId xmlns:a16="http://schemas.microsoft.com/office/drawing/2014/main" id="{44EC8747-7E4F-994A-BBDB-60F53B15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5936" y="5127854"/>
              <a:ext cx="241284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i="1" dirty="0">
                  <a:latin typeface="+mn-lt"/>
                  <a:cs typeface="Arial" charset="0"/>
                </a:rPr>
                <a:t>802.3 Ethernet 帧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cs typeface="Arial" charset="0"/>
                </a:rPr>
                <a:t/>
              </a:r>
              <a:r>
                <a:rPr lang="en-US" sz="2000" i="1" dirty="0">
                  <a:latin typeface="+mn-lt"/>
                  <a:cs typeface="Arial" charset="0"/>
                </a:rPr>
                <a:t/>
              </a:r>
            </a:p>
          </p:txBody>
        </p:sp>
        <p:grpSp>
          <p:nvGrpSpPr>
            <p:cNvPr id="290" name="Group 106">
              <a:extLst>
                <a:ext uri="{FF2B5EF4-FFF2-40B4-BE49-F238E27FC236}">
                  <a16:creationId xmlns:a16="http://schemas.microsoft.com/office/drawing/2014/main" id="{50A4880A-F6B6-C848-8B6A-BA6069E26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9259" y="5984381"/>
              <a:ext cx="155575" cy="180975"/>
              <a:chOff x="1308" y="3186"/>
              <a:chExt cx="98" cy="114"/>
            </a:xfrm>
          </p:grpSpPr>
          <p:sp>
            <p:nvSpPr>
              <p:cNvPr id="301" name="Freeform 103">
                <a:extLst>
                  <a:ext uri="{FF2B5EF4-FFF2-40B4-BE49-F238E27FC236}">
                    <a16:creationId xmlns:a16="http://schemas.microsoft.com/office/drawing/2014/main" id="{E674A07B-5999-F04A-8DAF-6D062B87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2" name="Freeform 104">
                <a:extLst>
                  <a:ext uri="{FF2B5EF4-FFF2-40B4-BE49-F238E27FC236}">
                    <a16:creationId xmlns:a16="http://schemas.microsoft.com/office/drawing/2014/main" id="{E747EB20-D4B2-C24D-AE0D-70BF4BDC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2" name="Rectangle 108">
              <a:extLst>
                <a:ext uri="{FF2B5EF4-FFF2-40B4-BE49-F238E27FC236}">
                  <a16:creationId xmlns:a16="http://schemas.microsoft.com/office/drawing/2014/main" id="{DE6CFC50-D52A-C14C-9CED-A1B31DA76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939" y="5660497"/>
              <a:ext cx="98425" cy="45719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grpSp>
          <p:nvGrpSpPr>
            <p:cNvPr id="293" name="Group 111">
              <a:extLst>
                <a:ext uri="{FF2B5EF4-FFF2-40B4-BE49-F238E27FC236}">
                  <a16:creationId xmlns:a16="http://schemas.microsoft.com/office/drawing/2014/main" id="{693E5EF3-D758-FD49-92AB-8D7115C68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539" y="5595092"/>
              <a:ext cx="155575" cy="180975"/>
              <a:chOff x="1308" y="3186"/>
              <a:chExt cx="98" cy="114"/>
            </a:xfrm>
          </p:grpSpPr>
          <p:sp>
            <p:nvSpPr>
              <p:cNvPr id="299" name="Freeform 113">
                <a:extLst>
                  <a:ext uri="{FF2B5EF4-FFF2-40B4-BE49-F238E27FC236}">
                    <a16:creationId xmlns:a16="http://schemas.microsoft.com/office/drawing/2014/main" id="{4FA8A3B1-9397-EB4B-A890-1C5784F2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0" name="Freeform 114">
                <a:extLst>
                  <a:ext uri="{FF2B5EF4-FFF2-40B4-BE49-F238E27FC236}">
                    <a16:creationId xmlns:a16="http://schemas.microsoft.com/office/drawing/2014/main" id="{CB4B9DC2-5FF6-0F4E-872C-579E8A0E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grpSp>
          <p:nvGrpSpPr>
            <p:cNvPr id="294" name="Group 116">
              <a:extLst>
                <a:ext uri="{FF2B5EF4-FFF2-40B4-BE49-F238E27FC236}">
                  <a16:creationId xmlns:a16="http://schemas.microsoft.com/office/drawing/2014/main" id="{6E743344-CBA3-A94A-85D7-5A2C4050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48064" y="5995142"/>
              <a:ext cx="155575" cy="180975"/>
              <a:chOff x="1308" y="3186"/>
              <a:chExt cx="98" cy="114"/>
            </a:xfrm>
          </p:grpSpPr>
          <p:sp>
            <p:nvSpPr>
              <p:cNvPr id="297" name="Freeform 118">
                <a:extLst>
                  <a:ext uri="{FF2B5EF4-FFF2-40B4-BE49-F238E27FC236}">
                    <a16:creationId xmlns:a16="http://schemas.microsoft.com/office/drawing/2014/main" id="{FB7C593C-D274-8E48-B89D-13D998D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98" name="Freeform 119">
                <a:extLst>
                  <a:ext uri="{FF2B5EF4-FFF2-40B4-BE49-F238E27FC236}">
                    <a16:creationId xmlns:a16="http://schemas.microsoft.com/office/drawing/2014/main" id="{8D2EC2B4-3A1C-1D4D-85C2-9A5DF63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6" name="Text Box 97">
              <a:extLst>
                <a:ext uri="{FF2B5EF4-FFF2-40B4-BE49-F238E27FC236}">
                  <a16:creationId xmlns:a16="http://schemas.microsoft.com/office/drawing/2014/main" id="{E3F43EF0-B1BC-BD4D-A49F-AB61AEBEC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2294" y="5666851"/>
              <a:ext cx="157581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H2 MAC addr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CA38E7A-FC0F-6C42-8DD4-233196E59530}"/>
              </a:ext>
            </a:extLst>
          </p:cNvPr>
          <p:cNvGrpSpPr/>
          <p:nvPr/>
        </p:nvGrpSpPr>
        <p:grpSpPr>
          <a:xfrm>
            <a:off x="5698628" y="2762261"/>
            <a:ext cx="780829" cy="768052"/>
            <a:chOff x="2503903" y="2308065"/>
            <a:chExt cx="780829" cy="768052"/>
          </a:xfrm>
        </p:grpSpPr>
        <p:grpSp>
          <p:nvGrpSpPr>
            <p:cNvPr id="268" name="Group 201">
              <a:extLst>
                <a:ext uri="{FF2B5EF4-FFF2-40B4-BE49-F238E27FC236}">
                  <a16:creationId xmlns:a16="http://schemas.microsoft.com/office/drawing/2014/main" id="{C8F461B9-B587-5B42-A071-B814C4851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7677FA0C-FC02-EC40-8C41-900467A289CC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413985-B0EB-8C49-979D-3E27D22DC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196084B-5FBD-5D4C-BD9B-EFB4F3348461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A10FF69E-EA7D-3C46-9A1C-E99FF9395C03}"/>
                </a:ext>
              </a:extLst>
            </p:cNvPr>
            <p:cNvSpPr/>
            <p:nvPr/>
          </p:nvSpPr>
          <p:spPr>
            <a:xfrm>
              <a:off x="2503903" y="2308065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875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帧：寻址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无线和移动网络：7-77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76EB89-DE31-9F4D-9B79-C314F4806345}"/>
              </a:ext>
            </a:extLst>
          </p:cNvPr>
          <p:cNvGrpSpPr/>
          <p:nvPr/>
        </p:nvGrpSpPr>
        <p:grpSpPr>
          <a:xfrm>
            <a:off x="2193926" y="2445464"/>
            <a:ext cx="7481098" cy="403388"/>
            <a:chOff x="2290908" y="1240118"/>
            <a:chExt cx="7481098" cy="403388"/>
          </a:xfrm>
        </p:grpSpPr>
        <p:sp>
          <p:nvSpPr>
            <p:cNvPr id="124" name="Text Box 12">
              <a:extLst>
                <a:ext uri="{FF2B5EF4-FFF2-40B4-BE49-F238E27FC236}">
                  <a16:creationId xmlns:a16="http://schemas.microsoft.com/office/drawing/2014/main" id="{EB802AA9-5C9F-1F41-8DAA-4DADB50C3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5" name="Text Box 13">
              <a:extLst>
                <a:ext uri="{FF2B5EF4-FFF2-40B4-BE49-F238E27FC236}">
                  <a16:creationId xmlns:a16="http://schemas.microsoft.com/office/drawing/2014/main" id="{976031FD-0DE5-5B4A-80BD-BD79CEF9A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2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6" name="Text Box 14">
              <a:extLst>
                <a:ext uri="{FF2B5EF4-FFF2-40B4-BE49-F238E27FC236}">
                  <a16:creationId xmlns:a16="http://schemas.microsoft.com/office/drawing/2014/main" id="{FC24CF30-0DB1-DC4B-A5A5-09191098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061DB4A9-0D08-7F4F-A90E-91ADB310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8" name="Text Box 16">
              <a:extLst>
                <a:ext uri="{FF2B5EF4-FFF2-40B4-BE49-F238E27FC236}">
                  <a16:creationId xmlns:a16="http://schemas.microsoft.com/office/drawing/2014/main" id="{2D692E38-D5F5-884C-8D26-3DC54A227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75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9" name="Text Box 17">
              <a:extLst>
                <a:ext uri="{FF2B5EF4-FFF2-40B4-BE49-F238E27FC236}">
                  <a16:creationId xmlns:a16="http://schemas.microsoft.com/office/drawing/2014/main" id="{2E76FE38-B6C0-E94A-A8BE-2F6C0BAB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7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30" name="Text Box 18">
              <a:extLst>
                <a:ext uri="{FF2B5EF4-FFF2-40B4-BE49-F238E27FC236}">
                  <a16:creationId xmlns:a16="http://schemas.microsoft.com/office/drawing/2014/main" id="{32F7DF4E-4B6B-D24E-83B6-A37375234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1796" y="1243396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31" name="Text Box 19">
              <a:extLst>
                <a:ext uri="{FF2B5EF4-FFF2-40B4-BE49-F238E27FC236}">
                  <a16:creationId xmlns:a16="http://schemas.microsoft.com/office/drawing/2014/main" id="{388E12FB-1C38-A247-889D-979C81640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9708" y="1240482"/>
              <a:ext cx="102784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0 - 2312</a:t>
              </a:r>
            </a:p>
          </p:txBody>
        </p:sp>
        <p:sp>
          <p:nvSpPr>
            <p:cNvPr id="132" name="Text Box 20">
              <a:extLst>
                <a:ext uri="{FF2B5EF4-FFF2-40B4-BE49-F238E27FC236}">
                  <a16:creationId xmlns:a16="http://schemas.microsoft.com/office/drawing/2014/main" id="{18BB5749-AEFF-2549-A25A-F61CA6314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7496" y="1240118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BF75EA-252E-EC4E-9450-4659C118C568}"/>
              </a:ext>
            </a:extLst>
          </p:cNvPr>
          <p:cNvGrpSpPr/>
          <p:nvPr/>
        </p:nvGrpSpPr>
        <p:grpSpPr>
          <a:xfrm>
            <a:off x="1842654" y="2807276"/>
            <a:ext cx="8130594" cy="854364"/>
            <a:chOff x="1939636" y="1546513"/>
            <a:chExt cx="8130594" cy="854364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AF74D66-AC0A-4948-956A-137D269B89FE}"/>
                </a:ext>
              </a:extLst>
            </p:cNvPr>
            <p:cNvGrpSpPr/>
            <p:nvPr/>
          </p:nvGrpSpPr>
          <p:grpSpPr>
            <a:xfrm>
              <a:off x="1939636" y="1546513"/>
              <a:ext cx="8091055" cy="854364"/>
              <a:chOff x="1981199" y="2322368"/>
              <a:chExt cx="8091055" cy="854364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25229BFC-8C9D-5341-AFF9-493C1C33ECA0}"/>
                  </a:ext>
                </a:extLst>
              </p:cNvPr>
              <p:cNvSpPr/>
              <p:nvPr/>
            </p:nvSpPr>
            <p:spPr>
              <a:xfrm>
                <a:off x="1981199" y="2369127"/>
                <a:ext cx="8091055" cy="748146"/>
              </a:xfrm>
              <a:prstGeom prst="rect">
                <a:avLst/>
              </a:prstGeom>
              <a:solidFill>
                <a:srgbClr val="37CC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8767F13F-1490-C040-9619-96164A9D583F}"/>
                  </a:ext>
                </a:extLst>
              </p:cNvPr>
              <p:cNvCxnSpPr/>
              <p:nvPr/>
            </p:nvCxnSpPr>
            <p:spPr>
              <a:xfrm>
                <a:off x="2826327" y="234141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AA45C04-3EEC-A54A-B447-129E48EA93A7}"/>
                  </a:ext>
                </a:extLst>
              </p:cNvPr>
              <p:cNvCxnSpPr/>
              <p:nvPr/>
            </p:nvCxnSpPr>
            <p:spPr>
              <a:xfrm>
                <a:off x="36740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930F2417-8AA1-B34D-BAED-58697FAA172F}"/>
                  </a:ext>
                </a:extLst>
              </p:cNvPr>
              <p:cNvCxnSpPr/>
              <p:nvPr/>
            </p:nvCxnSpPr>
            <p:spPr>
              <a:xfrm>
                <a:off x="4515427" y="23731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68036314-22EF-A546-8B34-64A33BD2787D}"/>
                  </a:ext>
                </a:extLst>
              </p:cNvPr>
              <p:cNvCxnSpPr/>
              <p:nvPr/>
            </p:nvCxnSpPr>
            <p:spPr>
              <a:xfrm>
                <a:off x="5347277" y="23604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34173DD-F5BD-B547-999E-4FA4E0302BE7}"/>
                  </a:ext>
                </a:extLst>
              </p:cNvPr>
              <p:cNvCxnSpPr/>
              <p:nvPr/>
            </p:nvCxnSpPr>
            <p:spPr>
              <a:xfrm>
                <a:off x="6185477" y="23477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2CC004E3-DD67-494B-96F9-992882A2BB95}"/>
                  </a:ext>
                </a:extLst>
              </p:cNvPr>
              <p:cNvCxnSpPr/>
              <p:nvPr/>
            </p:nvCxnSpPr>
            <p:spPr>
              <a:xfrm>
                <a:off x="7023677" y="23350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BEC4A59E-2798-E14B-8864-897D2A4077AB}"/>
                  </a:ext>
                </a:extLst>
              </p:cNvPr>
              <p:cNvCxnSpPr/>
              <p:nvPr/>
            </p:nvCxnSpPr>
            <p:spPr>
              <a:xfrm>
                <a:off x="7861877" y="23223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5D32E6D-CD0F-B947-BECB-0BB4432C2069}"/>
                  </a:ext>
                </a:extLst>
              </p:cNvPr>
              <p:cNvCxnSpPr/>
              <p:nvPr/>
            </p:nvCxnSpPr>
            <p:spPr>
              <a:xfrm>
                <a:off x="92366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5" name="Rectangle 3">
              <a:extLst>
                <a:ext uri="{FF2B5EF4-FFF2-40B4-BE49-F238E27FC236}">
                  <a16:creationId xmlns:a16="http://schemas.microsoft.com/office/drawing/2014/main" id="{19FB91BB-3917-6C4C-A950-F94A76A4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485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帧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控制</a:t>
              </a:r>
            </a:p>
          </p:txBody>
        </p:sp>
        <p:sp>
          <p:nvSpPr>
            <p:cNvPr id="116" name="Rectangle 4">
              <a:extLst>
                <a:ext uri="{FF2B5EF4-FFF2-40B4-BE49-F238E27FC236}">
                  <a16:creationId xmlns:a16="http://schemas.microsoft.com/office/drawing/2014/main" id="{F3F7D97F-8B3D-E248-8ED4-6A7E402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52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持续时间</a:t>
              </a:r>
            </a:p>
          </p:txBody>
        </p:sp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91218FF9-7C58-A646-B5C2-DE83E6B6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4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地址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1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D7D7633B-DBB6-0847-9C11-53C1398BA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6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地址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2</a:t>
              </a: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E39443BA-2E24-114F-85CB-5CA6A7DF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2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地址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4</a:t>
              </a: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5B42CCAD-488D-4840-9DA3-9D221E2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8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地址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3</a:t>
              </a:r>
            </a:p>
          </p:txBody>
        </p:sp>
        <p:sp>
          <p:nvSpPr>
            <p:cNvPr id="121" name="Rectangle 9">
              <a:extLst>
                <a:ext uri="{FF2B5EF4-FFF2-40B4-BE49-F238E27FC236}">
                  <a16:creationId xmlns:a16="http://schemas.microsoft.com/office/drawing/2014/main" id="{5ABA6D97-54D1-3B48-8E35-4BD2C716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2" name="Rectangle 10">
              <a:extLst>
                <a:ext uri="{FF2B5EF4-FFF2-40B4-BE49-F238E27FC236}">
                  <a16:creationId xmlns:a16="http://schemas.microsoft.com/office/drawing/2014/main" id="{B26FE9E4-8E06-0D45-A2FC-D385D56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430" y="1672504"/>
              <a:ext cx="13716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载荷</a:t>
              </a: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99410C58-51A8-2F4C-AAF8-53D3A0A09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2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CRC</a:t>
              </a:r>
            </a:p>
          </p:txBody>
        </p:sp>
        <p:sp>
          <p:nvSpPr>
            <p:cNvPr id="133" name="Text Box 21">
              <a:extLst>
                <a:ext uri="{FF2B5EF4-FFF2-40B4-BE49-F238E27FC236}">
                  <a16:creationId xmlns:a16="http://schemas.microsoft.com/office/drawing/2014/main" id="{42BF6590-B2B6-1548-BA6F-9A4B4FEF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2992" y="1705119"/>
              <a:ext cx="857927" cy="5410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序号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控制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6481F62-6A16-EA44-8755-766D3E98624A}"/>
              </a:ext>
            </a:extLst>
          </p:cNvPr>
          <p:cNvGrpSpPr/>
          <p:nvPr/>
        </p:nvGrpSpPr>
        <p:grpSpPr>
          <a:xfrm>
            <a:off x="2700050" y="1584472"/>
            <a:ext cx="3120341" cy="1172583"/>
            <a:chOff x="2700050" y="1584472"/>
            <a:chExt cx="3120341" cy="1172583"/>
          </a:xfrm>
        </p:grpSpPr>
        <p:sp>
          <p:nvSpPr>
            <p:cNvPr id="97" name="Text Box 49">
              <a:extLst>
                <a:ext uri="{FF2B5EF4-FFF2-40B4-BE49-F238E27FC236}">
                  <a16:creationId xmlns:a16="http://schemas.microsoft.com/office/drawing/2014/main" id="{466552B5-10BD-034F-BE84-61973FDE6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050" y="1584472"/>
              <a:ext cx="312034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预约的 </a:t>
              </a:r>
            </a:p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传输时间（RTS/CTS）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2E4A699-96FE-A54C-83F0-23EFCCB12912}"/>
                </a:ext>
              </a:extLst>
            </p:cNvPr>
            <p:cNvCxnSpPr>
              <a:cxnSpLocks/>
            </p:cNvCxnSpPr>
            <p:nvPr/>
          </p:nvCxnSpPr>
          <p:spPr>
            <a:xfrm>
              <a:off x="2826327" y="2133600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1E66252-5813-E043-BE6E-1062BD068D6D}"/>
              </a:ext>
            </a:extLst>
          </p:cNvPr>
          <p:cNvGrpSpPr/>
          <p:nvPr/>
        </p:nvGrpSpPr>
        <p:grpSpPr>
          <a:xfrm>
            <a:off x="6050830" y="1584904"/>
            <a:ext cx="3938298" cy="1186006"/>
            <a:chOff x="6050830" y="1584904"/>
            <a:chExt cx="3938298" cy="1186006"/>
          </a:xfrm>
        </p:grpSpPr>
        <p:sp>
          <p:nvSpPr>
            <p:cNvPr id="99" name="Text Box 51">
              <a:extLst>
                <a:ext uri="{FF2B5EF4-FFF2-40B4-BE49-F238E27FC236}">
                  <a16:creationId xmlns:a16="http://schemas.microsoft.com/office/drawing/2014/main" id="{1806EBB6-EA72-2242-848C-6ACE6989A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0830" y="1584904"/>
              <a:ext cx="3938298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帧序号（用于可靠数据传输）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09823E0-05D7-C643-9172-A5A4EF953A3C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3C239E-B80C-764B-8459-185695EFB5C4}"/>
              </a:ext>
            </a:extLst>
          </p:cNvPr>
          <p:cNvGrpSpPr/>
          <p:nvPr/>
        </p:nvGrpSpPr>
        <p:grpSpPr>
          <a:xfrm>
            <a:off x="1731386" y="3602038"/>
            <a:ext cx="8562541" cy="1852978"/>
            <a:chOff x="1731386" y="3602038"/>
            <a:chExt cx="8562541" cy="1852978"/>
          </a:xfrm>
        </p:grpSpPr>
        <p:sp>
          <p:nvSpPr>
            <p:cNvPr id="92" name="Freeform 47">
              <a:extLst>
                <a:ext uri="{FF2B5EF4-FFF2-40B4-BE49-F238E27FC236}">
                  <a16:creationId xmlns:a16="http://schemas.microsoft.com/office/drawing/2014/main" id="{CEF30CE9-5F52-B34B-917D-7F82AB5D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95" y="3602038"/>
              <a:ext cx="8503916" cy="1054105"/>
            </a:xfrm>
            <a:custGeom>
              <a:avLst/>
              <a:gdLst>
                <a:gd name="T0" fmla="*/ 2147483647 w 5489"/>
                <a:gd name="T1" fmla="*/ 0 h 672"/>
                <a:gd name="T2" fmla="*/ 0 w 5489"/>
                <a:gd name="T3" fmla="*/ 2147483647 h 672"/>
                <a:gd name="T4" fmla="*/ 2147483647 w 5489"/>
                <a:gd name="T5" fmla="*/ 2147483647 h 672"/>
                <a:gd name="T6" fmla="*/ 2147483647 w 5489"/>
                <a:gd name="T7" fmla="*/ 0 h 672"/>
                <a:gd name="T8" fmla="*/ 2147483647 w 5489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17 w 9823"/>
                <a:gd name="connsiteY0" fmla="*/ 0 h 10000"/>
                <a:gd name="connsiteX1" fmla="*/ 0 w 9823"/>
                <a:gd name="connsiteY1" fmla="*/ 9881 h 10000"/>
                <a:gd name="connsiteX2" fmla="*/ 9823 w 9823"/>
                <a:gd name="connsiteY2" fmla="*/ 10000 h 10000"/>
                <a:gd name="connsiteX3" fmla="*/ 1064 w 9823"/>
                <a:gd name="connsiteY3" fmla="*/ 0 h 10000"/>
                <a:gd name="connsiteX4" fmla="*/ 117 w 9823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9935"/>
                <a:gd name="connsiteY0" fmla="*/ 0 h 9881"/>
                <a:gd name="connsiteX1" fmla="*/ 0 w 9935"/>
                <a:gd name="connsiteY1" fmla="*/ 9881 h 9881"/>
                <a:gd name="connsiteX2" fmla="*/ 9935 w 9935"/>
                <a:gd name="connsiteY2" fmla="*/ 9741 h 9881"/>
                <a:gd name="connsiteX3" fmla="*/ 1083 w 9935"/>
                <a:gd name="connsiteY3" fmla="*/ 0 h 9881"/>
                <a:gd name="connsiteX4" fmla="*/ 119 w 9935"/>
                <a:gd name="connsiteY4" fmla="*/ 0 h 9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5" h="9881">
                  <a:moveTo>
                    <a:pt x="119" y="0"/>
                  </a:moveTo>
                  <a:cubicBezTo>
                    <a:pt x="176" y="5632"/>
                    <a:pt x="105" y="6587"/>
                    <a:pt x="0" y="9881"/>
                  </a:cubicBezTo>
                  <a:lnTo>
                    <a:pt x="9935" y="9741"/>
                  </a:lnTo>
                  <a:cubicBezTo>
                    <a:pt x="5001" y="7179"/>
                    <a:pt x="1810" y="6071"/>
                    <a:pt x="1083" y="0"/>
                  </a:cubicBezTo>
                  <a:lnTo>
                    <a:pt x="1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" name="Text Box 35">
              <a:extLst>
                <a:ext uri="{FF2B5EF4-FFF2-40B4-BE49-F238E27FC236}">
                  <a16:creationId xmlns:a16="http://schemas.microsoft.com/office/drawing/2014/main" id="{53FD5931-3A00-834B-92F9-42D38A57C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420" y="4306888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EC678FA1-C5C0-6C47-843B-4CA7E0159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545" y="431165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3" name="Text Box 37">
              <a:extLst>
                <a:ext uri="{FF2B5EF4-FFF2-40B4-BE49-F238E27FC236}">
                  <a16:creationId xmlns:a16="http://schemas.microsoft.com/office/drawing/2014/main" id="{73CD0239-48E1-BA4E-8364-EEDAE67E7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</a:p>
          </p:txBody>
        </p:sp>
        <p:sp>
          <p:nvSpPr>
            <p:cNvPr id="84" name="Text Box 38">
              <a:extLst>
                <a:ext uri="{FF2B5EF4-FFF2-40B4-BE49-F238E27FC236}">
                  <a16:creationId xmlns:a16="http://schemas.microsoft.com/office/drawing/2014/main" id="{63B34AE6-45A8-E24F-8C2D-0A064EAC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7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5" name="Text Box 39">
              <a:extLst>
                <a:ext uri="{FF2B5EF4-FFF2-40B4-BE49-F238E27FC236}">
                  <a16:creationId xmlns:a16="http://schemas.microsoft.com/office/drawing/2014/main" id="{70E9A9E2-9CF9-DE4D-B967-2CF05E23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48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6" name="Text Box 40">
              <a:extLst>
                <a:ext uri="{FF2B5EF4-FFF2-40B4-BE49-F238E27FC236}">
                  <a16:creationId xmlns:a16="http://schemas.microsoft.com/office/drawing/2014/main" id="{62D927A6-2642-A749-9E6B-75DBDEEB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8870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7" name="Text Box 41">
              <a:extLst>
                <a:ext uri="{FF2B5EF4-FFF2-40B4-BE49-F238E27FC236}">
                  <a16:creationId xmlns:a16="http://schemas.microsoft.com/office/drawing/2014/main" id="{A9E87E57-8333-154C-B8A6-66FFECC9E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84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8" name="Text Box 42">
              <a:extLst>
                <a:ext uri="{FF2B5EF4-FFF2-40B4-BE49-F238E27FC236}">
                  <a16:creationId xmlns:a16="http://schemas.microsoft.com/office/drawing/2014/main" id="{A8F5AC11-3127-4643-9CFE-0B9A54E4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9" name="Text Box 43">
              <a:extLst>
                <a:ext uri="{FF2B5EF4-FFF2-40B4-BE49-F238E27FC236}">
                  <a16:creationId xmlns:a16="http://schemas.microsoft.com/office/drawing/2014/main" id="{7E1214D8-0AB4-1746-A9BB-6443784BF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4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0" name="Text Box 44">
              <a:extLst>
                <a:ext uri="{FF2B5EF4-FFF2-40B4-BE49-F238E27FC236}">
                  <a16:creationId xmlns:a16="http://schemas.microsoft.com/office/drawing/2014/main" id="{A329D889-7CB9-8E45-8A33-0F8F98F6C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1" name="Text Box 45">
              <a:extLst>
                <a:ext uri="{FF2B5EF4-FFF2-40B4-BE49-F238E27FC236}">
                  <a16:creationId xmlns:a16="http://schemas.microsoft.com/office/drawing/2014/main" id="{5F2F18C5-CFCE-984B-A25E-FA1146FF0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9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0045020-1F30-1044-80B0-00A4722275EF}"/>
                </a:ext>
              </a:extLst>
            </p:cNvPr>
            <p:cNvGrpSpPr/>
            <p:nvPr/>
          </p:nvGrpSpPr>
          <p:grpSpPr>
            <a:xfrm>
              <a:off x="1731386" y="4613565"/>
              <a:ext cx="8562541" cy="841451"/>
              <a:chOff x="1759095" y="5313789"/>
              <a:chExt cx="8562541" cy="841451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931C23F7-E53D-CD43-92F8-40A0BF77312B}"/>
                  </a:ext>
                </a:extLst>
              </p:cNvPr>
              <p:cNvGrpSpPr/>
              <p:nvPr/>
            </p:nvGrpSpPr>
            <p:grpSpPr>
              <a:xfrm>
                <a:off x="1773382" y="5313789"/>
                <a:ext cx="8548254" cy="841451"/>
                <a:chOff x="1981199" y="2335068"/>
                <a:chExt cx="8091055" cy="841451"/>
              </a:xfrm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7BB4EFDE-B2A2-BB4D-A337-29A3AC337197}"/>
                    </a:ext>
                  </a:extLst>
                </p:cNvPr>
                <p:cNvSpPr/>
                <p:nvPr/>
              </p:nvSpPr>
              <p:spPr>
                <a:xfrm>
                  <a:off x="1981199" y="2369127"/>
                  <a:ext cx="8091055" cy="748146"/>
                </a:xfrm>
                <a:prstGeom prst="rect">
                  <a:avLst/>
                </a:prstGeom>
                <a:solidFill>
                  <a:srgbClr val="37CC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F58D0690-BF56-004A-BEE6-13BC6AC33DD7}"/>
                    </a:ext>
                  </a:extLst>
                </p:cNvPr>
                <p:cNvCxnSpPr/>
                <p:nvPr/>
              </p:nvCxnSpPr>
              <p:spPr>
                <a:xfrm>
                  <a:off x="2908926" y="2360389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9433DD97-F55E-FF4F-BAB7-B51DEF3F12C1}"/>
                    </a:ext>
                  </a:extLst>
                </p:cNvPr>
                <p:cNvCxnSpPr/>
                <p:nvPr/>
              </p:nvCxnSpPr>
              <p:spPr>
                <a:xfrm>
                  <a:off x="3846433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A7EB1677-CF4B-304D-8344-1D6A48C73499}"/>
                    </a:ext>
                  </a:extLst>
                </p:cNvPr>
                <p:cNvCxnSpPr/>
                <p:nvPr/>
              </p:nvCxnSpPr>
              <p:spPr>
                <a:xfrm>
                  <a:off x="4849415" y="236178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486CB61-ADA1-4C44-AA59-CA6AC729D3CC}"/>
                    </a:ext>
                  </a:extLst>
                </p:cNvPr>
                <p:cNvCxnSpPr/>
                <p:nvPr/>
              </p:nvCxnSpPr>
              <p:spPr>
                <a:xfrm>
                  <a:off x="5508884" y="2364262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6F5CB440-3829-EC4F-9D71-5137826D002C}"/>
                    </a:ext>
                  </a:extLst>
                </p:cNvPr>
                <p:cNvCxnSpPr/>
                <p:nvPr/>
              </p:nvCxnSpPr>
              <p:spPr>
                <a:xfrm>
                  <a:off x="6153156" y="2351563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5030AA9F-FEDB-3E43-9B6E-1F428D9BBDDE}"/>
                    </a:ext>
                  </a:extLst>
                </p:cNvPr>
                <p:cNvCxnSpPr/>
                <p:nvPr/>
              </p:nvCxnSpPr>
              <p:spPr>
                <a:xfrm>
                  <a:off x="6808202" y="2335068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2A65CE1C-2920-3A4C-86B8-96B1654CE85C}"/>
                    </a:ext>
                  </a:extLst>
                </p:cNvPr>
                <p:cNvCxnSpPr/>
                <p:nvPr/>
              </p:nvCxnSpPr>
              <p:spPr>
                <a:xfrm>
                  <a:off x="7456064" y="235651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4D3881CA-1CB0-F049-B8DB-8860D858E81C}"/>
                    </a:ext>
                  </a:extLst>
                </p:cNvPr>
                <p:cNvCxnSpPr/>
                <p:nvPr/>
              </p:nvCxnSpPr>
              <p:spPr>
                <a:xfrm>
                  <a:off x="9394667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Straight Connector 159">
                  <a:extLst>
                    <a:ext uri="{FF2B5EF4-FFF2-40B4-BE49-F238E27FC236}">
                      <a16:creationId xmlns:a16="http://schemas.microsoft.com/office/drawing/2014/main" id="{BC0F3B53-3CF4-F54B-9BB3-6F8E6C9C8C84}"/>
                    </a:ext>
                  </a:extLst>
                </p:cNvPr>
                <p:cNvCxnSpPr/>
                <p:nvPr/>
              </p:nvCxnSpPr>
              <p:spPr>
                <a:xfrm>
                  <a:off x="8103090" y="236473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8253BA72-E8E0-6D48-B97E-7D2981750E39}"/>
                    </a:ext>
                  </a:extLst>
                </p:cNvPr>
                <p:cNvCxnSpPr/>
                <p:nvPr/>
              </p:nvCxnSpPr>
              <p:spPr>
                <a:xfrm>
                  <a:off x="8750116" y="237295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Rectangle 24">
                <a:extLst>
                  <a:ext uri="{FF2B5EF4-FFF2-40B4-BE49-F238E27FC236}">
                    <a16:creationId xmlns:a16="http://schemas.microsoft.com/office/drawing/2014/main" id="{5B7BB24E-E2F2-D34E-AA02-9031EC03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6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类型</a:t>
                </a:r>
              </a:p>
            </p:txBody>
          </p:sp>
          <p:sp>
            <p:nvSpPr>
              <p:cNvPr id="71" name="Rectangle 25">
                <a:extLst>
                  <a:ext uri="{FF2B5EF4-FFF2-40B4-BE49-F238E27FC236}">
                    <a16:creationId xmlns:a16="http://schemas.microsoft.com/office/drawing/2014/main" id="{90761904-FD12-544B-802D-B98DE312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来自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2" name="Rectangle 26">
                <a:extLst>
                  <a:ext uri="{FF2B5EF4-FFF2-40B4-BE49-F238E27FC236}">
                    <a16:creationId xmlns:a16="http://schemas.microsoft.com/office/drawing/2014/main" id="{15E0B19B-CA4A-8349-9F78-C811A3F2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295" y="5419734"/>
                <a:ext cx="1066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子类型</a:t>
                </a:r>
              </a:p>
            </p:txBody>
          </p:sp>
          <p:sp>
            <p:nvSpPr>
              <p:cNvPr id="73" name="Rectangle 27">
                <a:extLst>
                  <a:ext uri="{FF2B5EF4-FFF2-40B4-BE49-F238E27FC236}">
                    <a16:creationId xmlns:a16="http://schemas.microsoft.com/office/drawing/2014/main" id="{0A7D32A6-B9BA-C848-B12F-36A36EF59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到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4" name="Rectangle 28">
                <a:extLst>
                  <a:ext uri="{FF2B5EF4-FFF2-40B4-BE49-F238E27FC236}">
                    <a16:creationId xmlns:a16="http://schemas.microsoft.com/office/drawing/2014/main" id="{F6B08CED-355E-9C41-B908-1FE074BB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8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更多 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分片</a:t>
                </a:r>
              </a:p>
            </p:txBody>
          </p:sp>
          <p:sp>
            <p:nvSpPr>
              <p:cNvPr id="75" name="Rectangle 29">
                <a:extLst>
                  <a:ext uri="{FF2B5EF4-FFF2-40B4-BE49-F238E27FC236}">
                    <a16:creationId xmlns:a16="http://schemas.microsoft.com/office/drawing/2014/main" id="{3239D4B5-2716-2F4F-994A-65F60610A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1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WEP</a:t>
                </a:r>
              </a:p>
            </p:txBody>
          </p:sp>
          <p:sp>
            <p:nvSpPr>
              <p:cNvPr id="76" name="Rectangle 30">
                <a:extLst>
                  <a:ext uri="{FF2B5EF4-FFF2-40B4-BE49-F238E27FC236}">
                    <a16:creationId xmlns:a16="http://schemas.microsoft.com/office/drawing/2014/main" id="{79FBC908-4253-FF4D-BDE4-2A6D42E6F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6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更多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数据</a:t>
                </a:r>
              </a:p>
            </p:txBody>
          </p:sp>
          <p:sp>
            <p:nvSpPr>
              <p:cNvPr id="77" name="Rectangle 31">
                <a:extLst>
                  <a:ext uri="{FF2B5EF4-FFF2-40B4-BE49-F238E27FC236}">
                    <a16:creationId xmlns:a16="http://schemas.microsoft.com/office/drawing/2014/main" id="{45AEEAE0-E39F-B343-BA24-1BAE29D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02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功率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管理</a:t>
                </a:r>
              </a:p>
            </p:txBody>
          </p:sp>
          <p:sp>
            <p:nvSpPr>
              <p:cNvPr id="78" name="Rectangle 32">
                <a:extLst>
                  <a:ext uri="{FF2B5EF4-FFF2-40B4-BE49-F238E27FC236}">
                    <a16:creationId xmlns:a16="http://schemas.microsoft.com/office/drawing/2014/main" id="{719D6A34-C2FA-A04D-8269-B9CC9EC8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44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重试</a:t>
                </a:r>
              </a:p>
            </p:txBody>
          </p:sp>
          <p:sp>
            <p:nvSpPr>
              <p:cNvPr id="79" name="Rectangle 33">
                <a:extLst>
                  <a:ext uri="{FF2B5EF4-FFF2-40B4-BE49-F238E27FC236}">
                    <a16:creationId xmlns:a16="http://schemas.microsoft.com/office/drawing/2014/main" id="{3249B43F-ECA4-CB4E-AA0D-67E39F5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7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保留</a:t>
                </a:r>
              </a:p>
            </p:txBody>
          </p:sp>
          <p:sp>
            <p:nvSpPr>
              <p:cNvPr id="80" name="Rectangle 34">
                <a:extLst>
                  <a:ext uri="{FF2B5EF4-FFF2-40B4-BE49-F238E27FC236}">
                    <a16:creationId xmlns:a16="http://schemas.microsoft.com/office/drawing/2014/main" id="{6F674E7D-980F-DF40-AC5B-C5B6C0BF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0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协议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版本</a:t>
                </a: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C6ACE3-E36F-FB48-876E-AF096FDEF49F}"/>
              </a:ext>
            </a:extLst>
          </p:cNvPr>
          <p:cNvGrpSpPr/>
          <p:nvPr/>
        </p:nvGrpSpPr>
        <p:grpSpPr>
          <a:xfrm>
            <a:off x="3033424" y="5444836"/>
            <a:ext cx="4794394" cy="820183"/>
            <a:chOff x="3033424" y="5444836"/>
            <a:chExt cx="4794394" cy="820183"/>
          </a:xfrm>
        </p:grpSpPr>
        <p:sp>
          <p:nvSpPr>
            <p:cNvPr id="94" name="Text Box 54">
              <a:extLst>
                <a:ext uri="{FF2B5EF4-FFF2-40B4-BE49-F238E27FC236}">
                  <a16:creationId xmlns:a16="http://schemas.microsoft.com/office/drawing/2014/main" id="{19BE8EC4-BB2C-9741-A9CC-22E32A55E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3424" y="5895687"/>
              <a:ext cx="479439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帧类型（RTS、CTS、ACK、数据）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8B042EA-AE0D-F84D-99DD-E2C3B9B3C6BA}"/>
                </a:ext>
              </a:extLst>
            </p:cNvPr>
            <p:cNvCxnSpPr/>
            <p:nvPr/>
          </p:nvCxnSpPr>
          <p:spPr>
            <a:xfrm>
              <a:off x="3172690" y="5444836"/>
              <a:ext cx="0" cy="457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8152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电缆接入网：FDM、TDM 和随机访问！</a:t>
            </a:r>
            <a:r>
              <a:rPr lang="en-US" i="1" dirty="0"/>
              <a:t/>
            </a:r>
            <a:r>
              <a:rPr lang="en-US" dirty="0"/>
              <a:t/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链路层：6-78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81" name="Rectangle 44">
            <a:extLst>
              <a:ext uri="{FF2B5EF4-FFF2-40B4-BE49-F238E27FC236}">
                <a16:creationId xmlns:a16="http://schemas.microsoft.com/office/drawing/2014/main" id="{33089392-903E-834F-9306-E31FD7451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6675" y="2823821"/>
            <a:ext cx="955675" cy="70008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2" name="Text Box 45">
            <a:extLst>
              <a:ext uri="{FF2B5EF4-FFF2-40B4-BE49-F238E27FC236}">
                <a16:creationId xmlns:a16="http://schemas.microsoft.com/office/drawing/2014/main" id="{D50FA1A7-360E-1940-9D5D-3CE15A23A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6288" y="2282483"/>
            <a:ext cx="1925637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+mn-lt"/>
              </a:rPr>
              <a:t>电缆头端</a:t>
            </a:r>
          </a:p>
        </p:txBody>
      </p:sp>
      <p:sp>
        <p:nvSpPr>
          <p:cNvPr id="183" name="Text Box 126">
            <a:extLst>
              <a:ext uri="{FF2B5EF4-FFF2-40B4-BE49-F238E27FC236}">
                <a16:creationId xmlns:a16="http://schemas.microsoft.com/office/drawing/2014/main" id="{165D120C-8C73-4A46-8205-AE4E9FED8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938" y="2793658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184" name="AutoShape 127">
            <a:extLst>
              <a:ext uri="{FF2B5EF4-FFF2-40B4-BE49-F238E27FC236}">
                <a16:creationId xmlns:a16="http://schemas.microsoft.com/office/drawing/2014/main" id="{7C5B547A-2B42-E448-B4FE-7884A1083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2560296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6" name="Freeform 129">
            <a:extLst>
              <a:ext uri="{FF2B5EF4-FFF2-40B4-BE49-F238E27FC236}">
                <a16:creationId xmlns:a16="http://schemas.microsoft.com/office/drawing/2014/main" id="{1930FB8A-6B24-374A-99A9-2600EAA9B416}"/>
              </a:ext>
            </a:extLst>
          </p:cNvPr>
          <p:cNvSpPr>
            <a:spLocks/>
          </p:cNvSpPr>
          <p:nvPr/>
        </p:nvSpPr>
        <p:spPr bwMode="auto">
          <a:xfrm rot="10800000">
            <a:off x="1477624" y="3076351"/>
            <a:ext cx="1846681" cy="851585"/>
          </a:xfrm>
          <a:custGeom>
            <a:avLst/>
            <a:gdLst>
              <a:gd name="T0" fmla="*/ 145855 w 765"/>
              <a:gd name="T1" fmla="*/ 931 h 459"/>
              <a:gd name="T2" fmla="*/ 99268 w 765"/>
              <a:gd name="T3" fmla="*/ 6562 h 459"/>
              <a:gd name="T4" fmla="*/ 32950 w 765"/>
              <a:gd name="T5" fmla="*/ 9426 h 459"/>
              <a:gd name="T6" fmla="*/ 4821 w 765"/>
              <a:gd name="T7" fmla="*/ 31576 h 459"/>
              <a:gd name="T8" fmla="*/ 61950 w 765"/>
              <a:gd name="T9" fmla="*/ 41713 h 459"/>
              <a:gd name="T10" fmla="*/ 119240 w 765"/>
              <a:gd name="T11" fmla="*/ 40071 h 459"/>
              <a:gd name="T12" fmla="*/ 201010 w 765"/>
              <a:gd name="T13" fmla="*/ 41713 h 459"/>
              <a:gd name="T14" fmla="*/ 240274 w 765"/>
              <a:gd name="T15" fmla="*/ 40797 h 459"/>
              <a:gd name="T16" fmla="*/ 258901 w 765"/>
              <a:gd name="T17" fmla="*/ 34980 h 459"/>
              <a:gd name="T18" fmla="*/ 258196 w 765"/>
              <a:gd name="T19" fmla="*/ 14847 h 459"/>
              <a:gd name="T20" fmla="*/ 227858 w 765"/>
              <a:gd name="T21" fmla="*/ 3221 h 459"/>
              <a:gd name="T22" fmla="*/ 145855 w 765"/>
              <a:gd name="T23" fmla="*/ 931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5390 w 9782"/>
              <a:gd name="connsiteY0" fmla="*/ 84 h 9624"/>
              <a:gd name="connsiteX1" fmla="*/ 3456 w 9782"/>
              <a:gd name="connsiteY1" fmla="*/ 838 h 9624"/>
              <a:gd name="connsiteX2" fmla="*/ 1103 w 9782"/>
              <a:gd name="connsiteY2" fmla="*/ 2045 h 9624"/>
              <a:gd name="connsiteX3" fmla="*/ 31 w 9782"/>
              <a:gd name="connsiteY3" fmla="*/ 7186 h 9624"/>
              <a:gd name="connsiteX4" fmla="*/ 2201 w 9782"/>
              <a:gd name="connsiteY4" fmla="*/ 9539 h 9624"/>
              <a:gd name="connsiteX5" fmla="*/ 4371 w 9782"/>
              <a:gd name="connsiteY5" fmla="*/ 9147 h 9624"/>
              <a:gd name="connsiteX6" fmla="*/ 7482 w 9782"/>
              <a:gd name="connsiteY6" fmla="*/ 9539 h 9624"/>
              <a:gd name="connsiteX7" fmla="*/ 8972 w 9782"/>
              <a:gd name="connsiteY7" fmla="*/ 9321 h 9624"/>
              <a:gd name="connsiteX8" fmla="*/ 9678 w 9782"/>
              <a:gd name="connsiteY8" fmla="*/ 7971 h 9624"/>
              <a:gd name="connsiteX9" fmla="*/ 9652 w 9782"/>
              <a:gd name="connsiteY9" fmla="*/ 3308 h 9624"/>
              <a:gd name="connsiteX10" fmla="*/ 8502 w 9782"/>
              <a:gd name="connsiteY10" fmla="*/ 607 h 9624"/>
              <a:gd name="connsiteX11" fmla="*/ 5390 w 9782"/>
              <a:gd name="connsiteY11" fmla="*/ 84 h 9624"/>
              <a:gd name="connsiteX0" fmla="*/ 5519 w 10009"/>
              <a:gd name="connsiteY0" fmla="*/ 87 h 10936"/>
              <a:gd name="connsiteX1" fmla="*/ 3542 w 10009"/>
              <a:gd name="connsiteY1" fmla="*/ 871 h 10936"/>
              <a:gd name="connsiteX2" fmla="*/ 1137 w 10009"/>
              <a:gd name="connsiteY2" fmla="*/ 2125 h 10936"/>
              <a:gd name="connsiteX3" fmla="*/ 41 w 10009"/>
              <a:gd name="connsiteY3" fmla="*/ 7467 h 10936"/>
              <a:gd name="connsiteX4" fmla="*/ 2488 w 10009"/>
              <a:gd name="connsiteY4" fmla="*/ 10888 h 10936"/>
              <a:gd name="connsiteX5" fmla="*/ 4477 w 10009"/>
              <a:gd name="connsiteY5" fmla="*/ 9504 h 10936"/>
              <a:gd name="connsiteX6" fmla="*/ 7658 w 10009"/>
              <a:gd name="connsiteY6" fmla="*/ 9912 h 10936"/>
              <a:gd name="connsiteX7" fmla="*/ 9181 w 10009"/>
              <a:gd name="connsiteY7" fmla="*/ 9685 h 10936"/>
              <a:gd name="connsiteX8" fmla="*/ 9903 w 10009"/>
              <a:gd name="connsiteY8" fmla="*/ 8282 h 10936"/>
              <a:gd name="connsiteX9" fmla="*/ 9876 w 10009"/>
              <a:gd name="connsiteY9" fmla="*/ 3437 h 10936"/>
              <a:gd name="connsiteX10" fmla="*/ 8700 w 10009"/>
              <a:gd name="connsiteY10" fmla="*/ 631 h 10936"/>
              <a:gd name="connsiteX11" fmla="*/ 5519 w 10009"/>
              <a:gd name="connsiteY11" fmla="*/ 87 h 10936"/>
              <a:gd name="connsiteX0" fmla="*/ 4948 w 9438"/>
              <a:gd name="connsiteY0" fmla="*/ 87 h 10945"/>
              <a:gd name="connsiteX1" fmla="*/ 2971 w 9438"/>
              <a:gd name="connsiteY1" fmla="*/ 871 h 10945"/>
              <a:gd name="connsiteX2" fmla="*/ 566 w 9438"/>
              <a:gd name="connsiteY2" fmla="*/ 2125 h 10945"/>
              <a:gd name="connsiteX3" fmla="*/ 89 w 9438"/>
              <a:gd name="connsiteY3" fmla="*/ 7237 h 10945"/>
              <a:gd name="connsiteX4" fmla="*/ 1917 w 9438"/>
              <a:gd name="connsiteY4" fmla="*/ 10888 h 10945"/>
              <a:gd name="connsiteX5" fmla="*/ 3906 w 9438"/>
              <a:gd name="connsiteY5" fmla="*/ 9504 h 10945"/>
              <a:gd name="connsiteX6" fmla="*/ 7087 w 9438"/>
              <a:gd name="connsiteY6" fmla="*/ 9912 h 10945"/>
              <a:gd name="connsiteX7" fmla="*/ 8610 w 9438"/>
              <a:gd name="connsiteY7" fmla="*/ 9685 h 10945"/>
              <a:gd name="connsiteX8" fmla="*/ 9332 w 9438"/>
              <a:gd name="connsiteY8" fmla="*/ 8282 h 10945"/>
              <a:gd name="connsiteX9" fmla="*/ 9305 w 9438"/>
              <a:gd name="connsiteY9" fmla="*/ 3437 h 10945"/>
              <a:gd name="connsiteX10" fmla="*/ 8129 w 9438"/>
              <a:gd name="connsiteY10" fmla="*/ 631 h 10945"/>
              <a:gd name="connsiteX11" fmla="*/ 4948 w 9438"/>
              <a:gd name="connsiteY11" fmla="*/ 87 h 10945"/>
              <a:gd name="connsiteX0" fmla="*/ 5243 w 10000"/>
              <a:gd name="connsiteY0" fmla="*/ 79 h 9966"/>
              <a:gd name="connsiteX1" fmla="*/ 3148 w 10000"/>
              <a:gd name="connsiteY1" fmla="*/ 796 h 9966"/>
              <a:gd name="connsiteX2" fmla="*/ 600 w 10000"/>
              <a:gd name="connsiteY2" fmla="*/ 1942 h 9966"/>
              <a:gd name="connsiteX3" fmla="*/ 94 w 10000"/>
              <a:gd name="connsiteY3" fmla="*/ 6612 h 9966"/>
              <a:gd name="connsiteX4" fmla="*/ 2031 w 10000"/>
              <a:gd name="connsiteY4" fmla="*/ 9948 h 9966"/>
              <a:gd name="connsiteX5" fmla="*/ 4139 w 10000"/>
              <a:gd name="connsiteY5" fmla="*/ 8683 h 9966"/>
              <a:gd name="connsiteX6" fmla="*/ 7509 w 10000"/>
              <a:gd name="connsiteY6" fmla="*/ 9056 h 9966"/>
              <a:gd name="connsiteX7" fmla="*/ 9123 w 10000"/>
              <a:gd name="connsiteY7" fmla="*/ 8849 h 9966"/>
              <a:gd name="connsiteX8" fmla="*/ 9888 w 10000"/>
              <a:gd name="connsiteY8" fmla="*/ 7567 h 9966"/>
              <a:gd name="connsiteX9" fmla="*/ 9859 w 10000"/>
              <a:gd name="connsiteY9" fmla="*/ 3140 h 9966"/>
              <a:gd name="connsiteX10" fmla="*/ 8613 w 10000"/>
              <a:gd name="connsiteY10" fmla="*/ 577 h 9966"/>
              <a:gd name="connsiteX11" fmla="*/ 5243 w 10000"/>
              <a:gd name="connsiteY11" fmla="*/ 79 h 9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00" h="9966">
                <a:moveTo>
                  <a:pt x="5243" y="79"/>
                </a:moveTo>
                <a:cubicBezTo>
                  <a:pt x="4365" y="204"/>
                  <a:pt x="3927" y="485"/>
                  <a:pt x="3148" y="796"/>
                </a:cubicBezTo>
                <a:cubicBezTo>
                  <a:pt x="2369" y="1106"/>
                  <a:pt x="1108" y="972"/>
                  <a:pt x="600" y="1942"/>
                </a:cubicBezTo>
                <a:cubicBezTo>
                  <a:pt x="91" y="2911"/>
                  <a:pt x="-144" y="5278"/>
                  <a:pt x="94" y="6612"/>
                </a:cubicBezTo>
                <a:cubicBezTo>
                  <a:pt x="333" y="7946"/>
                  <a:pt x="1163" y="9760"/>
                  <a:pt x="2031" y="9948"/>
                </a:cubicBezTo>
                <a:cubicBezTo>
                  <a:pt x="2899" y="10136"/>
                  <a:pt x="3225" y="8832"/>
                  <a:pt x="4139" y="8683"/>
                </a:cubicBezTo>
                <a:cubicBezTo>
                  <a:pt x="5052" y="8534"/>
                  <a:pt x="6674" y="9035"/>
                  <a:pt x="7509" y="9056"/>
                </a:cubicBezTo>
                <a:cubicBezTo>
                  <a:pt x="8344" y="9077"/>
                  <a:pt x="8726" y="9097"/>
                  <a:pt x="9123" y="8849"/>
                </a:cubicBezTo>
                <a:cubicBezTo>
                  <a:pt x="9519" y="8601"/>
                  <a:pt x="9759" y="8519"/>
                  <a:pt x="9888" y="7567"/>
                </a:cubicBezTo>
                <a:cubicBezTo>
                  <a:pt x="10015" y="6615"/>
                  <a:pt x="10071" y="4299"/>
                  <a:pt x="9859" y="3140"/>
                </a:cubicBezTo>
                <a:cubicBezTo>
                  <a:pt x="9647" y="1983"/>
                  <a:pt x="9377" y="1073"/>
                  <a:pt x="8613" y="577"/>
                </a:cubicBezTo>
                <a:cubicBezTo>
                  <a:pt x="7849" y="79"/>
                  <a:pt x="6390" y="-127"/>
                  <a:pt x="5243" y="79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7" name="Line 130">
            <a:extLst>
              <a:ext uri="{FF2B5EF4-FFF2-40B4-BE49-F238E27FC236}">
                <a16:creationId xmlns:a16="http://schemas.microsoft.com/office/drawing/2014/main" id="{BA049FB3-9F2D-F84D-9473-BB8AF615D3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11688"/>
            <a:ext cx="157454" cy="8415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8" name="Line 131">
            <a:extLst>
              <a:ext uri="{FF2B5EF4-FFF2-40B4-BE49-F238E27FC236}">
                <a16:creationId xmlns:a16="http://schemas.microsoft.com/office/drawing/2014/main" id="{C810FEE7-0839-4946-853F-3D2AB6E06D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7748" y="3479990"/>
            <a:ext cx="0" cy="8078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9" name="Line 132">
            <a:extLst>
              <a:ext uri="{FF2B5EF4-FFF2-40B4-BE49-F238E27FC236}">
                <a16:creationId xmlns:a16="http://schemas.microsoft.com/office/drawing/2014/main" id="{7A367922-E410-7840-A773-2D732D40D1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79009"/>
            <a:ext cx="329487" cy="282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0" name="Line 133">
            <a:extLst>
              <a:ext uri="{FF2B5EF4-FFF2-40B4-BE49-F238E27FC236}">
                <a16:creationId xmlns:a16="http://schemas.microsoft.com/office/drawing/2014/main" id="{E2674585-BA78-A443-97BB-E5255E5F4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386" y="3377887"/>
            <a:ext cx="0" cy="19186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1" name="Line 134">
            <a:extLst>
              <a:ext uri="{FF2B5EF4-FFF2-40B4-BE49-F238E27FC236}">
                <a16:creationId xmlns:a16="http://schemas.microsoft.com/office/drawing/2014/main" id="{A1D94A21-56CF-A24A-83D0-85C94A7B28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65387" y="3677463"/>
            <a:ext cx="23618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5BE09AEA-8140-5E4C-BC2E-45351450D4BA}"/>
              </a:ext>
            </a:extLst>
          </p:cNvPr>
          <p:cNvGrpSpPr/>
          <p:nvPr/>
        </p:nvGrpSpPr>
        <p:grpSpPr>
          <a:xfrm flipH="1">
            <a:off x="1559152" y="3670725"/>
            <a:ext cx="466530" cy="2244"/>
            <a:chOff x="3159352" y="3666243"/>
            <a:chExt cx="466530" cy="2244"/>
          </a:xfrm>
        </p:grpSpPr>
        <p:sp>
          <p:nvSpPr>
            <p:cNvPr id="192" name="Line 135">
              <a:extLst>
                <a:ext uri="{FF2B5EF4-FFF2-40B4-BE49-F238E27FC236}">
                  <a16:creationId xmlns:a16="http://schemas.microsoft.com/office/drawing/2014/main" id="{534722DD-8C97-364D-97D3-E8C372CE4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352" y="3668487"/>
              <a:ext cx="22160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Line 172">
              <a:extLst>
                <a:ext uri="{FF2B5EF4-FFF2-40B4-BE49-F238E27FC236}">
                  <a16:creationId xmlns:a16="http://schemas.microsoft.com/office/drawing/2014/main" id="{6A5F222A-F320-8A4D-A101-AD8611F73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280" y="3666243"/>
              <a:ext cx="221602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198" name="Text Box 580">
            <a:extLst>
              <a:ext uri="{FF2B5EF4-FFF2-40B4-BE49-F238E27FC236}">
                <a16:creationId xmlns:a16="http://schemas.microsoft.com/office/drawing/2014/main" id="{05C27FCC-FFC4-1A42-9305-E713469E7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9538" y="3632083"/>
            <a:ext cx="4667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ISP</a:t>
            </a:r>
          </a:p>
        </p:txBody>
      </p:sp>
      <p:sp>
        <p:nvSpPr>
          <p:cNvPr id="232" name="Line 176">
            <a:extLst>
              <a:ext uri="{FF2B5EF4-FFF2-40B4-BE49-F238E27FC236}">
                <a16:creationId xmlns:a16="http://schemas.microsoft.com/office/drawing/2014/main" id="{77367670-A7FE-DA42-B5CB-53C3AD6C87E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5813" y="3373096"/>
            <a:ext cx="452437" cy="3810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  <a:cs typeface="Arial" charset="0"/>
            </a:endParaRPr>
          </a:p>
        </p:txBody>
      </p:sp>
      <p:sp>
        <p:nvSpPr>
          <p:cNvPr id="233" name="Text Box 177">
            <a:extLst>
              <a:ext uri="{FF2B5EF4-FFF2-40B4-BE49-F238E27FC236}">
                <a16:creationId xmlns:a16="http://schemas.microsoft.com/office/drawing/2014/main" id="{982F024F-66F2-D547-9A68-4E45A8380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2310" y="3615330"/>
            <a:ext cx="1611339" cy="460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电缆调制解调器</a:t>
            </a:r>
          </a:p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端接系统</a:t>
            </a:r>
          </a:p>
        </p:txBody>
      </p:sp>
      <p:grpSp>
        <p:nvGrpSpPr>
          <p:cNvPr id="234" name="Group 2">
            <a:extLst>
              <a:ext uri="{FF2B5EF4-FFF2-40B4-BE49-F238E27FC236}">
                <a16:creationId xmlns:a16="http://schemas.microsoft.com/office/drawing/2014/main" id="{EB20829C-C2C8-044E-8B94-CD986EBB0283}"/>
              </a:ext>
            </a:extLst>
          </p:cNvPr>
          <p:cNvGrpSpPr>
            <a:grpSpLocks/>
          </p:cNvGrpSpPr>
          <p:nvPr/>
        </p:nvGrpSpPr>
        <p:grpSpPr bwMode="auto">
          <a:xfrm>
            <a:off x="9146140" y="2298358"/>
            <a:ext cx="2498818" cy="1466537"/>
            <a:chOff x="467224" y="1239838"/>
            <a:chExt cx="2268538" cy="1465643"/>
          </a:xfrm>
        </p:grpSpPr>
        <p:sp>
          <p:nvSpPr>
            <p:cNvPr id="235" name="Rectangle 9">
              <a:extLst>
                <a:ext uri="{FF2B5EF4-FFF2-40B4-BE49-F238E27FC236}">
                  <a16:creationId xmlns:a16="http://schemas.microsoft.com/office/drawing/2014/main" id="{DD540BB4-19DF-8849-B206-BD6B1408B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379" y="1650750"/>
              <a:ext cx="1793876" cy="926535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6" name="Line 7">
              <a:extLst>
                <a:ext uri="{FF2B5EF4-FFF2-40B4-BE49-F238E27FC236}">
                  <a16:creationId xmlns:a16="http://schemas.microsoft.com/office/drawing/2014/main" id="{FB71DB5B-A160-3A48-AE99-90B9FF3BA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8850" y="2201863"/>
              <a:ext cx="365125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7" name="Text Box 39">
              <a:extLst>
                <a:ext uri="{FF2B5EF4-FFF2-40B4-BE49-F238E27FC236}">
                  <a16:creationId xmlns:a16="http://schemas.microsoft.com/office/drawing/2014/main" id="{EB1348A4-24CD-1E44-88F8-7830C3AFD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0087" y="2264475"/>
              <a:ext cx="748923" cy="441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cable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modem</a:t>
              </a:r>
            </a:p>
          </p:txBody>
        </p:sp>
        <p:sp>
          <p:nvSpPr>
            <p:cNvPr id="238" name="Text Box 41">
              <a:extLst>
                <a:ext uri="{FF2B5EF4-FFF2-40B4-BE49-F238E27FC236}">
                  <a16:creationId xmlns:a16="http://schemas.microsoft.com/office/drawing/2014/main" id="{8349886E-58FF-B046-80BF-ECA0B3CB5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799" y="2331583"/>
              <a:ext cx="707245" cy="268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分路器</a:t>
              </a:r>
            </a:p>
          </p:txBody>
        </p:sp>
        <p:grpSp>
          <p:nvGrpSpPr>
            <p:cNvPr id="239" name="Group 13">
              <a:extLst>
                <a:ext uri="{FF2B5EF4-FFF2-40B4-BE49-F238E27FC236}">
                  <a16:creationId xmlns:a16="http://schemas.microsoft.com/office/drawing/2014/main" id="{30E87D95-D7AC-5346-9120-9E6EC57CD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4925" y="2078038"/>
              <a:ext cx="614363" cy="220662"/>
              <a:chOff x="322" y="890"/>
              <a:chExt cx="872" cy="339"/>
            </a:xfrm>
          </p:grpSpPr>
          <p:sp>
            <p:nvSpPr>
              <p:cNvPr id="248" name="Rectangle 14">
                <a:extLst>
                  <a:ext uri="{FF2B5EF4-FFF2-40B4-BE49-F238E27FC236}">
                    <a16:creationId xmlns:a16="http://schemas.microsoft.com/office/drawing/2014/main" id="{A9BAD309-D5C5-614D-B693-C67071C10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" y="1004"/>
                <a:ext cx="872" cy="224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9" name="Rectangle 15">
                <a:extLst>
                  <a:ext uri="{FF2B5EF4-FFF2-40B4-BE49-F238E27FC236}">
                    <a16:creationId xmlns:a16="http://schemas.microsoft.com/office/drawing/2014/main" id="{0220B554-E7D3-F548-BC5D-91C2D181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072"/>
                <a:ext cx="54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0" name="Rectangle 16">
                <a:extLst>
                  <a:ext uri="{FF2B5EF4-FFF2-40B4-BE49-F238E27FC236}">
                    <a16:creationId xmlns:a16="http://schemas.microsoft.com/office/drawing/2014/main" id="{9EA0D1A9-01E8-8B4A-B60C-6BC291712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072"/>
                <a:ext cx="56" cy="56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1" name="Rectangle 17">
                <a:extLst>
                  <a:ext uri="{FF2B5EF4-FFF2-40B4-BE49-F238E27FC236}">
                    <a16:creationId xmlns:a16="http://schemas.microsoft.com/office/drawing/2014/main" id="{98A797A7-008D-354C-96ED-D81C6B57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Rectangle 18">
                <a:extLst>
                  <a:ext uri="{FF2B5EF4-FFF2-40B4-BE49-F238E27FC236}">
                    <a16:creationId xmlns:a16="http://schemas.microsoft.com/office/drawing/2014/main" id="{67D0B14D-EED2-C149-BDE9-6BA7A5147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3" name="AutoShape 19">
                <a:extLst>
                  <a:ext uri="{FF2B5EF4-FFF2-40B4-BE49-F238E27FC236}">
                    <a16:creationId xmlns:a16="http://schemas.microsoft.com/office/drawing/2014/main" id="{E034E9AE-9B8D-3D42-B2F3-0ADCD2E5C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0" name="AutoShape 21">
              <a:extLst>
                <a:ext uri="{FF2B5EF4-FFF2-40B4-BE49-F238E27FC236}">
                  <a16:creationId xmlns:a16="http://schemas.microsoft.com/office/drawing/2014/main" id="{82B9E5FE-6BF1-F649-BE4A-9DE0EE33D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24" y="1239838"/>
              <a:ext cx="2268538" cy="468028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1" name="Rectangle 22">
              <a:extLst>
                <a:ext uri="{FF2B5EF4-FFF2-40B4-BE49-F238E27FC236}">
                  <a16:creationId xmlns:a16="http://schemas.microsoft.com/office/drawing/2014/main" id="{A10F90D2-AA03-214F-88E6-81C65C8F3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462" y="2133056"/>
              <a:ext cx="166688" cy="144374"/>
            </a:xfrm>
            <a:prstGeom prst="rect">
              <a:avLst/>
            </a:prstGeom>
            <a:solidFill>
              <a:srgbClr val="0000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2" name="Freeform 23">
              <a:extLst>
                <a:ext uri="{FF2B5EF4-FFF2-40B4-BE49-F238E27FC236}">
                  <a16:creationId xmlns:a16="http://schemas.microsoft.com/office/drawing/2014/main" id="{44F75FB3-7AD9-664F-B0D1-CFACEDC08A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0845" y="1691922"/>
              <a:ext cx="479425" cy="434975"/>
            </a:xfrm>
            <a:custGeom>
              <a:avLst/>
              <a:gdLst>
                <a:gd name="T0" fmla="*/ 2147483647 w 381"/>
                <a:gd name="T1" fmla="*/ 2147483647 h 274"/>
                <a:gd name="T2" fmla="*/ 2147483647 w 381"/>
                <a:gd name="T3" fmla="*/ 2147483647 h 274"/>
                <a:gd name="T4" fmla="*/ 0 w 381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74">
                  <a:moveTo>
                    <a:pt x="381" y="274"/>
                  </a:moveTo>
                  <a:lnTo>
                    <a:pt x="381" y="13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Line 24">
              <a:extLst>
                <a:ext uri="{FF2B5EF4-FFF2-40B4-BE49-F238E27FC236}">
                  <a16:creationId xmlns:a16="http://schemas.microsoft.com/office/drawing/2014/main" id="{F2B915F6-A2A3-B34C-A375-8EFD324B3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7701" y="2215556"/>
              <a:ext cx="2397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pic>
          <p:nvPicPr>
            <p:cNvPr id="244" name="Picture 25" descr="tv">
              <a:extLst>
                <a:ext uri="{FF2B5EF4-FFF2-40B4-BE49-F238E27FC236}">
                  <a16:creationId xmlns:a16="http://schemas.microsoft.com/office/drawing/2014/main" id="{477C9371-ACC2-724A-B0A8-361D1C6FD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24844" y="1355725"/>
              <a:ext cx="755650" cy="674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5" name="Group 181">
              <a:extLst>
                <a:ext uri="{FF2B5EF4-FFF2-40B4-BE49-F238E27FC236}">
                  <a16:creationId xmlns:a16="http://schemas.microsoft.com/office/drawing/2014/main" id="{AA33DC69-DFD9-8845-B93A-D4AB8AA2D4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4097" y="1780738"/>
              <a:ext cx="609600" cy="609600"/>
              <a:chOff x="-44" y="1473"/>
              <a:chExt cx="981" cy="1105"/>
            </a:xfrm>
          </p:grpSpPr>
          <p:pic>
            <p:nvPicPr>
              <p:cNvPr id="246" name="Picture 182" descr="desktop_computer_stylized_medium">
                <a:extLst>
                  <a:ext uri="{FF2B5EF4-FFF2-40B4-BE49-F238E27FC236}">
                    <a16:creationId xmlns:a16="http://schemas.microsoft.com/office/drawing/2014/main" id="{D2729833-534C-6443-A1A7-9247867BD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83">
                <a:extLst>
                  <a:ext uri="{FF2B5EF4-FFF2-40B4-BE49-F238E27FC236}">
                    <a16:creationId xmlns:a16="http://schemas.microsoft.com/office/drawing/2014/main" id="{F7F57EE2-12F0-584B-A870-9B2DC5367E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grpSp>
        <p:nvGrpSpPr>
          <p:cNvPr id="254" name="Group 8">
            <a:extLst>
              <a:ext uri="{FF2B5EF4-FFF2-40B4-BE49-F238E27FC236}">
                <a16:creationId xmlns:a16="http://schemas.microsoft.com/office/drawing/2014/main" id="{A6124704-7265-E246-8B8F-A1899A14DC0E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2507908"/>
            <a:ext cx="4938712" cy="1389063"/>
            <a:chOff x="4327270" y="1745934"/>
            <a:chExt cx="4938730" cy="1388847"/>
          </a:xfrm>
        </p:grpSpPr>
        <p:sp>
          <p:nvSpPr>
            <p:cNvPr id="255" name="Line 94">
              <a:extLst>
                <a:ext uri="{FF2B5EF4-FFF2-40B4-BE49-F238E27FC236}">
                  <a16:creationId xmlns:a16="http://schemas.microsoft.com/office/drawing/2014/main" id="{7F4BC0F0-CF12-544A-BB11-6132B2CB1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270" y="2504641"/>
              <a:ext cx="49387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56" name="Group 7">
              <a:extLst>
                <a:ext uri="{FF2B5EF4-FFF2-40B4-BE49-F238E27FC236}">
                  <a16:creationId xmlns:a16="http://schemas.microsoft.com/office/drawing/2014/main" id="{CE28F841-1006-2D42-AD3B-E8BEB4883A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34163" y="1745934"/>
              <a:ext cx="2894013" cy="752358"/>
              <a:chOff x="5534163" y="1745934"/>
              <a:chExt cx="2894013" cy="752358"/>
            </a:xfrm>
          </p:grpSpPr>
          <p:grpSp>
            <p:nvGrpSpPr>
              <p:cNvPr id="296" name="Group 26">
                <a:extLst>
                  <a:ext uri="{FF2B5EF4-FFF2-40B4-BE49-F238E27FC236}">
                    <a16:creationId xmlns:a16="http://schemas.microsoft.com/office/drawing/2014/main" id="{085DD102-ADD6-3341-90FC-C93595FF07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34163" y="1752284"/>
                <a:ext cx="850900" cy="527050"/>
                <a:chOff x="-490" y="1664"/>
                <a:chExt cx="1429" cy="842"/>
              </a:xfrm>
            </p:grpSpPr>
            <p:sp>
              <p:nvSpPr>
                <p:cNvPr id="335" name="AutoShape 27">
                  <a:extLst>
                    <a:ext uri="{FF2B5EF4-FFF2-40B4-BE49-F238E27FC236}">
                      <a16:creationId xmlns:a16="http://schemas.microsoft.com/office/drawing/2014/main" id="{6A97A305-05F0-A641-B6D6-A929DBC29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36" name="Group 28">
                  <a:extLst>
                    <a:ext uri="{FF2B5EF4-FFF2-40B4-BE49-F238E27FC236}">
                      <a16:creationId xmlns:a16="http://schemas.microsoft.com/office/drawing/2014/main" id="{DD90E225-31C2-954C-8DEC-7BD3AFBA89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37" name="Rectangle 29">
                    <a:extLst>
                      <a:ext uri="{FF2B5EF4-FFF2-40B4-BE49-F238E27FC236}">
                        <a16:creationId xmlns:a16="http://schemas.microsoft.com/office/drawing/2014/main" id="{A9903755-27D9-704C-BB66-3C4D76AB10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38" name="Line 7">
                    <a:extLst>
                      <a:ext uri="{FF2B5EF4-FFF2-40B4-BE49-F238E27FC236}">
                        <a16:creationId xmlns:a16="http://schemas.microsoft.com/office/drawing/2014/main" id="{9385E579-9CD6-2F44-975A-C036D9540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39" name="Group 31">
                    <a:extLst>
                      <a:ext uri="{FF2B5EF4-FFF2-40B4-BE49-F238E27FC236}">
                        <a16:creationId xmlns:a16="http://schemas.microsoft.com/office/drawing/2014/main" id="{3C6A471F-A4F3-9340-8F7A-3124858BDD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45" name="Rectangle 32">
                      <a:extLst>
                        <a:ext uri="{FF2B5EF4-FFF2-40B4-BE49-F238E27FC236}">
                          <a16:creationId xmlns:a16="http://schemas.microsoft.com/office/drawing/2014/main" id="{E1C1B86B-F83B-4E49-8436-FCE71C16CB4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6" name="Rectangle 33">
                      <a:extLst>
                        <a:ext uri="{FF2B5EF4-FFF2-40B4-BE49-F238E27FC236}">
                          <a16:creationId xmlns:a16="http://schemas.microsoft.com/office/drawing/2014/main" id="{72C2A603-D736-E74C-8F62-E12A4A34A4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7" name="Rectangle 34">
                      <a:extLst>
                        <a:ext uri="{FF2B5EF4-FFF2-40B4-BE49-F238E27FC236}">
                          <a16:creationId xmlns:a16="http://schemas.microsoft.com/office/drawing/2014/main" id="{DEA7D0BC-36BB-A942-9E39-90CB30791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8" name="Rectangle 35">
                      <a:extLst>
                        <a:ext uri="{FF2B5EF4-FFF2-40B4-BE49-F238E27FC236}">
                          <a16:creationId xmlns:a16="http://schemas.microsoft.com/office/drawing/2014/main" id="{CD3E3109-5BF8-BC49-A4FD-701B1209F7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9" name="Rectangle 36">
                      <a:extLst>
                        <a:ext uri="{FF2B5EF4-FFF2-40B4-BE49-F238E27FC236}">
                          <a16:creationId xmlns:a16="http://schemas.microsoft.com/office/drawing/2014/main" id="{8DB6809C-1A6C-1848-86D3-AC336F5256E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50" name="AutoShape 37">
                      <a:extLst>
                        <a:ext uri="{FF2B5EF4-FFF2-40B4-BE49-F238E27FC236}">
                          <a16:creationId xmlns:a16="http://schemas.microsoft.com/office/drawing/2014/main" id="{238B90F3-F8D7-7E44-B808-BD74D911CF4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40" name="Picture 38" descr="desktop_computer_stylized_small">
                    <a:extLst>
                      <a:ext uri="{FF2B5EF4-FFF2-40B4-BE49-F238E27FC236}">
                        <a16:creationId xmlns:a16="http://schemas.microsoft.com/office/drawing/2014/main" id="{A66823E0-C61E-0242-A088-77165F889C0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41" name="Rectangle 39">
                    <a:extLst>
                      <a:ext uri="{FF2B5EF4-FFF2-40B4-BE49-F238E27FC236}">
                        <a16:creationId xmlns:a16="http://schemas.microsoft.com/office/drawing/2014/main" id="{C2363609-BFD5-134B-8E59-BB238A20C9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42" name="Freeform 40">
                    <a:extLst>
                      <a:ext uri="{FF2B5EF4-FFF2-40B4-BE49-F238E27FC236}">
                        <a16:creationId xmlns:a16="http://schemas.microsoft.com/office/drawing/2014/main" id="{73B464D1-49E3-9245-93EB-9907439E2D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Line 41">
                    <a:extLst>
                      <a:ext uri="{FF2B5EF4-FFF2-40B4-BE49-F238E27FC236}">
                        <a16:creationId xmlns:a16="http://schemas.microsoft.com/office/drawing/2014/main" id="{F1E7F941-7FB1-CF4A-A86E-4745E87FA5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44" name="Picture 42" descr="tv">
                    <a:extLst>
                      <a:ext uri="{FF2B5EF4-FFF2-40B4-BE49-F238E27FC236}">
                        <a16:creationId xmlns:a16="http://schemas.microsoft.com/office/drawing/2014/main" id="{5C8F3C6D-D835-7840-82EE-69730EA6CA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7" name="Group 43">
                <a:extLst>
                  <a:ext uri="{FF2B5EF4-FFF2-40B4-BE49-F238E27FC236}">
                    <a16:creationId xmlns:a16="http://schemas.microsoft.com/office/drawing/2014/main" id="{67079048-1948-974E-A614-943FD2E761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35863" y="1745934"/>
                <a:ext cx="850900" cy="527050"/>
                <a:chOff x="-490" y="1664"/>
                <a:chExt cx="1429" cy="842"/>
              </a:xfrm>
            </p:grpSpPr>
            <p:sp>
              <p:nvSpPr>
                <p:cNvPr id="319" name="AutoShape 44">
                  <a:extLst>
                    <a:ext uri="{FF2B5EF4-FFF2-40B4-BE49-F238E27FC236}">
                      <a16:creationId xmlns:a16="http://schemas.microsoft.com/office/drawing/2014/main" id="{456E65D0-645B-CE4F-B30E-AF2FC63CC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20" name="Group 45">
                  <a:extLst>
                    <a:ext uri="{FF2B5EF4-FFF2-40B4-BE49-F238E27FC236}">
                      <a16:creationId xmlns:a16="http://schemas.microsoft.com/office/drawing/2014/main" id="{E3E2C60A-617F-744F-81D5-30BB67D53B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21" name="Rectangle 46">
                    <a:extLst>
                      <a:ext uri="{FF2B5EF4-FFF2-40B4-BE49-F238E27FC236}">
                        <a16:creationId xmlns:a16="http://schemas.microsoft.com/office/drawing/2014/main" id="{002E7FEA-35B8-F94E-AE8D-E87EA41569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2" name="Line 7">
                    <a:extLst>
                      <a:ext uri="{FF2B5EF4-FFF2-40B4-BE49-F238E27FC236}">
                        <a16:creationId xmlns:a16="http://schemas.microsoft.com/office/drawing/2014/main" id="{B69B1E6A-61F6-6848-A082-E7712464DF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23" name="Group 48">
                    <a:extLst>
                      <a:ext uri="{FF2B5EF4-FFF2-40B4-BE49-F238E27FC236}">
                        <a16:creationId xmlns:a16="http://schemas.microsoft.com/office/drawing/2014/main" id="{82871A84-AE0A-984A-BC23-B1C94CC6BA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29" name="Rectangle 49">
                      <a:extLst>
                        <a:ext uri="{FF2B5EF4-FFF2-40B4-BE49-F238E27FC236}">
                          <a16:creationId xmlns:a16="http://schemas.microsoft.com/office/drawing/2014/main" id="{D056BEE1-4B05-F54C-81EC-370750ED99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0" name="Rectangle 50">
                      <a:extLst>
                        <a:ext uri="{FF2B5EF4-FFF2-40B4-BE49-F238E27FC236}">
                          <a16:creationId xmlns:a16="http://schemas.microsoft.com/office/drawing/2014/main" id="{E244CA29-71A6-EC47-ACFB-87F7789143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1" name="Rectangle 51">
                      <a:extLst>
                        <a:ext uri="{FF2B5EF4-FFF2-40B4-BE49-F238E27FC236}">
                          <a16:creationId xmlns:a16="http://schemas.microsoft.com/office/drawing/2014/main" id="{7B42A43F-637B-9142-969B-01468F6725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2" name="Rectangle 52">
                      <a:extLst>
                        <a:ext uri="{FF2B5EF4-FFF2-40B4-BE49-F238E27FC236}">
                          <a16:creationId xmlns:a16="http://schemas.microsoft.com/office/drawing/2014/main" id="{23B87611-7608-CC43-A967-AEE4B8BB85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3" name="Rectangle 53">
                      <a:extLst>
                        <a:ext uri="{FF2B5EF4-FFF2-40B4-BE49-F238E27FC236}">
                          <a16:creationId xmlns:a16="http://schemas.microsoft.com/office/drawing/2014/main" id="{AE5DFE7E-43E3-0F42-A0FE-E6AD63E149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4" name="AutoShape 54">
                      <a:extLst>
                        <a:ext uri="{FF2B5EF4-FFF2-40B4-BE49-F238E27FC236}">
                          <a16:creationId xmlns:a16="http://schemas.microsoft.com/office/drawing/2014/main" id="{079E5BE1-85B6-3747-AA3F-D2688B378F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24" name="Picture 55" descr="desktop_computer_stylized_small">
                    <a:extLst>
                      <a:ext uri="{FF2B5EF4-FFF2-40B4-BE49-F238E27FC236}">
                        <a16:creationId xmlns:a16="http://schemas.microsoft.com/office/drawing/2014/main" id="{07D61FCA-DAAF-AD44-9EC9-CA49616D355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5" name="Rectangle 56">
                    <a:extLst>
                      <a:ext uri="{FF2B5EF4-FFF2-40B4-BE49-F238E27FC236}">
                        <a16:creationId xmlns:a16="http://schemas.microsoft.com/office/drawing/2014/main" id="{1001F98C-ED6F-D948-99EF-322AC120DD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6" name="Freeform 57">
                    <a:extLst>
                      <a:ext uri="{FF2B5EF4-FFF2-40B4-BE49-F238E27FC236}">
                        <a16:creationId xmlns:a16="http://schemas.microsoft.com/office/drawing/2014/main" id="{92EA9D03-931E-C347-82FA-D160F604F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27" name="Line 58">
                    <a:extLst>
                      <a:ext uri="{FF2B5EF4-FFF2-40B4-BE49-F238E27FC236}">
                        <a16:creationId xmlns:a16="http://schemas.microsoft.com/office/drawing/2014/main" id="{7AABC235-4ADE-CB40-BB43-1D33F57E8C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28" name="Picture 59" descr="tv">
                    <a:extLst>
                      <a:ext uri="{FF2B5EF4-FFF2-40B4-BE49-F238E27FC236}">
                        <a16:creationId xmlns:a16="http://schemas.microsoft.com/office/drawing/2014/main" id="{9654A268-82FE-4245-B25A-3A124BC4308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8" name="Group 95">
                <a:extLst>
                  <a:ext uri="{FF2B5EF4-FFF2-40B4-BE49-F238E27FC236}">
                    <a16:creationId xmlns:a16="http://schemas.microsoft.com/office/drawing/2014/main" id="{FD849A36-3DCA-4848-84EE-49CDE7D3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276" y="1753872"/>
                <a:ext cx="850900" cy="527050"/>
                <a:chOff x="-490" y="1664"/>
                <a:chExt cx="1429" cy="842"/>
              </a:xfrm>
            </p:grpSpPr>
            <p:sp>
              <p:nvSpPr>
                <p:cNvPr id="303" name="AutoShape 96">
                  <a:extLst>
                    <a:ext uri="{FF2B5EF4-FFF2-40B4-BE49-F238E27FC236}">
                      <a16:creationId xmlns:a16="http://schemas.microsoft.com/office/drawing/2014/main" id="{2134D4E9-8248-CE44-9AAB-057757A4B9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04" name="Group 97">
                  <a:extLst>
                    <a:ext uri="{FF2B5EF4-FFF2-40B4-BE49-F238E27FC236}">
                      <a16:creationId xmlns:a16="http://schemas.microsoft.com/office/drawing/2014/main" id="{5467ECCE-4A4E-A64E-85D9-0663675678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05" name="Rectangle 98">
                    <a:extLst>
                      <a:ext uri="{FF2B5EF4-FFF2-40B4-BE49-F238E27FC236}">
                        <a16:creationId xmlns:a16="http://schemas.microsoft.com/office/drawing/2014/main" id="{49829436-0D5F-004B-AEFC-A5B3EFF126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06" name="Line 7">
                    <a:extLst>
                      <a:ext uri="{FF2B5EF4-FFF2-40B4-BE49-F238E27FC236}">
                        <a16:creationId xmlns:a16="http://schemas.microsoft.com/office/drawing/2014/main" id="{297A059F-49AA-5B45-A6BF-AE3B9EFA95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07" name="Group 100">
                    <a:extLst>
                      <a:ext uri="{FF2B5EF4-FFF2-40B4-BE49-F238E27FC236}">
                        <a16:creationId xmlns:a16="http://schemas.microsoft.com/office/drawing/2014/main" id="{26F51CA6-CBA9-BB44-A274-61BE894B26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3" name="Rectangle 101">
                      <a:extLst>
                        <a:ext uri="{FF2B5EF4-FFF2-40B4-BE49-F238E27FC236}">
                          <a16:creationId xmlns:a16="http://schemas.microsoft.com/office/drawing/2014/main" id="{7875F5E9-821A-0B41-84DA-59FA2188A4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" name="Rectangle 102">
                      <a:extLst>
                        <a:ext uri="{FF2B5EF4-FFF2-40B4-BE49-F238E27FC236}">
                          <a16:creationId xmlns:a16="http://schemas.microsoft.com/office/drawing/2014/main" id="{E632E424-0BBD-1643-908C-709C6232D4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" name="Rectangle 103">
                      <a:extLst>
                        <a:ext uri="{FF2B5EF4-FFF2-40B4-BE49-F238E27FC236}">
                          <a16:creationId xmlns:a16="http://schemas.microsoft.com/office/drawing/2014/main" id="{8B81DAEF-25EA-8348-99B9-5386288651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" name="Rectangle 104">
                      <a:extLst>
                        <a:ext uri="{FF2B5EF4-FFF2-40B4-BE49-F238E27FC236}">
                          <a16:creationId xmlns:a16="http://schemas.microsoft.com/office/drawing/2014/main" id="{7BAB38B7-A3F3-CB49-B51F-DC1F9670CF2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" name="Rectangle 105">
                      <a:extLst>
                        <a:ext uri="{FF2B5EF4-FFF2-40B4-BE49-F238E27FC236}">
                          <a16:creationId xmlns:a16="http://schemas.microsoft.com/office/drawing/2014/main" id="{0CDBE914-F84E-7D4E-B3B2-D8F9DE98A8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8" name="AutoShape 106">
                      <a:extLst>
                        <a:ext uri="{FF2B5EF4-FFF2-40B4-BE49-F238E27FC236}">
                          <a16:creationId xmlns:a16="http://schemas.microsoft.com/office/drawing/2014/main" id="{021DD6DC-DF6F-6F4A-85BD-FADA0DD51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08" name="Picture 107" descr="desktop_computer_stylized_small">
                    <a:extLst>
                      <a:ext uri="{FF2B5EF4-FFF2-40B4-BE49-F238E27FC236}">
                        <a16:creationId xmlns:a16="http://schemas.microsoft.com/office/drawing/2014/main" id="{A9B48AEA-369A-ED41-8FEC-F20EFBC33B8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09" name="Rectangle 108">
                    <a:extLst>
                      <a:ext uri="{FF2B5EF4-FFF2-40B4-BE49-F238E27FC236}">
                        <a16:creationId xmlns:a16="http://schemas.microsoft.com/office/drawing/2014/main" id="{E99A4E83-8C3B-804F-B09B-776F804CA9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10" name="Freeform 109">
                    <a:extLst>
                      <a:ext uri="{FF2B5EF4-FFF2-40B4-BE49-F238E27FC236}">
                        <a16:creationId xmlns:a16="http://schemas.microsoft.com/office/drawing/2014/main" id="{BC91D9E2-0A1B-3B42-9C7F-ECD4B0D1B2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110">
                    <a:extLst>
                      <a:ext uri="{FF2B5EF4-FFF2-40B4-BE49-F238E27FC236}">
                        <a16:creationId xmlns:a16="http://schemas.microsoft.com/office/drawing/2014/main" id="{7033F15B-5083-064E-8DA3-D925A29A4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12" name="Picture 111" descr="tv">
                    <a:extLst>
                      <a:ext uri="{FF2B5EF4-FFF2-40B4-BE49-F238E27FC236}">
                        <a16:creationId xmlns:a16="http://schemas.microsoft.com/office/drawing/2014/main" id="{E6ACCA90-C189-5C46-B6A3-BB68EF5AC5A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99" name="Text Box 112">
                <a:extLst>
                  <a:ext uri="{FF2B5EF4-FFF2-40B4-BE49-F238E27FC236}">
                    <a16:creationId xmlns:a16="http://schemas.microsoft.com/office/drawing/2014/main" id="{BF0F7862-2B93-8D4E-8DE9-1D1D28C36B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79808" y="1823710"/>
                <a:ext cx="397868" cy="4615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Arial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…</a:t>
                </a:r>
              </a:p>
            </p:txBody>
          </p:sp>
          <p:sp>
            <p:nvSpPr>
              <p:cNvPr id="300" name="Line 113">
                <a:extLst>
                  <a:ext uri="{FF2B5EF4-FFF2-40B4-BE49-F238E27FC236}">
                    <a16:creationId xmlns:a16="http://schemas.microsoft.com/office/drawing/2014/main" id="{E1CD1932-974E-6946-B4E6-8C6990D34C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169544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1" name="Line 114">
                <a:extLst>
                  <a:ext uri="{FF2B5EF4-FFF2-40B4-BE49-F238E27FC236}">
                    <a16:creationId xmlns:a16="http://schemas.microsoft.com/office/drawing/2014/main" id="{26697457-3ACA-B84C-A50C-83DEF80C9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74423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2" name="Line 115">
                <a:extLst>
                  <a:ext uri="{FF2B5EF4-FFF2-40B4-BE49-F238E27FC236}">
                    <a16:creationId xmlns:a16="http://schemas.microsoft.com/office/drawing/2014/main" id="{0D8D793E-91EB-F741-BB52-5FDEB56CF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077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57" name="Group 5">
              <a:extLst>
                <a:ext uri="{FF2B5EF4-FFF2-40B4-BE49-F238E27FC236}">
                  <a16:creationId xmlns:a16="http://schemas.microsoft.com/office/drawing/2014/main" id="{DE861C37-8A06-864D-B9A4-27252E961C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298039" y="2490881"/>
              <a:ext cx="850900" cy="627063"/>
              <a:chOff x="6488251" y="2501584"/>
              <a:chExt cx="850900" cy="627063"/>
            </a:xfrm>
          </p:grpSpPr>
          <p:grpSp>
            <p:nvGrpSpPr>
              <p:cNvPr id="278" name="Group 77">
                <a:extLst>
                  <a:ext uri="{FF2B5EF4-FFF2-40B4-BE49-F238E27FC236}">
                    <a16:creationId xmlns:a16="http://schemas.microsoft.com/office/drawing/2014/main" id="{EFE4B320-2D18-0548-9546-499C02132F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80" name="AutoShape 78">
                  <a:extLst>
                    <a:ext uri="{FF2B5EF4-FFF2-40B4-BE49-F238E27FC236}">
                      <a16:creationId xmlns:a16="http://schemas.microsoft.com/office/drawing/2014/main" id="{79A4A823-9D81-AD47-B418-203FDA51A5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3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81" name="Group 79">
                  <a:extLst>
                    <a:ext uri="{FF2B5EF4-FFF2-40B4-BE49-F238E27FC236}">
                      <a16:creationId xmlns:a16="http://schemas.microsoft.com/office/drawing/2014/main" id="{F844C0D3-5A34-714F-B8AD-CCC8CD4A8E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82" name="Rectangle 80">
                    <a:extLst>
                      <a:ext uri="{FF2B5EF4-FFF2-40B4-BE49-F238E27FC236}">
                        <a16:creationId xmlns:a16="http://schemas.microsoft.com/office/drawing/2014/main" id="{50412332-25A0-0E4D-A3EC-1F11110203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29" y="1922"/>
                    <a:ext cx="1120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3" name="Line 7">
                    <a:extLst>
                      <a:ext uri="{FF2B5EF4-FFF2-40B4-BE49-F238E27FC236}">
                        <a16:creationId xmlns:a16="http://schemas.microsoft.com/office/drawing/2014/main" id="{913FB20A-42A8-3B47-942A-C08EC3175D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84" name="Group 82">
                    <a:extLst>
                      <a:ext uri="{FF2B5EF4-FFF2-40B4-BE49-F238E27FC236}">
                        <a16:creationId xmlns:a16="http://schemas.microsoft.com/office/drawing/2014/main" id="{6AE7A535-20D2-7845-906B-57B285A806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90" name="Rectangle 83">
                      <a:extLst>
                        <a:ext uri="{FF2B5EF4-FFF2-40B4-BE49-F238E27FC236}">
                          <a16:creationId xmlns:a16="http://schemas.microsoft.com/office/drawing/2014/main" id="{4DAB170B-872C-AC48-8EB1-7AEA4707CA8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998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" name="Rectangle 84">
                      <a:extLst>
                        <a:ext uri="{FF2B5EF4-FFF2-40B4-BE49-F238E27FC236}">
                          <a16:creationId xmlns:a16="http://schemas.microsoft.com/office/drawing/2014/main" id="{0AFA26B4-968C-5C4A-A558-6F55DED874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2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" name="Rectangle 85">
                      <a:extLst>
                        <a:ext uri="{FF2B5EF4-FFF2-40B4-BE49-F238E27FC236}">
                          <a16:creationId xmlns:a16="http://schemas.microsoft.com/office/drawing/2014/main" id="{06BD0766-DE7D-7C4B-BE12-E496331D41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2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3" name="Rectangle 86">
                      <a:extLst>
                        <a:ext uri="{FF2B5EF4-FFF2-40B4-BE49-F238E27FC236}">
                          <a16:creationId xmlns:a16="http://schemas.microsoft.com/office/drawing/2014/main" id="{C84C5A24-A69E-3949-A04F-18EBA27F94A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9" y="1066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4" name="Rectangle 87">
                      <a:extLst>
                        <a:ext uri="{FF2B5EF4-FFF2-40B4-BE49-F238E27FC236}">
                          <a16:creationId xmlns:a16="http://schemas.microsoft.com/office/drawing/2014/main" id="{3A0EE1B9-BC91-B046-A9CD-F67E0D19A2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1066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" name="AutoShape 88">
                      <a:extLst>
                        <a:ext uri="{FF2B5EF4-FFF2-40B4-BE49-F238E27FC236}">
                          <a16:creationId xmlns:a16="http://schemas.microsoft.com/office/drawing/2014/main" id="{CBCA0129-7B22-AA4F-B528-C23E49901D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85" name="Picture 89" descr="desktop_computer_stylized_small">
                    <a:extLst>
                      <a:ext uri="{FF2B5EF4-FFF2-40B4-BE49-F238E27FC236}">
                        <a16:creationId xmlns:a16="http://schemas.microsoft.com/office/drawing/2014/main" id="{686390BB-FAC3-1449-A6CA-F02AD8F5F3B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86" name="Rectangle 90">
                    <a:extLst>
                      <a:ext uri="{FF2B5EF4-FFF2-40B4-BE49-F238E27FC236}">
                        <a16:creationId xmlns:a16="http://schemas.microsoft.com/office/drawing/2014/main" id="{31E1F360-ADB7-F54C-956B-A65BE831BC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1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7" name="Freeform 91">
                    <a:extLst>
                      <a:ext uri="{FF2B5EF4-FFF2-40B4-BE49-F238E27FC236}">
                        <a16:creationId xmlns:a16="http://schemas.microsoft.com/office/drawing/2014/main" id="{7F66C5B5-3F81-1943-B90B-9823940A13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88" name="Line 92">
                    <a:extLst>
                      <a:ext uri="{FF2B5EF4-FFF2-40B4-BE49-F238E27FC236}">
                        <a16:creationId xmlns:a16="http://schemas.microsoft.com/office/drawing/2014/main" id="{01F98E44-06DD-F74F-A19A-7DA908382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1" y="2269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89" name="Picture 93" descr="tv">
                    <a:extLst>
                      <a:ext uri="{FF2B5EF4-FFF2-40B4-BE49-F238E27FC236}">
                        <a16:creationId xmlns:a16="http://schemas.microsoft.com/office/drawing/2014/main" id="{AF40B057-9970-1C45-9273-0ECE7FF5F36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79" name="Freeform 116">
                <a:extLst>
                  <a:ext uri="{FF2B5EF4-FFF2-40B4-BE49-F238E27FC236}">
                    <a16:creationId xmlns:a16="http://schemas.microsoft.com/office/drawing/2014/main" id="{7F938C16-8A8F-A844-AD81-A0C78CFF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8" name="Group 186">
              <a:extLst>
                <a:ext uri="{FF2B5EF4-FFF2-40B4-BE49-F238E27FC236}">
                  <a16:creationId xmlns:a16="http://schemas.microsoft.com/office/drawing/2014/main" id="{70E8839F-CEE5-CB41-A06E-4CB0D3272F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84260" y="2507718"/>
              <a:ext cx="850900" cy="627063"/>
              <a:chOff x="6488251" y="2501584"/>
              <a:chExt cx="850900" cy="627063"/>
            </a:xfrm>
          </p:grpSpPr>
          <p:grpSp>
            <p:nvGrpSpPr>
              <p:cNvPr id="260" name="Group 77">
                <a:extLst>
                  <a:ext uri="{FF2B5EF4-FFF2-40B4-BE49-F238E27FC236}">
                    <a16:creationId xmlns:a16="http://schemas.microsoft.com/office/drawing/2014/main" id="{0E7D840E-2707-394C-AE0D-30B10E3523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62" name="AutoShape 78">
                  <a:extLst>
                    <a:ext uri="{FF2B5EF4-FFF2-40B4-BE49-F238E27FC236}">
                      <a16:creationId xmlns:a16="http://schemas.microsoft.com/office/drawing/2014/main" id="{0F41449C-C9CB-7D44-8773-CE1DF79D8E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1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63" name="Group 79">
                  <a:extLst>
                    <a:ext uri="{FF2B5EF4-FFF2-40B4-BE49-F238E27FC236}">
                      <a16:creationId xmlns:a16="http://schemas.microsoft.com/office/drawing/2014/main" id="{B90C2A7D-EE14-3F42-95E4-1209FE49CB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64" name="Rectangle 80">
                    <a:extLst>
                      <a:ext uri="{FF2B5EF4-FFF2-40B4-BE49-F238E27FC236}">
                        <a16:creationId xmlns:a16="http://schemas.microsoft.com/office/drawing/2014/main" id="{71248F58-EEC6-EF41-9C7D-EAC2C4E841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9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5" name="Line 7">
                    <a:extLst>
                      <a:ext uri="{FF2B5EF4-FFF2-40B4-BE49-F238E27FC236}">
                        <a16:creationId xmlns:a16="http://schemas.microsoft.com/office/drawing/2014/main" id="{F7549C0E-3FEC-B045-BF52-5B60A5E653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66" name="Group 82">
                    <a:extLst>
                      <a:ext uri="{FF2B5EF4-FFF2-40B4-BE49-F238E27FC236}">
                        <a16:creationId xmlns:a16="http://schemas.microsoft.com/office/drawing/2014/main" id="{A40A0AC4-0483-6D4F-B084-53AD0B584C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72" name="Rectangle 83">
                      <a:extLst>
                        <a:ext uri="{FF2B5EF4-FFF2-40B4-BE49-F238E27FC236}">
                          <a16:creationId xmlns:a16="http://schemas.microsoft.com/office/drawing/2014/main" id="{B30D25B7-E6DA-8E45-8513-2F74D665804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9" y="1000"/>
                      <a:ext cx="853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3" name="Rectangle 84">
                      <a:extLst>
                        <a:ext uri="{FF2B5EF4-FFF2-40B4-BE49-F238E27FC236}">
                          <a16:creationId xmlns:a16="http://schemas.microsoft.com/office/drawing/2014/main" id="{A35064C1-4527-644B-A09D-9F1DCAA50C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4" name="Rectangle 85">
                      <a:extLst>
                        <a:ext uri="{FF2B5EF4-FFF2-40B4-BE49-F238E27FC236}">
                          <a16:creationId xmlns:a16="http://schemas.microsoft.com/office/drawing/2014/main" id="{E79D8F2B-7AC8-B14A-BDA7-E0194B467B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5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5" name="Rectangle 86">
                      <a:extLst>
                        <a:ext uri="{FF2B5EF4-FFF2-40B4-BE49-F238E27FC236}">
                          <a16:creationId xmlns:a16="http://schemas.microsoft.com/office/drawing/2014/main" id="{4887E6B0-0A86-0345-B6AA-E45EA7EACC7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7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6" name="Rectangle 87">
                      <a:extLst>
                        <a:ext uri="{FF2B5EF4-FFF2-40B4-BE49-F238E27FC236}">
                          <a16:creationId xmlns:a16="http://schemas.microsoft.com/office/drawing/2014/main" id="{359841B3-BFFF-974A-AFE6-BF37DED86F6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7" name="AutoShape 88">
                      <a:extLst>
                        <a:ext uri="{FF2B5EF4-FFF2-40B4-BE49-F238E27FC236}">
                          <a16:creationId xmlns:a16="http://schemas.microsoft.com/office/drawing/2014/main" id="{FE9B27CE-05B9-6845-9FDA-DBE30E5D65C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67" name="Picture 89" descr="desktop_computer_stylized_small">
                    <a:extLst>
                      <a:ext uri="{FF2B5EF4-FFF2-40B4-BE49-F238E27FC236}">
                        <a16:creationId xmlns:a16="http://schemas.microsoft.com/office/drawing/2014/main" id="{0C3D06FA-8772-414E-A3E4-DB625290E30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68" name="Rectangle 90">
                    <a:extLst>
                      <a:ext uri="{FF2B5EF4-FFF2-40B4-BE49-F238E27FC236}">
                        <a16:creationId xmlns:a16="http://schemas.microsoft.com/office/drawing/2014/main" id="{40838EAD-5142-A941-8A31-4312DAC59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9" name="Freeform 91">
                    <a:extLst>
                      <a:ext uri="{FF2B5EF4-FFF2-40B4-BE49-F238E27FC236}">
                        <a16:creationId xmlns:a16="http://schemas.microsoft.com/office/drawing/2014/main" id="{E32D1201-A30F-3844-95F3-01C63B1244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70" name="Line 92">
                    <a:extLst>
                      <a:ext uri="{FF2B5EF4-FFF2-40B4-BE49-F238E27FC236}">
                        <a16:creationId xmlns:a16="http://schemas.microsoft.com/office/drawing/2014/main" id="{748C608C-9066-7D45-88DF-ABDD35497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69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71" name="Picture 93" descr="tv">
                    <a:extLst>
                      <a:ext uri="{FF2B5EF4-FFF2-40B4-BE49-F238E27FC236}">
                        <a16:creationId xmlns:a16="http://schemas.microsoft.com/office/drawing/2014/main" id="{350E5CCD-C371-C149-976C-2EAB5CEA17E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61" name="Freeform 116">
                <a:extLst>
                  <a:ext uri="{FF2B5EF4-FFF2-40B4-BE49-F238E27FC236}">
                    <a16:creationId xmlns:a16="http://schemas.microsoft.com/office/drawing/2014/main" id="{521CABCE-FFFC-2B40-A68E-4BD8076C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59" name="Text Box 112">
              <a:extLst>
                <a:ext uri="{FF2B5EF4-FFF2-40B4-BE49-F238E27FC236}">
                  <a16:creationId xmlns:a16="http://schemas.microsoft.com/office/drawing/2014/main" id="{E31F2E6C-7AAB-AD49-96E7-1928C7B76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904" y="2596702"/>
              <a:ext cx="397867" cy="461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…</a:t>
              </a:r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251BEFBE-BCA3-2F4B-BDD1-5ECFCAA475F5}"/>
              </a:ext>
            </a:extLst>
          </p:cNvPr>
          <p:cNvGrpSpPr>
            <a:grpSpLocks/>
          </p:cNvGrpSpPr>
          <p:nvPr/>
        </p:nvGrpSpPr>
        <p:grpSpPr bwMode="auto">
          <a:xfrm>
            <a:off x="4167188" y="1614147"/>
            <a:ext cx="6373812" cy="773112"/>
            <a:chOff x="1912787" y="1498311"/>
            <a:chExt cx="5338532" cy="773565"/>
          </a:xfrm>
        </p:grpSpPr>
        <p:sp>
          <p:nvSpPr>
            <p:cNvPr id="352" name="Text Box 6">
              <a:extLst>
                <a:ext uri="{FF2B5EF4-FFF2-40B4-BE49-F238E27FC236}">
                  <a16:creationId xmlns:a16="http://schemas.microsoft.com/office/drawing/2014/main" id="{E1DCA51E-F340-6745-86C7-DA42ADFFA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2787" y="1498311"/>
              <a:ext cx="5338532" cy="517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互联网帧、 TV 信道、控制信息被传输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在不同频率上下行传输</a:t>
              </a:r>
            </a:p>
          </p:txBody>
        </p:sp>
        <p:sp>
          <p:nvSpPr>
            <p:cNvPr id="353" name="Right Arrow 9">
              <a:extLst>
                <a:ext uri="{FF2B5EF4-FFF2-40B4-BE49-F238E27FC236}">
                  <a16:creationId xmlns:a16="http://schemas.microsoft.com/office/drawing/2014/main" id="{3AA45F91-3051-A342-9D9D-1888A8C84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110" y="1929117"/>
              <a:ext cx="2387053" cy="342759"/>
            </a:xfrm>
            <a:prstGeom prst="rightArrow">
              <a:avLst>
                <a:gd name="adj1" fmla="val 50000"/>
                <a:gd name="adj2" fmla="val 50007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0000FF"/>
                </a:gs>
              </a:gsLst>
              <a:lin ang="0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pic>
        <p:nvPicPr>
          <p:cNvPr id="354" name="Picture 6">
            <a:extLst>
              <a:ext uri="{FF2B5EF4-FFF2-40B4-BE49-F238E27FC236}">
                <a16:creationId xmlns:a16="http://schemas.microsoft.com/office/drawing/2014/main" id="{58D6AD41-4378-564C-A41B-258894B59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013" y="2949233"/>
            <a:ext cx="26035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356" name="Rectangle 3">
            <a:extLst>
              <a:ext uri="{FF2B5EF4-FFF2-40B4-BE49-F238E27FC236}">
                <a16:creationId xmlns:a16="http://schemas.microsoft.com/office/drawing/2014/main" id="{F438DCA3-4E4A-9748-9529-7D06BA50B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457700"/>
            <a:ext cx="10377487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多个下行（广播）FDM 信道：最高 1.6 Gbps/信道 </a:t>
            </a:r>
            <a:r>
              <a:rPr lang="en-US" sz="2400" i="0" dirty="0">
                <a:solidFill>
                  <a:srgbClr val="CC0000"/>
                </a:solidFill>
              </a:rPr>
              <a:t/>
            </a:r>
            <a:r>
              <a:rPr lang="en-US" sz="2400" i="0" dirty="0">
                <a:solidFill>
                  <a:srgbClr val="000000"/>
                </a:solidFill>
              </a:rPr>
              <a:t/>
            </a:r>
            <a:r>
              <a:rPr lang="en-US" sz="2400" dirty="0">
                <a:solidFill>
                  <a:srgbClr val="000000"/>
                </a:solidFill>
              </a:rPr>
              <a:t/>
            </a:r>
            <a:endParaRPr lang="en-US" sz="2400" i="0" dirty="0">
              <a:solidFill>
                <a:srgbClr val="000000"/>
              </a:solidFill>
            </a:endParaRPr>
          </a:p>
          <a:p>
            <a:pPr marL="800100" lvl="1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i="0" dirty="0">
                <a:solidFill>
                  <a:srgbClr val="000000"/>
                </a:solidFill>
              </a:rPr>
              <a:t>单个 CMTS 向信道中发送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多个上行信道（最高 1 Gbps/信道）</a:t>
            </a:r>
            <a:r>
              <a:rPr lang="en-US" sz="2400" dirty="0">
                <a:solidFill>
                  <a:srgbClr val="000099"/>
                </a:solidFill>
              </a:rPr>
              <a:t/>
            </a:r>
            <a:r>
              <a:rPr lang="en-US" sz="2400" i="0" dirty="0">
                <a:solidFill>
                  <a:srgbClr val="000000"/>
                </a:solidFill>
              </a:rPr>
              <a:t/>
            </a:r>
          </a:p>
          <a:p>
            <a:pPr marL="681038" lvl="1" indent="-2238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多路访问：所有用户竞争（随机访问）某些上行信道时隙；其他时隙按 TDM 分配</a:t>
            </a:r>
            <a:r>
              <a:rPr lang="en-US" sz="2400" dirty="0">
                <a:solidFill>
                  <a:srgbClr val="000000"/>
                </a:solidFill>
              </a:rPr>
              <a:t/>
            </a:r>
            <a:r>
              <a:rPr lang="en-US" sz="2400" i="0" dirty="0">
                <a:solidFill>
                  <a:srgbClr val="000000"/>
                </a:solidFill>
              </a:rPr>
              <a:t/>
            </a:r>
            <a:endParaRPr lang="en-US" sz="2000" i="0" dirty="0">
              <a:solidFill>
                <a:srgbClr val="000000"/>
              </a:solidFill>
            </a:endParaRPr>
          </a:p>
        </p:txBody>
      </p: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13D1BCCC-AB2A-9044-A1A0-1E8585251F0D}"/>
              </a:ext>
            </a:extLst>
          </p:cNvPr>
          <p:cNvGrpSpPr/>
          <p:nvPr/>
        </p:nvGrpSpPr>
        <p:grpSpPr>
          <a:xfrm>
            <a:off x="1996700" y="3278328"/>
            <a:ext cx="466491" cy="198344"/>
            <a:chOff x="7493876" y="2774731"/>
            <a:chExt cx="1481958" cy="894622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B990E23F-CCEF-174C-B3B9-03E0375F45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A25379E7-9589-B84A-A32D-7F80B0F6BE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7F49EFC4-DD6F-8E44-9F6A-19D4E0301B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59B9FBE3-E3DF-1B48-9335-42430A05E76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42A7CCB5-2A19-904F-9394-EE441A2B2A2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9CBE96BA-3B82-4F47-BE86-99F9C9C329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4" name="Freeform 363">
                <a:extLst>
                  <a:ext uri="{FF2B5EF4-FFF2-40B4-BE49-F238E27FC236}">
                    <a16:creationId xmlns:a16="http://schemas.microsoft.com/office/drawing/2014/main" id="{BB1D25A1-FD56-AB49-AA70-D58C92ABF5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99A8F9D-657A-004C-8F47-3039E6D80BF7}"/>
              </a:ext>
            </a:extLst>
          </p:cNvPr>
          <p:cNvGrpSpPr/>
          <p:nvPr/>
        </p:nvGrpSpPr>
        <p:grpSpPr>
          <a:xfrm>
            <a:off x="1995970" y="3548856"/>
            <a:ext cx="466491" cy="198344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39ED702E-77C1-7140-9D6D-A4B8FA6D4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DC306447-14D6-7D4B-BAB9-F738BFC477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65F45794-D357-044A-941F-EE4DFF0845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030B1D3F-BF25-1B4B-BF02-FE7930423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1C62AACD-31F0-4A45-B8EC-703AEF39CC0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0B327D71-2E0E-9A4A-94F6-F4FC284DDB6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E2B1B66D-8CCD-7F48-A406-A2B34A246B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02A94172-ADC7-7944-BAE4-D9E3B90A75B9}"/>
              </a:ext>
            </a:extLst>
          </p:cNvPr>
          <p:cNvGrpSpPr/>
          <p:nvPr/>
        </p:nvGrpSpPr>
        <p:grpSpPr>
          <a:xfrm>
            <a:off x="2560361" y="3211972"/>
            <a:ext cx="466491" cy="198344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6B0E0549-99B8-9C40-9EB4-5C9E314D7D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1F6D98FF-3C56-B645-AD8F-99178F5ADA2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08EA1B06-2996-D84C-9ED4-6B708D553D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25DF6408-1B4D-C14A-B2FA-AC971CD322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11852680-3331-2049-A431-A4396CA2213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9941D3D9-5312-9D4A-9979-73051D64F1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D7BF4746-0E1C-E249-9E8A-1DC2C58F9C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A2D70DD2-1DCF-4A4A-9D19-509460C1B3E4}"/>
              </a:ext>
            </a:extLst>
          </p:cNvPr>
          <p:cNvGrpSpPr/>
          <p:nvPr/>
        </p:nvGrpSpPr>
        <p:grpSpPr>
          <a:xfrm>
            <a:off x="2699636" y="3556877"/>
            <a:ext cx="466491" cy="198344"/>
            <a:chOff x="7493876" y="2774731"/>
            <a:chExt cx="1481958" cy="894622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A6288576-CB20-1C40-BCEE-E51139E04A8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BA949C7-400B-594F-94BB-4F9FB0DA9B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274D30E0-CD07-494A-9D0F-11AFD0C7394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D105884E-4C1F-2F4F-A5C0-30E9F448664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215BF697-5FE8-C44F-A4E8-8C8546B7DDA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BFF91DEF-8B58-5544-B145-10802855D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EEC82B6-B890-614F-AE52-66F327110B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94" name="Straight Connector 393">
            <a:extLst>
              <a:ext uri="{FF2B5EF4-FFF2-40B4-BE49-F238E27FC236}">
                <a16:creationId xmlns:a16="http://schemas.microsoft.com/office/drawing/2014/main" id="{95C96F8E-4651-6447-9D97-25D2694F7190}"/>
              </a:ext>
            </a:extLst>
          </p:cNvPr>
          <p:cNvCxnSpPr>
            <a:cxnSpLocks/>
          </p:cNvCxnSpPr>
          <p:nvPr/>
        </p:nvCxnSpPr>
        <p:spPr>
          <a:xfrm>
            <a:off x="3025589" y="3307976"/>
            <a:ext cx="1402976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2955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9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/>
          </a:bodyPr>
          <a:lstStyle/>
          <a:p>
            <a:r>
              <a:rPr lang="en-US" dirty="0"/>
              <a:t>电缆接入网：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链路层：6-79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68" name="Rectangle 4">
            <a:extLst>
              <a:ext uri="{FF2B5EF4-FFF2-40B4-BE49-F238E27FC236}">
                <a16:creationId xmlns:a16="http://schemas.microsoft.com/office/drawing/2014/main" id="{30F492A7-7038-0245-AFE3-4313112D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982" y="4159320"/>
            <a:ext cx="9941408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3200" dirty="0">
                <a:solidFill>
                  <a:srgbClr val="C00000"/>
                </a:solidFill>
                <a:ea typeface="ＭＳ Ｐゴシック" charset="0"/>
              </a:rPr>
              <a:t>DOCSIS：电缆数据服务接口规范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endParaRPr lang="en-US" sz="2800" b="1" dirty="0">
              <a:solidFill>
                <a:srgbClr val="000000"/>
              </a:solidFill>
              <a:ea typeface="ＭＳ Ｐゴシック" charset="0"/>
            </a:endParaRP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在上行、下行频率信道上使用 FDM</a:t>
            </a: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上行 TDM：部分时隙被分配，部分时隙存在竞争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下行 MAP 帧：分配上行时隙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对上行时隙的请求（以及数据）在选定时隙中通过随机访问（二进制退避）发送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000000"/>
                </a:solidFill>
                <a:latin typeface="Gill Sans MT" charset="0"/>
                <a:ea typeface="ＭＳ Ｐゴシック" charset="0"/>
              </a:rPr>
              <a:t> </a:t>
            </a:r>
          </a:p>
        </p:txBody>
      </p:sp>
      <p:sp>
        <p:nvSpPr>
          <p:cNvPr id="472" name="TextBox 28">
            <a:extLst>
              <a:ext uri="{FF2B5EF4-FFF2-40B4-BE49-F238E27FC236}">
                <a16:creationId xmlns:a16="http://schemas.microsoft.com/office/drawing/2014/main" id="{530C6BAF-798A-3145-979F-66B059163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3939" y="2865737"/>
            <a:ext cx="24384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带电缆调制解调器的住户</a:t>
            </a:r>
          </a:p>
        </p:txBody>
      </p:sp>
      <p:sp>
        <p:nvSpPr>
          <p:cNvPr id="473" name="Down Arrow 472">
            <a:extLst>
              <a:ext uri="{FF2B5EF4-FFF2-40B4-BE49-F238E27FC236}">
                <a16:creationId xmlns:a16="http://schemas.microsoft.com/office/drawing/2014/main" id="{41F5308B-1E51-B24E-903A-33C0E62ECFE8}"/>
              </a:ext>
            </a:extLst>
          </p:cNvPr>
          <p:cNvSpPr/>
          <p:nvPr/>
        </p:nvSpPr>
        <p:spPr bwMode="auto">
          <a:xfrm rot="16200000">
            <a:off x="6023803" y="60121"/>
            <a:ext cx="390525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4" name="Down Arrow 473">
            <a:extLst>
              <a:ext uri="{FF2B5EF4-FFF2-40B4-BE49-F238E27FC236}">
                <a16:creationId xmlns:a16="http://schemas.microsoft.com/office/drawing/2014/main" id="{12B11F36-BD83-C341-8DCF-55214CB52D9C}"/>
              </a:ext>
            </a:extLst>
          </p:cNvPr>
          <p:cNvSpPr/>
          <p:nvPr/>
        </p:nvSpPr>
        <p:spPr bwMode="auto">
          <a:xfrm rot="5400000">
            <a:off x="5965066" y="485571"/>
            <a:ext cx="374650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5" name="TextBox 31">
            <a:extLst>
              <a:ext uri="{FF2B5EF4-FFF2-40B4-BE49-F238E27FC236}">
                <a16:creationId xmlns:a16="http://schemas.microsoft.com/office/drawing/2014/main" id="{8585C1C8-4054-7746-B998-AF80A36AA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1549" y="1730144"/>
            <a:ext cx="15776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下行信道 i</a:t>
            </a:r>
          </a:p>
        </p:txBody>
      </p:sp>
      <p:sp>
        <p:nvSpPr>
          <p:cNvPr id="476" name="TextBox 32">
            <a:extLst>
              <a:ext uri="{FF2B5EF4-FFF2-40B4-BE49-F238E27FC236}">
                <a16:creationId xmlns:a16="http://schemas.microsoft.com/office/drawing/2014/main" id="{92F0FB51-4401-F34E-82BD-63AA7B84F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415" y="2152334"/>
            <a:ext cx="139493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上行信道 j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862240-C3FB-4544-80A1-F56D8290CD49}"/>
              </a:ext>
            </a:extLst>
          </p:cNvPr>
          <p:cNvGrpSpPr/>
          <p:nvPr/>
        </p:nvGrpSpPr>
        <p:grpSpPr>
          <a:xfrm>
            <a:off x="5916168" y="1303951"/>
            <a:ext cx="1907860" cy="400110"/>
            <a:chOff x="5916168" y="1476227"/>
            <a:chExt cx="1907860" cy="400110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A9CE8DDF-CB5B-7943-8577-39A7BF85AD91}"/>
                </a:ext>
              </a:extLst>
            </p:cNvPr>
            <p:cNvSpPr/>
            <p:nvPr/>
          </p:nvSpPr>
          <p:spPr bwMode="auto">
            <a:xfrm>
              <a:off x="5916168" y="1495043"/>
              <a:ext cx="1047435" cy="369303"/>
            </a:xfrm>
            <a:prstGeom prst="rect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71" name="TextBox 6">
              <a:extLst>
                <a:ext uri="{FF2B5EF4-FFF2-40B4-BE49-F238E27FC236}">
                  <a16:creationId xmlns:a16="http://schemas.microsoft.com/office/drawing/2014/main" id="{4ABD2E79-8A72-D34A-9B26-D12F96E693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0797" y="1476227"/>
              <a:ext cx="9701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MAP 帧用于</a:t>
              </a:r>
            </a:p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区间 [t1, t2]</a:t>
              </a:r>
            </a:p>
          </p:txBody>
        </p:sp>
        <p:pic>
          <p:nvPicPr>
            <p:cNvPr id="477" name="Picture 4">
              <a:extLst>
                <a:ext uri="{FF2B5EF4-FFF2-40B4-BE49-F238E27FC236}">
                  <a16:creationId xmlns:a16="http://schemas.microsoft.com/office/drawing/2014/main" id="{F8A47328-A2C4-2844-B768-D48108CB1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6466" y="1556372"/>
              <a:ext cx="817562" cy="242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E439FDA-8285-3846-BE5F-A2F785CA4A5C}"/>
              </a:ext>
            </a:extLst>
          </p:cNvPr>
          <p:cNvGrpSpPr/>
          <p:nvPr/>
        </p:nvGrpSpPr>
        <p:grpSpPr>
          <a:xfrm>
            <a:off x="4346093" y="2631871"/>
            <a:ext cx="4792289" cy="1258980"/>
            <a:chOff x="4346093" y="2804147"/>
            <a:chExt cx="4792289" cy="1258980"/>
          </a:xfrm>
        </p:grpSpPr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FA1BE581-ED5E-614A-927B-07EC31567664}"/>
                </a:ext>
              </a:extLst>
            </p:cNvPr>
            <p:cNvCxnSpPr/>
            <p:nvPr/>
          </p:nvCxnSpPr>
          <p:spPr bwMode="auto">
            <a:xfrm>
              <a:off x="4826828" y="2997822"/>
              <a:ext cx="2755900" cy="4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F1A06E48-3C9B-7D45-810D-3E3E09162C43}"/>
                </a:ext>
              </a:extLst>
            </p:cNvPr>
            <p:cNvCxnSpPr/>
            <p:nvPr/>
          </p:nvCxnSpPr>
          <p:spPr bwMode="auto">
            <a:xfrm>
              <a:off x="4885566" y="2804147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7B226097-38DD-FB4D-A5E9-E4BBC25FEDBE}"/>
                </a:ext>
              </a:extLst>
            </p:cNvPr>
            <p:cNvCxnSpPr/>
            <p:nvPr/>
          </p:nvCxnSpPr>
          <p:spPr bwMode="auto">
            <a:xfrm flipH="1">
              <a:off x="4971291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9586AA7-595C-614C-8541-D06D10BFD410}"/>
                </a:ext>
              </a:extLst>
            </p:cNvPr>
            <p:cNvCxnSpPr/>
            <p:nvPr/>
          </p:nvCxnSpPr>
          <p:spPr bwMode="auto">
            <a:xfrm flipH="1">
              <a:off x="5052253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570F8CA2-6BC6-F147-AB7C-6CED07FED5A4}"/>
                </a:ext>
              </a:extLst>
            </p:cNvPr>
            <p:cNvCxnSpPr/>
            <p:nvPr/>
          </p:nvCxnSpPr>
          <p:spPr bwMode="auto">
            <a:xfrm flipH="1">
              <a:off x="51332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1347303E-7C8F-244F-ABFB-928A722EF148}"/>
                </a:ext>
              </a:extLst>
            </p:cNvPr>
            <p:cNvCxnSpPr/>
            <p:nvPr/>
          </p:nvCxnSpPr>
          <p:spPr bwMode="auto">
            <a:xfrm flipH="1">
              <a:off x="521417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1FD40148-3E13-5646-9236-A3CC480373DC}"/>
                </a:ext>
              </a:extLst>
            </p:cNvPr>
            <p:cNvCxnSpPr/>
            <p:nvPr/>
          </p:nvCxnSpPr>
          <p:spPr bwMode="auto">
            <a:xfrm flipH="1">
              <a:off x="52951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51082217-8F48-B846-A7CD-2F1BE46B3E0C}"/>
                </a:ext>
              </a:extLst>
            </p:cNvPr>
            <p:cNvCxnSpPr/>
            <p:nvPr/>
          </p:nvCxnSpPr>
          <p:spPr bwMode="auto">
            <a:xfrm flipH="1">
              <a:off x="53745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B29E83A-1724-9C49-A4CD-A03257B83324}"/>
                </a:ext>
              </a:extLst>
            </p:cNvPr>
            <p:cNvCxnSpPr/>
            <p:nvPr/>
          </p:nvCxnSpPr>
          <p:spPr bwMode="auto">
            <a:xfrm flipH="1">
              <a:off x="54554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8D533E29-DD9B-1F45-8407-8019B1DCE1D7}"/>
                </a:ext>
              </a:extLst>
            </p:cNvPr>
            <p:cNvCxnSpPr/>
            <p:nvPr/>
          </p:nvCxnSpPr>
          <p:spPr bwMode="auto">
            <a:xfrm flipH="1">
              <a:off x="55364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03C4D510-E354-DC4C-B832-6CFC1ACA64A5}"/>
                </a:ext>
              </a:extLst>
            </p:cNvPr>
            <p:cNvCxnSpPr/>
            <p:nvPr/>
          </p:nvCxnSpPr>
          <p:spPr bwMode="auto">
            <a:xfrm flipH="1">
              <a:off x="56174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7E33BA97-BDAB-D042-9A64-FE7BADD814D9}"/>
                </a:ext>
              </a:extLst>
            </p:cNvPr>
            <p:cNvCxnSpPr/>
            <p:nvPr/>
          </p:nvCxnSpPr>
          <p:spPr bwMode="auto">
            <a:xfrm flipH="1">
              <a:off x="57063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4A2A7189-9E5A-C249-B0E5-AF7D76DF64AB}"/>
                </a:ext>
              </a:extLst>
            </p:cNvPr>
            <p:cNvCxnSpPr/>
            <p:nvPr/>
          </p:nvCxnSpPr>
          <p:spPr bwMode="auto">
            <a:xfrm flipH="1">
              <a:off x="57856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5B7D291F-10B2-8049-A8BD-3D79198FBBDA}"/>
                </a:ext>
              </a:extLst>
            </p:cNvPr>
            <p:cNvCxnSpPr/>
            <p:nvPr/>
          </p:nvCxnSpPr>
          <p:spPr bwMode="auto">
            <a:xfrm flipH="1">
              <a:off x="58666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1C317B8F-D212-8445-9A9C-A62060215159}"/>
                </a:ext>
              </a:extLst>
            </p:cNvPr>
            <p:cNvCxnSpPr/>
            <p:nvPr/>
          </p:nvCxnSpPr>
          <p:spPr bwMode="auto">
            <a:xfrm flipH="1">
              <a:off x="59476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B1490094-9D24-994C-9658-AC0440EF9F04}"/>
                </a:ext>
              </a:extLst>
            </p:cNvPr>
            <p:cNvCxnSpPr/>
            <p:nvPr/>
          </p:nvCxnSpPr>
          <p:spPr bwMode="auto">
            <a:xfrm flipH="1">
              <a:off x="602856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BF5E7BB-379D-4846-A58B-3D4136BB8BA0}"/>
                </a:ext>
              </a:extLst>
            </p:cNvPr>
            <p:cNvCxnSpPr/>
            <p:nvPr/>
          </p:nvCxnSpPr>
          <p:spPr bwMode="auto">
            <a:xfrm flipH="1">
              <a:off x="610952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291EF189-E423-AC45-A9A4-BA291E8FEC52}"/>
                </a:ext>
              </a:extLst>
            </p:cNvPr>
            <p:cNvCxnSpPr/>
            <p:nvPr/>
          </p:nvCxnSpPr>
          <p:spPr bwMode="auto">
            <a:xfrm flipH="1">
              <a:off x="61904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4EB3038-7D66-784D-A6CA-4B4C5D5A8163}"/>
                </a:ext>
              </a:extLst>
            </p:cNvPr>
            <p:cNvCxnSpPr/>
            <p:nvPr/>
          </p:nvCxnSpPr>
          <p:spPr bwMode="auto">
            <a:xfrm flipH="1">
              <a:off x="62714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3482880-5F89-B940-828B-6168C93CD03C}"/>
                </a:ext>
              </a:extLst>
            </p:cNvPr>
            <p:cNvCxnSpPr/>
            <p:nvPr/>
          </p:nvCxnSpPr>
          <p:spPr bwMode="auto">
            <a:xfrm flipH="1">
              <a:off x="635082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2C55B6F8-33DE-8D4C-83D8-670FDCDD6CC0}"/>
                </a:ext>
              </a:extLst>
            </p:cNvPr>
            <p:cNvCxnSpPr/>
            <p:nvPr/>
          </p:nvCxnSpPr>
          <p:spPr bwMode="auto">
            <a:xfrm flipH="1">
              <a:off x="64444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CDA21830-E307-3B4F-A30D-FBA9C134D3AF}"/>
                </a:ext>
              </a:extLst>
            </p:cNvPr>
            <p:cNvCxnSpPr/>
            <p:nvPr/>
          </p:nvCxnSpPr>
          <p:spPr bwMode="auto">
            <a:xfrm flipH="1">
              <a:off x="65333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7F6389F6-270F-B748-98C1-701175F616C1}"/>
                </a:ext>
              </a:extLst>
            </p:cNvPr>
            <p:cNvCxnSpPr/>
            <p:nvPr/>
          </p:nvCxnSpPr>
          <p:spPr bwMode="auto">
            <a:xfrm flipH="1">
              <a:off x="66143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17BDF4AD-E042-8E4A-9CCD-8C4E40205157}"/>
                </a:ext>
              </a:extLst>
            </p:cNvPr>
            <p:cNvCxnSpPr/>
            <p:nvPr/>
          </p:nvCxnSpPr>
          <p:spPr bwMode="auto">
            <a:xfrm flipH="1">
              <a:off x="66953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0E37C29B-C5C3-6449-89A3-09B01402DD17}"/>
                </a:ext>
              </a:extLst>
            </p:cNvPr>
            <p:cNvCxnSpPr/>
            <p:nvPr/>
          </p:nvCxnSpPr>
          <p:spPr bwMode="auto">
            <a:xfrm flipH="1">
              <a:off x="67746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47671E23-2987-C94F-9A5C-80114F4CA1BA}"/>
                </a:ext>
              </a:extLst>
            </p:cNvPr>
            <p:cNvCxnSpPr/>
            <p:nvPr/>
          </p:nvCxnSpPr>
          <p:spPr bwMode="auto">
            <a:xfrm flipH="1">
              <a:off x="685565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98D6F032-C25D-994B-899C-446B70321171}"/>
                </a:ext>
              </a:extLst>
            </p:cNvPr>
            <p:cNvCxnSpPr/>
            <p:nvPr/>
          </p:nvCxnSpPr>
          <p:spPr bwMode="auto">
            <a:xfrm flipH="1">
              <a:off x="69366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8DE0F531-F400-484A-9FCF-26227DB56016}"/>
                </a:ext>
              </a:extLst>
            </p:cNvPr>
            <p:cNvCxnSpPr/>
            <p:nvPr/>
          </p:nvCxnSpPr>
          <p:spPr bwMode="auto">
            <a:xfrm flipH="1">
              <a:off x="70175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ADB6B9A5-7441-814F-85CA-C17DA13E9CF2}"/>
                </a:ext>
              </a:extLst>
            </p:cNvPr>
            <p:cNvCxnSpPr/>
            <p:nvPr/>
          </p:nvCxnSpPr>
          <p:spPr bwMode="auto">
            <a:xfrm flipH="1">
              <a:off x="70985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51DBE608-CE92-234E-AA58-852D682BFC71}"/>
                </a:ext>
              </a:extLst>
            </p:cNvPr>
            <p:cNvCxnSpPr/>
            <p:nvPr/>
          </p:nvCxnSpPr>
          <p:spPr bwMode="auto">
            <a:xfrm flipH="1">
              <a:off x="71795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C5704CE3-E8E0-7741-ABA8-0EAD4765139C}"/>
                </a:ext>
              </a:extLst>
            </p:cNvPr>
            <p:cNvCxnSpPr/>
            <p:nvPr/>
          </p:nvCxnSpPr>
          <p:spPr bwMode="auto">
            <a:xfrm>
              <a:off x="7274753" y="2808719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509" name="TextBox 65">
              <a:extLst>
                <a:ext uri="{FF2B5EF4-FFF2-40B4-BE49-F238E27FC236}">
                  <a16:creationId xmlns:a16="http://schemas.microsoft.com/office/drawing/2014/main" id="{29762E37-E0D2-9B4F-8787-019BC4410A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5167" y="3049834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Box 66">
              <a:extLst>
                <a:ext uri="{FF2B5EF4-FFF2-40B4-BE49-F238E27FC236}">
                  <a16:creationId xmlns:a16="http://schemas.microsoft.com/office/drawing/2014/main" id="{672B81FF-05EB-A44E-99EC-CDEC2A267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0369" y="3047418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5EE4FD1E-648C-8E44-92AB-E87DCA4DABB5}"/>
                </a:ext>
              </a:extLst>
            </p:cNvPr>
            <p:cNvCxnSpPr/>
            <p:nvPr/>
          </p:nvCxnSpPr>
          <p:spPr bwMode="auto">
            <a:xfrm>
              <a:off x="4877628" y="3081959"/>
              <a:ext cx="577850" cy="3175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8F4CAE3E-ADB0-6F42-8B27-AADC5378C819}"/>
                </a:ext>
              </a:extLst>
            </p:cNvPr>
            <p:cNvCxnSpPr/>
            <p:nvPr/>
          </p:nvCxnSpPr>
          <p:spPr bwMode="auto">
            <a:xfrm>
              <a:off x="5445953" y="3088309"/>
              <a:ext cx="1870075" cy="1588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39216253-29EB-B543-8583-10EDECE59C17}"/>
                </a:ext>
              </a:extLst>
            </p:cNvPr>
            <p:cNvCxnSpPr/>
            <p:nvPr/>
          </p:nvCxnSpPr>
          <p:spPr bwMode="auto">
            <a:xfrm>
              <a:off x="5166553" y="3135934"/>
              <a:ext cx="4763" cy="512763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550F8C2A-CFB1-B24B-8DE1-2AA6F6D91695}"/>
                </a:ext>
              </a:extLst>
            </p:cNvPr>
            <p:cNvCxnSpPr/>
            <p:nvPr/>
          </p:nvCxnSpPr>
          <p:spPr bwMode="auto">
            <a:xfrm>
              <a:off x="6339716" y="3143872"/>
              <a:ext cx="6350" cy="514350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sp>
          <p:nvSpPr>
            <p:cNvPr id="515" name="TextBox 71">
              <a:extLst>
                <a:ext uri="{FF2B5EF4-FFF2-40B4-BE49-F238E27FC236}">
                  <a16:creationId xmlns:a16="http://schemas.microsoft.com/office/drawing/2014/main" id="{5019C175-DB78-7C48-BB28-C76354C29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3039" y="3601462"/>
              <a:ext cx="28953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已分配的微时隙，包含电缆调制解调器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上行数据帧</a:t>
              </a:r>
            </a:p>
          </p:txBody>
        </p:sp>
        <p:sp>
          <p:nvSpPr>
            <p:cNvPr id="516" name="TextBox 72">
              <a:extLst>
                <a:ext uri="{FF2B5EF4-FFF2-40B4-BE49-F238E27FC236}">
                  <a16:creationId xmlns:a16="http://schemas.microsoft.com/office/drawing/2014/main" id="{60680827-C214-C140-BAFD-FAC72AD75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6093" y="3599875"/>
              <a:ext cx="171072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包含以下内容的微时隙 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微时隙请求帧</a:t>
              </a:r>
            </a:p>
          </p:txBody>
        </p:sp>
      </p:grpSp>
      <p:sp>
        <p:nvSpPr>
          <p:cNvPr id="517" name="Rectangle 44">
            <a:extLst>
              <a:ext uri="{FF2B5EF4-FFF2-40B4-BE49-F238E27FC236}">
                <a16:creationId xmlns:a16="http://schemas.microsoft.com/office/drawing/2014/main" id="{6C2C886A-C69A-164C-A254-9290730C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7880" y="1789944"/>
            <a:ext cx="955617" cy="69994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18" name="Text Box 45">
            <a:extLst>
              <a:ext uri="{FF2B5EF4-FFF2-40B4-BE49-F238E27FC236}">
                <a16:creationId xmlns:a16="http://schemas.microsoft.com/office/drawing/2014/main" id="{9D972BBE-001E-6B4E-BE85-D72ADFDEE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8153" y="2521231"/>
            <a:ext cx="1925520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电缆头端</a:t>
            </a:r>
          </a:p>
        </p:txBody>
      </p:sp>
      <p:sp>
        <p:nvSpPr>
          <p:cNvPr id="519" name="Text Box 126">
            <a:extLst>
              <a:ext uri="{FF2B5EF4-FFF2-40B4-BE49-F238E27FC236}">
                <a16:creationId xmlns:a16="http://schemas.microsoft.com/office/drawing/2014/main" id="{40C89C51-54CF-6149-BF3C-4AB4AE7EF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9132" y="1758746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520" name="AutoShape 127">
            <a:extLst>
              <a:ext uri="{FF2B5EF4-FFF2-40B4-BE49-F238E27FC236}">
                <a16:creationId xmlns:a16="http://schemas.microsoft.com/office/drawing/2014/main" id="{1F07E4A1-CBDE-A744-8C41-C87B86318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2803" y="1526971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pic>
        <p:nvPicPr>
          <p:cNvPr id="521" name="Picture 6">
            <a:extLst>
              <a:ext uri="{FF2B5EF4-FFF2-40B4-BE49-F238E27FC236}">
                <a16:creationId xmlns:a16="http://schemas.microsoft.com/office/drawing/2014/main" id="{4376DD4A-B734-5944-BE29-62E198B7DB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91" y="1914321"/>
            <a:ext cx="258762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522" name="Group 77">
            <a:extLst>
              <a:ext uri="{FF2B5EF4-FFF2-40B4-BE49-F238E27FC236}">
                <a16:creationId xmlns:a16="http://schemas.microsoft.com/office/drawing/2014/main" id="{A40260AC-CA2F-2D44-AF02-AE55FA2A169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68939" y="1185658"/>
            <a:ext cx="1034751" cy="625054"/>
            <a:chOff x="-490" y="1664"/>
            <a:chExt cx="1429" cy="842"/>
          </a:xfrm>
        </p:grpSpPr>
        <p:sp>
          <p:nvSpPr>
            <p:cNvPr id="574" name="AutoShape 78">
              <a:extLst>
                <a:ext uri="{FF2B5EF4-FFF2-40B4-BE49-F238E27FC236}">
                  <a16:creationId xmlns:a16="http://schemas.microsoft.com/office/drawing/2014/main" id="{69B447BD-A5C5-3148-A5E8-F63E89B9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75" name="Group 79">
              <a:extLst>
                <a:ext uri="{FF2B5EF4-FFF2-40B4-BE49-F238E27FC236}">
                  <a16:creationId xmlns:a16="http://schemas.microsoft.com/office/drawing/2014/main" id="{49554019-867B-8F43-859C-650693EF1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76" name="Rectangle 80">
                <a:extLst>
                  <a:ext uri="{FF2B5EF4-FFF2-40B4-BE49-F238E27FC236}">
                    <a16:creationId xmlns:a16="http://schemas.microsoft.com/office/drawing/2014/main" id="{C6EE8CED-F565-914C-BBDB-D84F589F3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6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7" name="Line 7">
                <a:extLst>
                  <a:ext uri="{FF2B5EF4-FFF2-40B4-BE49-F238E27FC236}">
                    <a16:creationId xmlns:a16="http://schemas.microsoft.com/office/drawing/2014/main" id="{3CD80374-CE69-DF45-BC3F-16D87AED9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78" name="Group 82">
                <a:extLst>
                  <a:ext uri="{FF2B5EF4-FFF2-40B4-BE49-F238E27FC236}">
                    <a16:creationId xmlns:a16="http://schemas.microsoft.com/office/drawing/2014/main" id="{3D9E71BE-71E6-7945-A151-29E18B906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84" name="Rectangle 83">
                  <a:extLst>
                    <a:ext uri="{FF2B5EF4-FFF2-40B4-BE49-F238E27FC236}">
                      <a16:creationId xmlns:a16="http://schemas.microsoft.com/office/drawing/2014/main" id="{5F2E06AA-2CF4-5F49-ABAA-4455C7CB2D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" y="1000"/>
                  <a:ext cx="850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5" name="Rectangle 84">
                  <a:extLst>
                    <a:ext uri="{FF2B5EF4-FFF2-40B4-BE49-F238E27FC236}">
                      <a16:creationId xmlns:a16="http://schemas.microsoft.com/office/drawing/2014/main" id="{910D8E1A-C35E-5848-BA99-FF0D9FD57B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9" y="1073"/>
                  <a:ext cx="40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6" name="Rectangle 85">
                  <a:extLst>
                    <a:ext uri="{FF2B5EF4-FFF2-40B4-BE49-F238E27FC236}">
                      <a16:creationId xmlns:a16="http://schemas.microsoft.com/office/drawing/2014/main" id="{5B393F0C-CAE5-384E-8227-43F674401C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8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7" name="Rectangle 86">
                  <a:extLst>
                    <a:ext uri="{FF2B5EF4-FFF2-40B4-BE49-F238E27FC236}">
                      <a16:creationId xmlns:a16="http://schemas.microsoft.com/office/drawing/2014/main" id="{520EC3B0-5E20-6249-AE3B-DD1B7D3805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7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8" name="Rectangle 87">
                  <a:extLst>
                    <a:ext uri="{FF2B5EF4-FFF2-40B4-BE49-F238E27FC236}">
                      <a16:creationId xmlns:a16="http://schemas.microsoft.com/office/drawing/2014/main" id="{586947F8-C2B3-F049-B4B8-90D5A1EAD6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9" name="AutoShape 88">
                  <a:extLst>
                    <a:ext uri="{FF2B5EF4-FFF2-40B4-BE49-F238E27FC236}">
                      <a16:creationId xmlns:a16="http://schemas.microsoft.com/office/drawing/2014/main" id="{5543A92C-5C91-A543-9BD0-82F864DC7E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79" name="Picture 89" descr="desktop_computer_stylized_small">
                <a:extLst>
                  <a:ext uri="{FF2B5EF4-FFF2-40B4-BE49-F238E27FC236}">
                    <a16:creationId xmlns:a16="http://schemas.microsoft.com/office/drawing/2014/main" id="{B906B6ED-402F-4449-BA66-BD87EB253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0" name="Rectangle 90">
                <a:extLst>
                  <a:ext uri="{FF2B5EF4-FFF2-40B4-BE49-F238E27FC236}">
                    <a16:creationId xmlns:a16="http://schemas.microsoft.com/office/drawing/2014/main" id="{1A819698-C764-174E-8C3B-87DFB4BDE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81" name="Freeform 91">
                <a:extLst>
                  <a:ext uri="{FF2B5EF4-FFF2-40B4-BE49-F238E27FC236}">
                    <a16:creationId xmlns:a16="http://schemas.microsoft.com/office/drawing/2014/main" id="{A6837B9A-B4D5-9F43-B186-202DF5D05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82" name="Line 92">
                <a:extLst>
                  <a:ext uri="{FF2B5EF4-FFF2-40B4-BE49-F238E27FC236}">
                    <a16:creationId xmlns:a16="http://schemas.microsoft.com/office/drawing/2014/main" id="{F6BB46D7-B8BF-A846-AE8B-94D31400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83" name="Picture 93" descr="tv">
                <a:extLst>
                  <a:ext uri="{FF2B5EF4-FFF2-40B4-BE49-F238E27FC236}">
                    <a16:creationId xmlns:a16="http://schemas.microsoft.com/office/drawing/2014/main" id="{411DDBF4-1EEB-D440-87F4-9EB524511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3" name="Group 77">
            <a:extLst>
              <a:ext uri="{FF2B5EF4-FFF2-40B4-BE49-F238E27FC236}">
                <a16:creationId xmlns:a16="http://schemas.microsoft.com/office/drawing/2014/main" id="{9777AC37-7438-7943-9796-8FA6C75347B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279564" y="1537877"/>
            <a:ext cx="1034751" cy="625054"/>
            <a:chOff x="-490" y="1664"/>
            <a:chExt cx="1429" cy="842"/>
          </a:xfrm>
        </p:grpSpPr>
        <p:sp>
          <p:nvSpPr>
            <p:cNvPr id="558" name="AutoShape 78">
              <a:extLst>
                <a:ext uri="{FF2B5EF4-FFF2-40B4-BE49-F238E27FC236}">
                  <a16:creationId xmlns:a16="http://schemas.microsoft.com/office/drawing/2014/main" id="{CDEEE819-6D55-324C-9335-BBBCCE74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59" name="Group 79">
              <a:extLst>
                <a:ext uri="{FF2B5EF4-FFF2-40B4-BE49-F238E27FC236}">
                  <a16:creationId xmlns:a16="http://schemas.microsoft.com/office/drawing/2014/main" id="{D9DFA845-D530-114E-B365-61415E5CFA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60" name="Rectangle 80">
                <a:extLst>
                  <a:ext uri="{FF2B5EF4-FFF2-40B4-BE49-F238E27FC236}">
                    <a16:creationId xmlns:a16="http://schemas.microsoft.com/office/drawing/2014/main" id="{288C3959-34C1-1F42-98F6-A7A19D18A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1" name="Line 7">
                <a:extLst>
                  <a:ext uri="{FF2B5EF4-FFF2-40B4-BE49-F238E27FC236}">
                    <a16:creationId xmlns:a16="http://schemas.microsoft.com/office/drawing/2014/main" id="{59263F6A-9E5F-974A-B2C4-9DFC6603E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62" name="Group 82">
                <a:extLst>
                  <a:ext uri="{FF2B5EF4-FFF2-40B4-BE49-F238E27FC236}">
                    <a16:creationId xmlns:a16="http://schemas.microsoft.com/office/drawing/2014/main" id="{115F1127-052F-C34B-8E1E-7CDC241C94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68" name="Rectangle 83">
                  <a:extLst>
                    <a:ext uri="{FF2B5EF4-FFF2-40B4-BE49-F238E27FC236}">
                      <a16:creationId xmlns:a16="http://schemas.microsoft.com/office/drawing/2014/main" id="{65881937-B3B1-1648-96FC-7B2FC1478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1001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69" name="Rectangle 84">
                  <a:extLst>
                    <a:ext uri="{FF2B5EF4-FFF2-40B4-BE49-F238E27FC236}">
                      <a16:creationId xmlns:a16="http://schemas.microsoft.com/office/drawing/2014/main" id="{AF45AE34-402A-A44B-8735-89F4D11DE4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0" name="Rectangle 85">
                  <a:extLst>
                    <a:ext uri="{FF2B5EF4-FFF2-40B4-BE49-F238E27FC236}">
                      <a16:creationId xmlns:a16="http://schemas.microsoft.com/office/drawing/2014/main" id="{63B08352-6366-C449-AFF8-74595CB31C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4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1" name="Rectangle 86">
                  <a:extLst>
                    <a:ext uri="{FF2B5EF4-FFF2-40B4-BE49-F238E27FC236}">
                      <a16:creationId xmlns:a16="http://schemas.microsoft.com/office/drawing/2014/main" id="{3D297AFC-C66D-894E-AE47-F4E87BF71B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5" y="1069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2" name="Rectangle 87">
                  <a:extLst>
                    <a:ext uri="{FF2B5EF4-FFF2-40B4-BE49-F238E27FC236}">
                      <a16:creationId xmlns:a16="http://schemas.microsoft.com/office/drawing/2014/main" id="{CD786996-1025-0D4C-A604-A48BE78F1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1069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3" name="AutoShape 88">
                  <a:extLst>
                    <a:ext uri="{FF2B5EF4-FFF2-40B4-BE49-F238E27FC236}">
                      <a16:creationId xmlns:a16="http://schemas.microsoft.com/office/drawing/2014/main" id="{EBAF0E02-EDCC-BA40-B794-B4CEBED48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63" name="Picture 89" descr="desktop_computer_stylized_small">
                <a:extLst>
                  <a:ext uri="{FF2B5EF4-FFF2-40B4-BE49-F238E27FC236}">
                    <a16:creationId xmlns:a16="http://schemas.microsoft.com/office/drawing/2014/main" id="{D01682A1-7198-AA48-B9F5-9B6F0D114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4" name="Rectangle 90">
                <a:extLst>
                  <a:ext uri="{FF2B5EF4-FFF2-40B4-BE49-F238E27FC236}">
                    <a16:creationId xmlns:a16="http://schemas.microsoft.com/office/drawing/2014/main" id="{647A01FF-63ED-C84E-8F0A-C5936FD27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5" name="Freeform 91">
                <a:extLst>
                  <a:ext uri="{FF2B5EF4-FFF2-40B4-BE49-F238E27FC236}">
                    <a16:creationId xmlns:a16="http://schemas.microsoft.com/office/drawing/2014/main" id="{6827B81D-6527-C248-9354-4DD1E608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66" name="Line 92">
                <a:extLst>
                  <a:ext uri="{FF2B5EF4-FFF2-40B4-BE49-F238E27FC236}">
                    <a16:creationId xmlns:a16="http://schemas.microsoft.com/office/drawing/2014/main" id="{131F1B37-9804-2442-8CFE-712BB8CF35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2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67" name="Picture 93" descr="tv">
                <a:extLst>
                  <a:ext uri="{FF2B5EF4-FFF2-40B4-BE49-F238E27FC236}">
                    <a16:creationId xmlns:a16="http://schemas.microsoft.com/office/drawing/2014/main" id="{BDF1EFF0-80BA-974F-98D5-E4B286967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4" name="Group 77">
            <a:extLst>
              <a:ext uri="{FF2B5EF4-FFF2-40B4-BE49-F238E27FC236}">
                <a16:creationId xmlns:a16="http://schemas.microsoft.com/office/drawing/2014/main" id="{FC3842BA-F6A1-A943-8BC3-429F35A5934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79676" y="2243231"/>
            <a:ext cx="1034751" cy="625054"/>
            <a:chOff x="-490" y="1664"/>
            <a:chExt cx="1429" cy="842"/>
          </a:xfrm>
        </p:grpSpPr>
        <p:sp>
          <p:nvSpPr>
            <p:cNvPr id="542" name="AutoShape 78">
              <a:extLst>
                <a:ext uri="{FF2B5EF4-FFF2-40B4-BE49-F238E27FC236}">
                  <a16:creationId xmlns:a16="http://schemas.microsoft.com/office/drawing/2014/main" id="{F4CF8682-97EE-BF49-B3C0-F173095F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43" name="Group 79">
              <a:extLst>
                <a:ext uri="{FF2B5EF4-FFF2-40B4-BE49-F238E27FC236}">
                  <a16:creationId xmlns:a16="http://schemas.microsoft.com/office/drawing/2014/main" id="{56B9DA88-CC8A-C74D-8040-0B141F083A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44" name="Rectangle 80">
                <a:extLst>
                  <a:ext uri="{FF2B5EF4-FFF2-40B4-BE49-F238E27FC236}">
                    <a16:creationId xmlns:a16="http://schemas.microsoft.com/office/drawing/2014/main" id="{A1556C4D-4925-5C40-B85B-150BD64C2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2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5" name="Line 7">
                <a:extLst>
                  <a:ext uri="{FF2B5EF4-FFF2-40B4-BE49-F238E27FC236}">
                    <a16:creationId xmlns:a16="http://schemas.microsoft.com/office/drawing/2014/main" id="{6D9A0B80-B994-8746-B864-F597C4DAD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46" name="Group 82">
                <a:extLst>
                  <a:ext uri="{FF2B5EF4-FFF2-40B4-BE49-F238E27FC236}">
                    <a16:creationId xmlns:a16="http://schemas.microsoft.com/office/drawing/2014/main" id="{7AB878AD-9002-254F-8CC0-1E24619299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52" name="Rectangle 83">
                  <a:extLst>
                    <a:ext uri="{FF2B5EF4-FFF2-40B4-BE49-F238E27FC236}">
                      <a16:creationId xmlns:a16="http://schemas.microsoft.com/office/drawing/2014/main" id="{58D02BC1-3896-6C48-AC39-2A17579D83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999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3" name="Rectangle 84">
                  <a:extLst>
                    <a:ext uri="{FF2B5EF4-FFF2-40B4-BE49-F238E27FC236}">
                      <a16:creationId xmlns:a16="http://schemas.microsoft.com/office/drawing/2014/main" id="{0CB6E5E4-16FB-FF49-81B9-AB7424C636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2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4" name="Rectangle 85">
                  <a:extLst>
                    <a:ext uri="{FF2B5EF4-FFF2-40B4-BE49-F238E27FC236}">
                      <a16:creationId xmlns:a16="http://schemas.microsoft.com/office/drawing/2014/main" id="{D0C881FA-C4AA-C447-8DFC-9718590C38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2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5" name="Rectangle 86">
                  <a:extLst>
                    <a:ext uri="{FF2B5EF4-FFF2-40B4-BE49-F238E27FC236}">
                      <a16:creationId xmlns:a16="http://schemas.microsoft.com/office/drawing/2014/main" id="{F58E00EA-0D31-014A-89D2-9BACD30C5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7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6" name="Rectangle 87">
                  <a:extLst>
                    <a:ext uri="{FF2B5EF4-FFF2-40B4-BE49-F238E27FC236}">
                      <a16:creationId xmlns:a16="http://schemas.microsoft.com/office/drawing/2014/main" id="{E02E834F-5367-AE43-AE78-3E1D6F2998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7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7" name="AutoShape 88">
                  <a:extLst>
                    <a:ext uri="{FF2B5EF4-FFF2-40B4-BE49-F238E27FC236}">
                      <a16:creationId xmlns:a16="http://schemas.microsoft.com/office/drawing/2014/main" id="{F52E13E5-BFDC-9B48-AFD6-8BF4E2E34C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47" name="Picture 89" descr="desktop_computer_stylized_small">
                <a:extLst>
                  <a:ext uri="{FF2B5EF4-FFF2-40B4-BE49-F238E27FC236}">
                    <a16:creationId xmlns:a16="http://schemas.microsoft.com/office/drawing/2014/main" id="{46782061-070C-624F-ABB3-A650B38E5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8" name="Rectangle 90">
                <a:extLst>
                  <a:ext uri="{FF2B5EF4-FFF2-40B4-BE49-F238E27FC236}">
                    <a16:creationId xmlns:a16="http://schemas.microsoft.com/office/drawing/2014/main" id="{813867D0-BBA4-D644-97B2-EAABDC500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2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9" name="Freeform 91">
                <a:extLst>
                  <a:ext uri="{FF2B5EF4-FFF2-40B4-BE49-F238E27FC236}">
                    <a16:creationId xmlns:a16="http://schemas.microsoft.com/office/drawing/2014/main" id="{04C61F80-C797-2A43-9E07-8D36C1F0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50" name="Line 92">
                <a:extLst>
                  <a:ext uri="{FF2B5EF4-FFF2-40B4-BE49-F238E27FC236}">
                    <a16:creationId xmlns:a16="http://schemas.microsoft.com/office/drawing/2014/main" id="{775B1909-4227-F444-97B1-F14F1FB52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51" name="Picture 93" descr="tv">
                <a:extLst>
                  <a:ext uri="{FF2B5EF4-FFF2-40B4-BE49-F238E27FC236}">
                    <a16:creationId xmlns:a16="http://schemas.microsoft.com/office/drawing/2014/main" id="{B1847795-731E-3940-B2A1-A2B226A67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5" name="Group 77">
            <a:extLst>
              <a:ext uri="{FF2B5EF4-FFF2-40B4-BE49-F238E27FC236}">
                <a16:creationId xmlns:a16="http://schemas.microsoft.com/office/drawing/2014/main" id="{287AA7E4-54CA-844E-AF87-E56264EE91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20975" y="1925365"/>
            <a:ext cx="1034751" cy="625054"/>
            <a:chOff x="-490" y="1664"/>
            <a:chExt cx="1429" cy="842"/>
          </a:xfrm>
        </p:grpSpPr>
        <p:sp>
          <p:nvSpPr>
            <p:cNvPr id="526" name="AutoShape 78">
              <a:extLst>
                <a:ext uri="{FF2B5EF4-FFF2-40B4-BE49-F238E27FC236}">
                  <a16:creationId xmlns:a16="http://schemas.microsoft.com/office/drawing/2014/main" id="{C41E7642-3290-4842-9222-3C6E9664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27" name="Group 79">
              <a:extLst>
                <a:ext uri="{FF2B5EF4-FFF2-40B4-BE49-F238E27FC236}">
                  <a16:creationId xmlns:a16="http://schemas.microsoft.com/office/drawing/2014/main" id="{3C5F0836-5CF2-E749-B3B4-C9164F510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28" name="Rectangle 80">
                <a:extLst>
                  <a:ext uri="{FF2B5EF4-FFF2-40B4-BE49-F238E27FC236}">
                    <a16:creationId xmlns:a16="http://schemas.microsoft.com/office/drawing/2014/main" id="{D376CDA2-F18B-3F49-AFE3-B0B10C189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9" name="Line 7">
                <a:extLst>
                  <a:ext uri="{FF2B5EF4-FFF2-40B4-BE49-F238E27FC236}">
                    <a16:creationId xmlns:a16="http://schemas.microsoft.com/office/drawing/2014/main" id="{37A59894-2741-4D4A-8CDF-F25E9701C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30" name="Group 82">
                <a:extLst>
                  <a:ext uri="{FF2B5EF4-FFF2-40B4-BE49-F238E27FC236}">
                    <a16:creationId xmlns:a16="http://schemas.microsoft.com/office/drawing/2014/main" id="{BE061A62-D964-DE40-B1F1-41FBA95709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36" name="Rectangle 83">
                  <a:extLst>
                    <a:ext uri="{FF2B5EF4-FFF2-40B4-BE49-F238E27FC236}">
                      <a16:creationId xmlns:a16="http://schemas.microsoft.com/office/drawing/2014/main" id="{FA602B06-9057-1D47-92F9-C0E6B376B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" y="1000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7" name="Rectangle 84">
                  <a:extLst>
                    <a:ext uri="{FF2B5EF4-FFF2-40B4-BE49-F238E27FC236}">
                      <a16:creationId xmlns:a16="http://schemas.microsoft.com/office/drawing/2014/main" id="{5BD3CCE4-36D5-1B46-A7FD-CB5B204A6F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" y="1073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8" name="Rectangle 85">
                  <a:extLst>
                    <a:ext uri="{FF2B5EF4-FFF2-40B4-BE49-F238E27FC236}">
                      <a16:creationId xmlns:a16="http://schemas.microsoft.com/office/drawing/2014/main" id="{1802B9B8-7627-3E49-8C86-BAB66D025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9" name="Rectangle 86">
                  <a:extLst>
                    <a:ext uri="{FF2B5EF4-FFF2-40B4-BE49-F238E27FC236}">
                      <a16:creationId xmlns:a16="http://schemas.microsoft.com/office/drawing/2014/main" id="{83D7E963-6D7B-B44C-916F-650F75A71D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0" name="Rectangle 87">
                  <a:extLst>
                    <a:ext uri="{FF2B5EF4-FFF2-40B4-BE49-F238E27FC236}">
                      <a16:creationId xmlns:a16="http://schemas.microsoft.com/office/drawing/2014/main" id="{EA18CE1F-FE4F-7544-A37F-44D2310E0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1" name="AutoShape 88">
                  <a:extLst>
                    <a:ext uri="{FF2B5EF4-FFF2-40B4-BE49-F238E27FC236}">
                      <a16:creationId xmlns:a16="http://schemas.microsoft.com/office/drawing/2014/main" id="{231D8DF4-C9A7-8542-924A-6CF22A5AA1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31" name="Picture 89" descr="desktop_computer_stylized_small">
                <a:extLst>
                  <a:ext uri="{FF2B5EF4-FFF2-40B4-BE49-F238E27FC236}">
                    <a16:creationId xmlns:a16="http://schemas.microsoft.com/office/drawing/2014/main" id="{2A67F404-25EF-E542-ABFE-5FD2F78D9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32" name="Rectangle 90">
                <a:extLst>
                  <a:ext uri="{FF2B5EF4-FFF2-40B4-BE49-F238E27FC236}">
                    <a16:creationId xmlns:a16="http://schemas.microsoft.com/office/drawing/2014/main" id="{91C1B0D7-2818-D946-BBD7-E30EF188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3" name="Freeform 91">
                <a:extLst>
                  <a:ext uri="{FF2B5EF4-FFF2-40B4-BE49-F238E27FC236}">
                    <a16:creationId xmlns:a16="http://schemas.microsoft.com/office/drawing/2014/main" id="{3A4CC558-FE68-5042-98E3-4318501A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34" name="Line 92">
                <a:extLst>
                  <a:ext uri="{FF2B5EF4-FFF2-40B4-BE49-F238E27FC236}">
                    <a16:creationId xmlns:a16="http://schemas.microsoft.com/office/drawing/2014/main" id="{ABAF1BEB-04CA-3B48-8C67-7DE8731FA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35" name="Picture 93" descr="tv">
                <a:extLst>
                  <a:ext uri="{FF2B5EF4-FFF2-40B4-BE49-F238E27FC236}">
                    <a16:creationId xmlns:a16="http://schemas.microsoft.com/office/drawing/2014/main" id="{923D2FEA-B28C-CC4B-9A26-BE41579D5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2959630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链路层：6-80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65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地址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1EBB3351-6E63-CD4D-9FD2-D6498F65C79A}"/>
              </a:ext>
            </a:extLst>
          </p:cNvPr>
          <p:cNvSpPr txBox="1">
            <a:spLocks noChangeArrowheads="1"/>
          </p:cNvSpPr>
          <p:nvPr/>
        </p:nvSpPr>
        <p:spPr>
          <a:xfrm>
            <a:off x="877956" y="1480930"/>
            <a:ext cx="10903227" cy="19817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32 位 IP 地址： </a:t>
            </a:r>
          </a:p>
          <a:p>
            <a:pPr lvl="1">
              <a:defRPr/>
            </a:pPr>
            <a:r>
              <a:rPr lang="en-US" sz="2800" i="1" dirty="0"/>
              <a:t>接口的网络层地址</a:t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/>
              <a:t>用于第 3 层（网络层）转发</a:t>
            </a:r>
          </a:p>
          <a:p>
            <a:pPr lvl="1">
              <a:defRPr/>
            </a:pPr>
            <a:r>
              <a:rPr lang="en-US" sz="2800" dirty="0"/>
              <a:t>e.g.: 128.119.40.136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F51F861-D4AD-CD46-A67F-018CCE6A2B4D}"/>
              </a:ext>
            </a:extLst>
          </p:cNvPr>
          <p:cNvSpPr txBox="1">
            <a:spLocks noChangeArrowheads="1"/>
          </p:cNvSpPr>
          <p:nvPr/>
        </p:nvSpPr>
        <p:spPr>
          <a:xfrm>
            <a:off x="925425" y="3402170"/>
            <a:ext cx="10903227" cy="22641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MAC（或 LAN、物理、Ethernet）地址： </a:t>
            </a:r>
            <a:r>
              <a:rPr lang="en-US" sz="3200" dirty="0">
                <a:solidFill>
                  <a:srgbClr val="FF0000"/>
                </a:solidFill>
              </a:rPr>
              <a:t/>
            </a:r>
          </a:p>
          <a:p>
            <a:pPr lvl="1">
              <a:defRPr/>
            </a:pPr>
            <a:r>
              <a:rPr lang="en-US" sz="2800" dirty="0"/>
              <a:t>功能：在“本地”把帧从一个接口送到另一个物理连接的接口（按 IP 编址意义属于同一子网）</a:t>
            </a:r>
            <a:r>
              <a:rPr lang="en-US" sz="2800" dirty="0">
                <a:solidFill>
                  <a:schemeClr val="accent2"/>
                </a:solidFill>
              </a:rPr>
              <a:t/>
            </a:r>
            <a:r>
              <a:rPr lang="en-US" sz="2800" dirty="0">
                <a:solidFill>
                  <a:srgbClr val="0000A8"/>
                </a:solidFill>
              </a:rPr>
              <a:t/>
            </a:r>
          </a:p>
          <a:p>
            <a:pPr lvl="1">
              <a:defRPr/>
            </a:pPr>
            <a:r>
              <a:rPr lang="en-US" sz="2800" dirty="0"/>
              <a:t>48 位 MAC 地址（对多数 LAN）烧录在 NIC ROM 中，有时也可由软件设置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A3974C1-45B4-5341-A96C-26EFA0BC954B}"/>
              </a:ext>
            </a:extLst>
          </p:cNvPr>
          <p:cNvGrpSpPr/>
          <p:nvPr/>
        </p:nvGrpSpPr>
        <p:grpSpPr>
          <a:xfrm>
            <a:off x="912934" y="5533272"/>
            <a:ext cx="10903227" cy="903016"/>
            <a:chOff x="912934" y="5533272"/>
            <a:chExt cx="10903227" cy="903016"/>
          </a:xfrm>
        </p:grpSpPr>
        <p:sp>
          <p:nvSpPr>
            <p:cNvPr id="6" name="Text Box 6">
              <a:extLst>
                <a:ext uri="{FF2B5EF4-FFF2-40B4-BE49-F238E27FC236}">
                  <a16:creationId xmlns:a16="http://schemas.microsoft.com/office/drawing/2014/main" id="{4108502E-90D7-684B-A7CF-A0EB238E3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9171" y="5789957"/>
              <a:ext cx="338868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十六进制（基 16）表示法</a:t>
              </a:r>
            </a:p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（每个“数字”表示 4 比特）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/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/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/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/>
              </a: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F3EB23B5-9722-524B-A947-6BAB90B5B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21744" y="5895906"/>
              <a:ext cx="623681" cy="2133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D04D30B9-A03D-3D4E-82B8-D739C54E39F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12934" y="5533272"/>
              <a:ext cx="10903227" cy="58271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>
                <a:defRPr/>
              </a:pPr>
              <a:r>
                <a:rPr lang="en-US" sz="2800" dirty="0"/>
                <a:t>e.g.: 1A-2F-BB-76-09-AD</a:t>
              </a:r>
            </a:p>
            <a:p>
              <a:pPr lvl="1">
                <a:defRPr/>
              </a:pPr>
              <a:endParaRPr lang="en-US" dirty="0">
                <a:latin typeface="Gill Sans M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0512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8734" y="4271477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3225" y="3351624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9594" y="5298866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地址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id="{639A8D23-CDBF-2646-8186-B3743129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16922"/>
            <a:ext cx="8331255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LAN 上的每个接口 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具有唯一的 48 位 MAC 地址</a:t>
            </a:r>
            <a:r>
              <a:rPr lang="en-US" sz="2800" i="0" dirty="0">
                <a:solidFill>
                  <a:srgbClr val="0000A8"/>
                </a:solidFill>
                <a:latin typeface="+mn-lt"/>
              </a:rPr>
              <a:t/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/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具有本地唯一的 32 位 IP 地址（如我们所见）</a:t>
            </a:r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425937" y="3593615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6825" y="4320484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24">
            <a:extLst>
              <a:ext uri="{FF2B5EF4-FFF2-40B4-BE49-F238E27FC236}">
                <a16:creationId xmlns:a16="http://schemas.microsoft.com/office/drawing/2014/main" id="{0B96A29F-FA92-4046-A8C4-553BE3BB4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0648" y="3308137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1A-2F-BB-76-09-AD</a:t>
            </a: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327" y="443650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197" y="4779066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56" name="Line 28">
            <a:extLst>
              <a:ext uri="{FF2B5EF4-FFF2-40B4-BE49-F238E27FC236}">
                <a16:creationId xmlns:a16="http://schemas.microsoft.com/office/drawing/2014/main" id="{75320AB1-33FB-E441-96FA-8A369596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2781" y="5733635"/>
            <a:ext cx="3603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29">
            <a:extLst>
              <a:ext uri="{FF2B5EF4-FFF2-40B4-BE49-F238E27FC236}">
                <a16:creationId xmlns:a16="http://schemas.microsoft.com/office/drawing/2014/main" id="{5200AA6C-1F84-3F41-9A67-F6A4557B0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22" y="5577774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0C-C4-11-6F-E3-98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234" y="442705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659" y="4801702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60" name="Text Box 32">
            <a:extLst>
              <a:ext uri="{FF2B5EF4-FFF2-40B4-BE49-F238E27FC236}">
                <a16:creationId xmlns:a16="http://schemas.microsoft.com/office/drawing/2014/main" id="{4D80277F-6853-7C4B-8A3B-77BAE9A5A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7374" y="3992146"/>
            <a:ext cx="2173357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   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LAN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（有线或无线）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+mn-lt"/>
              </a:rPr>
              <a:t>137.196.7/24</a:t>
            </a:r>
            <a:endParaRPr lang="en-US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8853" y="335344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030223" y="2820774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97155" y="413978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78" y="560675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031860" y="420170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3922434" y="3893652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7880069" y="4049022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04DD163-DABA-C240-A6C6-E33234DB2F4D}"/>
              </a:ext>
            </a:extLst>
          </p:cNvPr>
          <p:cNvCxnSpPr/>
          <p:nvPr/>
        </p:nvCxnSpPr>
        <p:spPr>
          <a:xfrm flipH="1">
            <a:off x="6719722" y="3486836"/>
            <a:ext cx="254833" cy="0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5832544" y="5800310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7" name="Text Box 33">
            <a:extLst>
              <a:ext uri="{FF2B5EF4-FFF2-40B4-BE49-F238E27FC236}">
                <a16:creationId xmlns:a16="http://schemas.microsoft.com/office/drawing/2014/main" id="{4D60F09C-EEAE-8949-89C9-70CE657C8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7458" y="309369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137.196.7.78</a:t>
            </a:r>
          </a:p>
        </p:txBody>
      </p: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609" y="497784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89" name="Text Box 39">
            <a:extLst>
              <a:ext uri="{FF2B5EF4-FFF2-40B4-BE49-F238E27FC236}">
                <a16:creationId xmlns:a16="http://schemas.microsoft.com/office/drawing/2014/main" id="{2D84C91A-F7A7-644A-9323-5E12ED7E9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5795342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137.196.7.88</a:t>
            </a:r>
          </a:p>
        </p:txBody>
      </p: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52" y="5017604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</p:spTree>
    <p:extLst>
      <p:ext uri="{BB962C8B-B14F-4D97-AF65-F5344CB8AC3E}">
        <p14:creationId xmlns:p14="http://schemas.microsoft.com/office/powerpoint/2010/main" val="369097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地址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B986A0BA-C01E-D148-B175-80505AC80C09}"/>
              </a:ext>
            </a:extLst>
          </p:cNvPr>
          <p:cNvSpPr txBox="1">
            <a:spLocks noChangeArrowheads="1"/>
          </p:cNvSpPr>
          <p:nvPr/>
        </p:nvSpPr>
        <p:spPr>
          <a:xfrm>
            <a:off x="1010477" y="1441173"/>
            <a:ext cx="10028583" cy="50126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MAC 地址分配由 IEEE 管理</a:t>
            </a:r>
          </a:p>
          <a:p>
            <a:pPr marL="404813" indent="-274638">
              <a:defRPr/>
            </a:pPr>
            <a:r>
              <a:rPr lang="en-US" sz="3200" dirty="0"/>
              <a:t>制造商购买一部分 MAC 地址空间（以保证唯一性）</a:t>
            </a:r>
          </a:p>
          <a:p>
            <a:pPr marL="404813" indent="-274638">
              <a:defRPr/>
            </a:pPr>
            <a:r>
              <a:rPr lang="en-US" sz="3200" dirty="0"/>
              <a:t>类比：</a:t>
            </a:r>
          </a:p>
          <a:p>
            <a:pPr lvl="1">
              <a:defRPr/>
            </a:pPr>
            <a:r>
              <a:rPr lang="en-US" sz="2800" dirty="0"/>
              <a:t>MAC 地址：类似社会保障号码</a:t>
            </a:r>
          </a:p>
          <a:p>
            <a:pPr lvl="1">
              <a:defRPr/>
            </a:pPr>
            <a:r>
              <a:rPr lang="en-US" sz="2800" dirty="0"/>
              <a:t>IP 地址：类似邮政地址</a:t>
            </a:r>
          </a:p>
          <a:p>
            <a:pPr>
              <a:defRPr/>
            </a:pPr>
            <a:r>
              <a:rPr lang="en-US" sz="3200" dirty="0"/>
              <a:t> MAC 扁平地址：可移植性 </a:t>
            </a:r>
          </a:p>
          <a:p>
            <a:pPr lvl="1">
              <a:defRPr/>
            </a:pPr>
            <a:r>
              <a:rPr lang="en-US" sz="2800" dirty="0"/>
              <a:t>可把接口从一个 LAN 移到另一个 LAN</a:t>
            </a:r>
          </a:p>
          <a:p>
            <a:pPr lvl="1">
              <a:defRPr/>
            </a:pPr>
            <a:r>
              <a:rPr lang="en-US" sz="2800" dirty="0"/>
              <a:t>回顾：IP 地址不可移植，取决于节点所连接的 IP 子网</a:t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  <a:p>
            <a:pPr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7611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ARP：地址解析协议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问题：已知接口的 IP 地址，如何确定其 MAC 地址？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/>
            </a:r>
            <a:r>
              <a:rPr lang="en-US" sz="2800" i="0" dirty="0">
                <a:latin typeface="+mn-lt"/>
                <a:cs typeface="+mn-cs"/>
              </a:rPr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420120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回顾：逐路由器控制平面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每台路由器中的各个路由算法组件在控制平面中相互交互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/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路由选择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算法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数据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控制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平面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到达分组中的值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分组首部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网络层：5-85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80A79C8-C8AF-293F-DAA0-81E72D33487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29186" y="5140395"/>
            <a:ext cx="1219200" cy="10795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13F5F4C8-A0BA-8061-7F24-08ED1BB6233A}"/>
              </a:ext>
            </a:extLst>
          </p:cNvPr>
          <p:cNvSpPr txBox="1"/>
          <p:nvPr/>
        </p:nvSpPr>
        <p:spPr>
          <a:xfrm>
            <a:off x="255589" y="3430319"/>
            <a:ext cx="2774533" cy="523220"/>
          </a:xfrm>
          <a:prstGeom prst="rect">
            <a:avLst/>
          </a:prstGeom>
          <a:solidFill>
            <a:srgbClr val="9CE0FA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CN" sz="2800" dirty="0">
                <a:highlight>
                  <a:srgbClr val="9CE0FA"/>
                </a:highlight>
              </a:rPr>
              <a:t>下一跳的 IP</a:t>
            </a:r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2B879BC0-9ADD-B66A-303B-8AD9A29DBA31}"/>
              </a:ext>
            </a:extLst>
          </p:cNvPr>
          <p:cNvCxnSpPr>
            <a:cxnSpLocks/>
          </p:cNvCxnSpPr>
          <p:nvPr/>
        </p:nvCxnSpPr>
        <p:spPr>
          <a:xfrm flipH="1" flipV="1">
            <a:off x="3027901" y="3693505"/>
            <a:ext cx="1275397" cy="260034"/>
          </a:xfrm>
          <a:prstGeom prst="straightConnector1">
            <a:avLst/>
          </a:prstGeom>
          <a:ln w="317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ARP：地址解析协议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1271A-DBC6-204B-8B80-84096104E623}"/>
              </a:ext>
            </a:extLst>
          </p:cNvPr>
          <p:cNvSpPr txBox="1">
            <a:spLocks noChangeArrowheads="1"/>
          </p:cNvSpPr>
          <p:nvPr/>
        </p:nvSpPr>
        <p:spPr>
          <a:xfrm>
            <a:off x="6082748" y="2344599"/>
            <a:ext cx="5193195" cy="9532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charset="0"/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ARP 表：LAN 上每个 IP 节点（主机、路由器）都有一张表</a:t>
            </a:r>
            <a:r>
              <a:rPr lang="en-US" dirty="0"/>
              <a:t/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问题：已知接口的 IP 地址，如何确定其 MAC 地址？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/>
            </a:r>
            <a:r>
              <a:rPr lang="en-US" sz="2800" i="0" dirty="0">
                <a:latin typeface="+mn-lt"/>
                <a:cs typeface="+mn-cs"/>
              </a:rPr>
              <a:t/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6F90A8E-A97F-4B47-8617-1E0B801A3FBF}"/>
              </a:ext>
            </a:extLst>
          </p:cNvPr>
          <p:cNvGrpSpPr/>
          <p:nvPr/>
        </p:nvGrpSpPr>
        <p:grpSpPr>
          <a:xfrm>
            <a:off x="948563" y="2990022"/>
            <a:ext cx="4847955" cy="2799867"/>
            <a:chOff x="3970059" y="2973174"/>
            <a:chExt cx="6053187" cy="3638349"/>
          </a:xfrm>
        </p:grpSpPr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EFCCF237-D462-A848-A2F9-0B5DDED1E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1134" y="4423877"/>
              <a:ext cx="9017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26F73C0C-F34D-EB41-919F-BDF66A1E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625" y="3504024"/>
              <a:ext cx="0" cy="6556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3" name="Line 22">
              <a:extLst>
                <a:ext uri="{FF2B5EF4-FFF2-40B4-BE49-F238E27FC236}">
                  <a16:creationId xmlns:a16="http://schemas.microsoft.com/office/drawing/2014/main" id="{F5CD6898-8663-6D43-BAA6-A8946A48A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94" y="5451266"/>
              <a:ext cx="0" cy="4381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BC091F0C-CFB4-544C-B235-9FB23A12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337" y="3746015"/>
              <a:ext cx="2046288" cy="2049462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F2D744C-309E-1748-8CEF-A191DA937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9225" y="4472884"/>
              <a:ext cx="796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6" name="Text Box 24">
              <a:extLst>
                <a:ext uri="{FF2B5EF4-FFF2-40B4-BE49-F238E27FC236}">
                  <a16:creationId xmlns:a16="http://schemas.microsoft.com/office/drawing/2014/main" id="{CBB39874-5BD1-5D4B-8E31-25BEBA29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047" y="3460537"/>
              <a:ext cx="1998238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1A-2F-BB-76-09-AD</a:t>
              </a:r>
            </a:p>
          </p:txBody>
        </p:sp>
        <p:sp>
          <p:nvSpPr>
            <p:cNvPr id="57" name="Line 26">
              <a:extLst>
                <a:ext uri="{FF2B5EF4-FFF2-40B4-BE49-F238E27FC236}">
                  <a16:creationId xmlns:a16="http://schemas.microsoft.com/office/drawing/2014/main" id="{7C2882E3-6473-EB4E-9538-2CCE1D1E6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7727" y="458890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8" name="Text Box 27">
              <a:extLst>
                <a:ext uri="{FF2B5EF4-FFF2-40B4-BE49-F238E27FC236}">
                  <a16:creationId xmlns:a16="http://schemas.microsoft.com/office/drawing/2014/main" id="{5C7845EB-10F3-1149-A9A1-1A0A55753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597" y="4931465"/>
              <a:ext cx="196164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58-23-D7-FA-20-B0</a:t>
              </a: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8915AAD7-DFE8-3C4C-854D-2C0B5A246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15181" y="5886035"/>
              <a:ext cx="36036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0" name="Text Box 29">
              <a:extLst>
                <a:ext uri="{FF2B5EF4-FFF2-40B4-BE49-F238E27FC236}">
                  <a16:creationId xmlns:a16="http://schemas.microsoft.com/office/drawing/2014/main" id="{07636FFE-5FCF-0A44-960C-F51BD2EC9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7522" y="5730174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0C-C4-11-6F-E3-98</a:t>
              </a:r>
            </a:p>
          </p:txBody>
        </p:sp>
        <p:sp>
          <p:nvSpPr>
            <p:cNvPr id="61" name="Line 30">
              <a:extLst>
                <a:ext uri="{FF2B5EF4-FFF2-40B4-BE49-F238E27FC236}">
                  <a16:creationId xmlns:a16="http://schemas.microsoft.com/office/drawing/2014/main" id="{65842429-83E8-C843-8F18-759730DAB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634" y="457945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Text Box 31">
              <a:extLst>
                <a:ext uri="{FF2B5EF4-FFF2-40B4-BE49-F238E27FC236}">
                  <a16:creationId xmlns:a16="http://schemas.microsoft.com/office/drawing/2014/main" id="{7472F3E3-B59C-CE45-A51F-F369BE06C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0059" y="4954102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71-65-F7-2B-08-53</a:t>
              </a:r>
            </a:p>
          </p:txBody>
        </p:sp>
        <p:sp>
          <p:nvSpPr>
            <p:cNvPr id="63" name="Text Box 32">
              <a:extLst>
                <a:ext uri="{FF2B5EF4-FFF2-40B4-BE49-F238E27FC236}">
                  <a16:creationId xmlns:a16="http://schemas.microsoft.com/office/drawing/2014/main" id="{76E01186-F965-E044-8ADB-FE380CAFC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3947" y="4420079"/>
              <a:ext cx="2173356" cy="47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+mn-lt"/>
                </a:rPr>
                <a:t>   LAN</a:t>
              </a:r>
            </a:p>
          </p:txBody>
        </p:sp>
        <p:sp>
          <p:nvSpPr>
            <p:cNvPr id="64" name="Rectangle 37">
              <a:extLst>
                <a:ext uri="{FF2B5EF4-FFF2-40B4-BE49-F238E27FC236}">
                  <a16:creationId xmlns:a16="http://schemas.microsoft.com/office/drawing/2014/main" id="{54AF773F-51B4-F84F-A15B-941A3EE3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253" y="350584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5" name="Group 44">
              <a:extLst>
                <a:ext uri="{FF2B5EF4-FFF2-40B4-BE49-F238E27FC236}">
                  <a16:creationId xmlns:a16="http://schemas.microsoft.com/office/drawing/2014/main" id="{85EE06A5-9204-7B4E-B07F-32BA1B5ED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2623" y="2973174"/>
              <a:ext cx="812800" cy="658813"/>
              <a:chOff x="-44" y="1473"/>
              <a:chExt cx="981" cy="1105"/>
            </a:xfrm>
          </p:grpSpPr>
          <p:pic>
            <p:nvPicPr>
              <p:cNvPr id="83" name="Picture 45" descr="desktop_computer_stylized_medium">
                <a:extLst>
                  <a:ext uri="{FF2B5EF4-FFF2-40B4-BE49-F238E27FC236}">
                    <a16:creationId xmlns:a16="http://schemas.microsoft.com/office/drawing/2014/main" id="{23C296A6-6B32-A64A-9411-85507BE07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" name="Freeform 46">
                <a:extLst>
                  <a:ext uri="{FF2B5EF4-FFF2-40B4-BE49-F238E27FC236}">
                    <a16:creationId xmlns:a16="http://schemas.microsoft.com/office/drawing/2014/main" id="{42ECB958-418E-FB44-BE70-E256C588C7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66" name="Rectangle 37">
              <a:extLst>
                <a:ext uri="{FF2B5EF4-FFF2-40B4-BE49-F238E27FC236}">
                  <a16:creationId xmlns:a16="http://schemas.microsoft.com/office/drawing/2014/main" id="{BAB24AC1-02B1-BF40-BED4-B66E7B0C5E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9555" y="429218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7" name="Rectangle 37">
              <a:extLst>
                <a:ext uri="{FF2B5EF4-FFF2-40B4-BE49-F238E27FC236}">
                  <a16:creationId xmlns:a16="http://schemas.microsoft.com/office/drawing/2014/main" id="{6A5793AF-4220-9B4D-8408-5F7BDDF46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078" y="575915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8" name="Rectangle 37">
              <a:extLst>
                <a:ext uri="{FF2B5EF4-FFF2-40B4-BE49-F238E27FC236}">
                  <a16:creationId xmlns:a16="http://schemas.microsoft.com/office/drawing/2014/main" id="{6D089618-C037-1B4F-A97C-2B85FEF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4260" y="435410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9" name="Group 38">
              <a:extLst>
                <a:ext uri="{FF2B5EF4-FFF2-40B4-BE49-F238E27FC236}">
                  <a16:creationId xmlns:a16="http://schemas.microsoft.com/office/drawing/2014/main" id="{4EFC04DC-8B24-2C45-BBD0-44DC6D0A36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4834" y="4046052"/>
              <a:ext cx="812800" cy="658813"/>
              <a:chOff x="-44" y="1473"/>
              <a:chExt cx="981" cy="1105"/>
            </a:xfrm>
          </p:grpSpPr>
          <p:pic>
            <p:nvPicPr>
              <p:cNvPr id="81" name="Picture 39" descr="desktop_computer_stylized_medium">
                <a:extLst>
                  <a:ext uri="{FF2B5EF4-FFF2-40B4-BE49-F238E27FC236}">
                    <a16:creationId xmlns:a16="http://schemas.microsoft.com/office/drawing/2014/main" id="{39121052-FCC5-AA42-AFDF-F25E678C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2" name="Freeform 40">
                <a:extLst>
                  <a:ext uri="{FF2B5EF4-FFF2-40B4-BE49-F238E27FC236}">
                    <a16:creationId xmlns:a16="http://schemas.microsoft.com/office/drawing/2014/main" id="{24F752F7-3499-2C4B-A0BA-F2D78B1142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0" name="Group 47">
              <a:extLst>
                <a:ext uri="{FF2B5EF4-FFF2-40B4-BE49-F238E27FC236}">
                  <a16:creationId xmlns:a16="http://schemas.microsoft.com/office/drawing/2014/main" id="{5EBEAAB9-CDB4-CE49-8310-6B2AA6304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32469" y="4201422"/>
              <a:ext cx="812800" cy="658812"/>
              <a:chOff x="-26" y="1473"/>
              <a:chExt cx="981" cy="1105"/>
            </a:xfrm>
          </p:grpSpPr>
          <p:pic>
            <p:nvPicPr>
              <p:cNvPr id="79" name="Picture 48" descr="desktop_computer_stylized_medium">
                <a:extLst>
                  <a:ext uri="{FF2B5EF4-FFF2-40B4-BE49-F238E27FC236}">
                    <a16:creationId xmlns:a16="http://schemas.microsoft.com/office/drawing/2014/main" id="{A09AFECC-5A0F-0A4B-892C-44745CBE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6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0" name="Freeform 49">
                <a:extLst>
                  <a:ext uri="{FF2B5EF4-FFF2-40B4-BE49-F238E27FC236}">
                    <a16:creationId xmlns:a16="http://schemas.microsoft.com/office/drawing/2014/main" id="{787BFF11-9679-4D43-96E9-7D4B1E9F39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AF83B3ED-014E-C54B-8E5B-330331DC8FB4}"/>
                </a:ext>
              </a:extLst>
            </p:cNvPr>
            <p:cNvCxnSpPr/>
            <p:nvPr/>
          </p:nvCxnSpPr>
          <p:spPr>
            <a:xfrm flipH="1">
              <a:off x="6872122" y="3639236"/>
              <a:ext cx="2548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Group 41">
              <a:extLst>
                <a:ext uri="{FF2B5EF4-FFF2-40B4-BE49-F238E27FC236}">
                  <a16:creationId xmlns:a16="http://schemas.microsoft.com/office/drawing/2014/main" id="{D892522E-B65A-3B4E-B03F-858DF69A7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4944" y="5952710"/>
              <a:ext cx="812800" cy="658813"/>
              <a:chOff x="-44" y="1473"/>
              <a:chExt cx="981" cy="1105"/>
            </a:xfrm>
          </p:grpSpPr>
          <p:pic>
            <p:nvPicPr>
              <p:cNvPr id="77" name="Picture 42" descr="desktop_computer_stylized_medium">
                <a:extLst>
                  <a:ext uri="{FF2B5EF4-FFF2-40B4-BE49-F238E27FC236}">
                    <a16:creationId xmlns:a16="http://schemas.microsoft.com/office/drawing/2014/main" id="{87EA0D93-21F4-2F41-BC21-3244E9F9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8" name="Freeform 43">
                <a:extLst>
                  <a:ext uri="{FF2B5EF4-FFF2-40B4-BE49-F238E27FC236}">
                    <a16:creationId xmlns:a16="http://schemas.microsoft.com/office/drawing/2014/main" id="{AC4ED98E-24ED-7845-948B-F37EC77BBA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AD56C76B-D256-BA45-B5C6-9C69CF312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19858" y="3246090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137.196.7.78</a:t>
              </a:r>
            </a:p>
          </p:txBody>
        </p:sp>
        <p:sp>
          <p:nvSpPr>
            <p:cNvPr id="74" name="Text Box 36">
              <a:extLst>
                <a:ext uri="{FF2B5EF4-FFF2-40B4-BE49-F238E27FC236}">
                  <a16:creationId xmlns:a16="http://schemas.microsoft.com/office/drawing/2014/main" id="{9FE2DD02-437B-BD40-B8BC-D8F1E3FD1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6009" y="5130248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137.196.7.14</a:t>
              </a:r>
            </a:p>
          </p:txBody>
        </p:sp>
        <p:sp>
          <p:nvSpPr>
            <p:cNvPr id="75" name="Text Box 39">
              <a:extLst>
                <a:ext uri="{FF2B5EF4-FFF2-40B4-BE49-F238E27FC236}">
                  <a16:creationId xmlns:a16="http://schemas.microsoft.com/office/drawing/2014/main" id="{EC007CEB-B2AD-9C40-859B-963764C16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9276" y="5947742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137.196.7.88</a:t>
              </a:r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BAA1C6E0-33E8-604C-BF4C-E7F8EED04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4753" y="5170004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137.196.7.23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546546A-4C05-6448-B20D-C122FF754D91}"/>
              </a:ext>
            </a:extLst>
          </p:cNvPr>
          <p:cNvGrpSpPr/>
          <p:nvPr/>
        </p:nvGrpSpPr>
        <p:grpSpPr>
          <a:xfrm>
            <a:off x="1446381" y="2663687"/>
            <a:ext cx="3653512" cy="2923999"/>
            <a:chOff x="1446381" y="2663687"/>
            <a:chExt cx="3653512" cy="292399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BA5E9CA-3EEB-3D4C-94D2-116047F3B04D}"/>
                </a:ext>
              </a:extLst>
            </p:cNvPr>
            <p:cNvGrpSpPr/>
            <p:nvPr/>
          </p:nvGrpSpPr>
          <p:grpSpPr>
            <a:xfrm>
              <a:off x="2754559" y="2663687"/>
              <a:ext cx="479618" cy="437323"/>
              <a:chOff x="2317237" y="2601212"/>
              <a:chExt cx="479618" cy="437323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33F027A-1BC4-FF42-ABAF-326F9EBCDE7B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8CF5883-3135-F546-978F-2F1DF5A5FEDF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9241A8B-79A4-9A44-84FC-DDD5D1C7E66D}"/>
                </a:ext>
              </a:extLst>
            </p:cNvPr>
            <p:cNvGrpSpPr/>
            <p:nvPr/>
          </p:nvGrpSpPr>
          <p:grpSpPr>
            <a:xfrm>
              <a:off x="2463958" y="5150363"/>
              <a:ext cx="479618" cy="437323"/>
              <a:chOff x="2317237" y="2601212"/>
              <a:chExt cx="479618" cy="437323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AA52BDC-E20B-CD42-92BD-D934D34CDE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004BA43-DD92-2D48-A37B-B5AB88E8275D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0B40655-D207-4B43-BDBC-5A8A359EB4BE}"/>
                </a:ext>
              </a:extLst>
            </p:cNvPr>
            <p:cNvGrpSpPr/>
            <p:nvPr/>
          </p:nvGrpSpPr>
          <p:grpSpPr>
            <a:xfrm>
              <a:off x="1446381" y="3530757"/>
              <a:ext cx="479618" cy="437323"/>
              <a:chOff x="2317237" y="2601212"/>
              <a:chExt cx="479618" cy="437323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B09CB092-EC49-C748-9C60-C6C7BE5D23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310B648-0A48-B341-982E-67DBE3BC8F8C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91EF928-0B96-E94A-9865-02E6EC100722}"/>
                </a:ext>
              </a:extLst>
            </p:cNvPr>
            <p:cNvGrpSpPr/>
            <p:nvPr/>
          </p:nvGrpSpPr>
          <p:grpSpPr>
            <a:xfrm>
              <a:off x="4620275" y="3785389"/>
              <a:ext cx="479618" cy="437323"/>
              <a:chOff x="2317237" y="2601212"/>
              <a:chExt cx="479618" cy="43732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C271BF07-D4F0-984E-AF46-10383E6D9CCD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8023F87F-F1C6-B24D-8EDA-F5FC3A9ACD24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</p:grpSp>
      <p:sp>
        <p:nvSpPr>
          <p:cNvPr id="97" name="Rectangle 4">
            <a:extLst>
              <a:ext uri="{FF2B5EF4-FFF2-40B4-BE49-F238E27FC236}">
                <a16:creationId xmlns:a16="http://schemas.microsoft.com/office/drawing/2014/main" id="{4A83C14A-4461-9346-A5E9-676E90D4631D}"/>
              </a:ext>
            </a:extLst>
          </p:cNvPr>
          <p:cNvSpPr txBox="1">
            <a:spLocks noChangeArrowheads="1"/>
          </p:cNvSpPr>
          <p:nvPr/>
        </p:nvSpPr>
        <p:spPr>
          <a:xfrm>
            <a:off x="5785443" y="3298343"/>
            <a:ext cx="5472170" cy="2907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sz="2800" dirty="0"/>
              <a:t>某些 LAN 节点的 IP/MAC 地址映射：</a:t>
            </a:r>
          </a:p>
          <a:p>
            <a:pPr>
              <a:buFont typeface="Wingdings" charset="0"/>
              <a:buNone/>
              <a:defRPr/>
            </a:pPr>
            <a:r>
              <a:rPr lang="en-US" sz="2000" dirty="0"/>
              <a:t>          </a:t>
            </a:r>
            <a:r>
              <a:rPr lang="en-US" sz="2000" dirty="0">
                <a:solidFill>
                  <a:srgbClr val="0000A8"/>
                </a:solidFill>
              </a:rPr>
              <a:t>&lt; IP address; MAC address; TTL&gt;</a:t>
            </a:r>
          </a:p>
          <a:p>
            <a:pPr lvl="1">
              <a:defRPr/>
            </a:pPr>
            <a:r>
              <a:rPr lang="en-US" sz="2800" dirty="0"/>
              <a:t>TTL（生存时间）：地址映射被遗忘前的时间（通常 20 分钟）</a:t>
            </a:r>
          </a:p>
        </p:txBody>
      </p:sp>
    </p:spTree>
    <p:extLst>
      <p:ext uri="{BB962C8B-B14F-4D97-AF65-F5344CB8AC3E}">
        <p14:creationId xmlns:p14="http://schemas.microsoft.com/office/powerpoint/2010/main" val="2517896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协议运行过程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 中的 ARP 表</a:t>
                </a:r>
                <a:r>
                  <a:rPr lang="en-US" dirty="0">
                    <a:solidFill>
                      <a:srgbClr val="0000A8"/>
                    </a:solidFill>
                  </a:rPr>
                  <a:t/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地址</a:t>
                </a:r>
                <a:r>
                  <a:rPr lang="en-US" dirty="0" err="1"/>
                  <a:t/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地址</a:t>
                </a:r>
                <a:r>
                  <a:rPr lang="en-US" dirty="0" err="1"/>
                  <a:t/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8869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示例：A 想向 B 发送数据报</a:t>
            </a:r>
          </a:p>
          <a:p>
            <a:pPr marL="352425" lvl="1" indent="-234950">
              <a:defRPr/>
            </a:pPr>
            <a:r>
              <a:rPr lang="en-US" sz="2000" dirty="0"/>
              <a:t>B 的 MAC 地址不在 A 的 ARP 表中，因此 A 使用 ARP 查找 B 的 MAC 地址</a:t>
            </a:r>
            <a:r>
              <a:rPr lang="ja-JP" altLang="en-US" sz="2000"/>
              <a:t/>
            </a:r>
            <a:r>
              <a:rPr lang="en-US" sz="2000" dirty="0"/>
              <a:t/>
            </a:r>
            <a:r>
              <a:rPr lang="en-US" altLang="ja-JP" sz="2000" dirty="0"/>
              <a:t/>
            </a:r>
            <a:r>
              <a:rPr lang="en-US" sz="2000" dirty="0"/>
              <a:t/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689113" y="2175367"/>
            <a:ext cx="5579166" cy="1015663"/>
            <a:chOff x="689113" y="2070437"/>
            <a:chExt cx="5579166" cy="101566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993914" y="2070437"/>
              <a:ext cx="527436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1775" indent="-231775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 广播包含 B 的 IP 地址的 ARP 查询</a:t>
              </a:r>
              <a:r>
                <a:rPr lang="en-US" sz="2000" dirty="0"/>
                <a:t/>
              </a:r>
              <a:r>
                <a:rPr lang="en-US" sz="2000" dirty="0" err="1"/>
                <a:t/>
              </a:r>
              <a:endParaRPr lang="en-US" sz="2000" dirty="0"/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目的 MAC 地址 = FF-FF-FF-FF-FF-FF</a:t>
              </a:r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LAN 上所有节点都接收 ARP 查询 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cs typeface="Courier New" panose="02070309020205020404" pitchFamily="49" charset="0"/>
                </a:rPr>
                <a:t>Source MAC:  </a:t>
              </a:r>
              <a:r>
                <a:rPr lang="en-US" sz="1600" dirty="0">
                  <a:solidFill>
                    <a:srgbClr val="000000"/>
                  </a:solidFill>
                </a:rPr>
                <a:t>71-65-F7-2B-08-53</a:t>
              </a:r>
            </a:p>
            <a:p>
              <a:r>
                <a:rPr lang="en-US" sz="1600" dirty="0">
                  <a:cs typeface="Courier New" panose="02070309020205020404" pitchFamily="49" charset="0"/>
                </a:rPr>
                <a:t>Source IP: </a:t>
              </a:r>
              <a:r>
                <a:rPr lang="en-US" sz="1600" dirty="0"/>
                <a:t>137.196.7.23</a:t>
              </a:r>
              <a:r>
                <a:rPr lang="en-US" sz="1600" dirty="0">
                  <a:cs typeface="Courier New" panose="02070309020205020404" pitchFamily="49" charset="0"/>
                </a:rPr>
                <a:t> </a:t>
              </a:r>
            </a:p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2BD21F-B726-4F40-9D4F-27BF9ABCB338}"/>
              </a:ext>
            </a:extLst>
          </p:cNvPr>
          <p:cNvGrpSpPr/>
          <p:nvPr/>
        </p:nvGrpSpPr>
        <p:grpSpPr>
          <a:xfrm>
            <a:off x="5367131" y="3596877"/>
            <a:ext cx="2849218" cy="2007707"/>
            <a:chOff x="437322" y="4803913"/>
            <a:chExt cx="2849218" cy="2007707"/>
          </a:xfrm>
        </p:grpSpPr>
        <p:sp>
          <p:nvSpPr>
            <p:cNvPr id="102" name="Right Arrow 101">
              <a:extLst>
                <a:ext uri="{FF2B5EF4-FFF2-40B4-BE49-F238E27FC236}">
                  <a16:creationId xmlns:a16="http://schemas.microsoft.com/office/drawing/2014/main" id="{F6B69C75-3517-234C-9022-322822C8ECE4}"/>
                </a:ext>
              </a:extLst>
            </p:cNvPr>
            <p:cNvSpPr/>
            <p:nvPr/>
          </p:nvSpPr>
          <p:spPr>
            <a:xfrm rot="5400000">
              <a:off x="1335154" y="6172202"/>
              <a:ext cx="1073429" cy="205408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ight Arrow 100">
              <a:extLst>
                <a:ext uri="{FF2B5EF4-FFF2-40B4-BE49-F238E27FC236}">
                  <a16:creationId xmlns:a16="http://schemas.microsoft.com/office/drawing/2014/main" id="{E2103C84-F9BB-754A-8DB4-9EED1407A0E5}"/>
                </a:ext>
              </a:extLst>
            </p:cNvPr>
            <p:cNvSpPr/>
            <p:nvPr/>
          </p:nvSpPr>
          <p:spPr>
            <a:xfrm rot="16200000">
              <a:off x="1408044" y="5105399"/>
              <a:ext cx="775252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>
              <a:off x="437322" y="5499652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7255" y="5177985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9DD04DE-490A-BF4D-A7E2-3A174C7DB200}"/>
              </a:ext>
            </a:extLst>
          </p:cNvPr>
          <p:cNvGrpSpPr/>
          <p:nvPr/>
        </p:nvGrpSpPr>
        <p:grpSpPr>
          <a:xfrm>
            <a:off x="5817705" y="4121995"/>
            <a:ext cx="410817" cy="461665"/>
            <a:chOff x="2292626" y="5618921"/>
            <a:chExt cx="410817" cy="4616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6289879-A092-1D48-94AB-CCE5CC88B4FF}"/>
                </a:ext>
              </a:extLst>
            </p:cNvPr>
            <p:cNvSpPr/>
            <p:nvPr/>
          </p:nvSpPr>
          <p:spPr>
            <a:xfrm>
              <a:off x="2292626" y="5645426"/>
              <a:ext cx="410817" cy="41081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F7794D-4F3F-5742-9DD7-7030CC3F326A}"/>
                </a:ext>
              </a:extLst>
            </p:cNvPr>
            <p:cNvSpPr txBox="1"/>
            <p:nvPr/>
          </p:nvSpPr>
          <p:spPr>
            <a:xfrm>
              <a:off x="2319130" y="5618921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623617" y="2453566"/>
            <a:ext cx="39852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Ethernet 帧（发送到 FF-FF-FF-FF-FF-FF）</a:t>
            </a:r>
            <a:r>
              <a:rPr lang="en-US" sz="1600" dirty="0"/>
              <a:t/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163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11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协议运行过程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 中的 ARP 表</a:t>
                </a:r>
                <a:r>
                  <a:rPr lang="en-US" dirty="0">
                    <a:solidFill>
                      <a:srgbClr val="0000A8"/>
                    </a:solidFill>
                  </a:rPr>
                  <a:t/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地址</a:t>
                </a:r>
                <a:r>
                  <a:rPr lang="en-US" dirty="0" err="1"/>
                  <a:t/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地址</a:t>
                </a:r>
                <a:r>
                  <a:rPr lang="en-US" dirty="0" err="1"/>
                  <a:t/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618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示例：A 想向 B 发送数据报</a:t>
            </a:r>
          </a:p>
          <a:p>
            <a:pPr marL="352425" lvl="1" indent="-234950">
              <a:defRPr/>
            </a:pPr>
            <a:r>
              <a:rPr lang="en-US" sz="2000" dirty="0"/>
              <a:t>B 的 MAC 地址不在 A 的 ARP 表中，因此 A 使用 ARP 查找 B 的 MAC 地址</a:t>
            </a:r>
            <a:r>
              <a:rPr lang="ja-JP" altLang="en-US" sz="2000"/>
              <a:t/>
            </a:r>
            <a:r>
              <a:rPr lang="en-US" sz="2000" dirty="0"/>
              <a:t/>
            </a:r>
            <a:r>
              <a:rPr lang="en-US" altLang="ja-JP" sz="2000" dirty="0"/>
              <a:t/>
            </a:r>
            <a:r>
              <a:rPr lang="en-US" sz="2000" dirty="0"/>
              <a:t/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7730987" y="5422150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B 用 ARP 响应回复 A，给出自己的 MAC 地址</a:t>
              </a:r>
              <a:r>
                <a:rPr lang="en-US" sz="2000" dirty="0"/>
                <a:t/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600" dirty="0"/>
                <a:t>目标 MAC 地址： </a:t>
              </a:r>
              <a:endParaRPr lang="en-US" sz="1400" dirty="0"/>
            </a:p>
            <a:p>
              <a:r>
                <a:rPr lang="en-US" sz="1600" dirty="0">
                  <a:solidFill>
                    <a:srgbClr val="000000"/>
                  </a:solidFill>
                </a:rPr>
                <a:t>                    58-23-D7-FA-20-B0</a:t>
              </a:r>
              <a:endParaRPr lang="en-US" sz="1600" dirty="0"/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2849218" cy="741718"/>
            <a:chOff x="5367131" y="3866019"/>
            <a:chExt cx="2849218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6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DD04DE-490A-BF4D-A7E2-3A174C7DB200}"/>
                </a:ext>
              </a:extLst>
            </p:cNvPr>
            <p:cNvGrpSpPr/>
            <p:nvPr/>
          </p:nvGrpSpPr>
          <p:grpSpPr>
            <a:xfrm>
              <a:off x="7434470" y="4043570"/>
              <a:ext cx="410817" cy="461665"/>
              <a:chOff x="2292626" y="5618921"/>
              <a:chExt cx="410817" cy="461665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6289879-A092-1D48-94AB-CCE5CC88B4FF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6F7794D-4F3F-5742-9DD7-7030CC3F326A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901911" y="2228279"/>
            <a:ext cx="2951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ARP 报文放入 Ethernet 帧（发送到 71-65-F7-2B-08-53）</a:t>
            </a:r>
            <a:r>
              <a:rPr lang="en-US" sz="1600" dirty="0">
                <a:solidFill>
                  <a:srgbClr val="000000"/>
                </a:solidFill>
              </a:rPr>
              <a:t/>
            </a:r>
            <a:r>
              <a:rPr lang="en-US" sz="1600" dirty="0"/>
              <a:t/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34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协议运行过程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链路层：6-89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 中的 ARP 表</a:t>
                </a:r>
                <a:r>
                  <a:rPr lang="en-US" dirty="0">
                    <a:solidFill>
                      <a:srgbClr val="0000A8"/>
                    </a:solidFill>
                  </a:rPr>
                  <a:t/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地址</a:t>
                </a:r>
                <a:r>
                  <a:rPr lang="en-US" dirty="0" err="1"/>
                  <a:t/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地址</a:t>
                </a:r>
                <a:r>
                  <a:rPr lang="en-US" dirty="0" err="1"/>
                  <a:t/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469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示例：A 想向 B 发送数据报</a:t>
            </a:r>
          </a:p>
          <a:p>
            <a:pPr marL="352425" lvl="1" indent="-234950">
              <a:defRPr/>
            </a:pPr>
            <a:r>
              <a:rPr lang="en-US" sz="2000" dirty="0"/>
              <a:t>B 的 MAC 地址不在 A 的 ARP 表中，因此 A 使用 ARP 查找 B 的 MAC 地址</a:t>
            </a:r>
            <a:r>
              <a:rPr lang="ja-JP" altLang="en-US" sz="2000"/>
              <a:t/>
            </a:r>
            <a:r>
              <a:rPr lang="en-US" sz="2000" dirty="0"/>
              <a:t/>
            </a:r>
            <a:r>
              <a:rPr lang="en-US" altLang="ja-JP" sz="2000" dirty="0"/>
              <a:t/>
            </a:r>
            <a:r>
              <a:rPr lang="en-US" sz="2000" dirty="0"/>
              <a:t/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1144656" y="5342636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 收到 B 的回复，将 B 的表项加入本地 ARP 表</a:t>
              </a:r>
              <a:r>
                <a:rPr lang="en-US" sz="2000" dirty="0"/>
                <a:t/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3</a:t>
                </a: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1637539" cy="741718"/>
            <a:chOff x="5367131" y="3866019"/>
            <a:chExt cx="1637539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5"/>
              <a:ext cx="1060173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5F39055-4138-5345-8C30-F70330025618}"/>
              </a:ext>
            </a:extLst>
          </p:cNvPr>
          <p:cNvGrpSpPr/>
          <p:nvPr/>
        </p:nvGrpSpPr>
        <p:grpSpPr>
          <a:xfrm>
            <a:off x="1217886" y="3923211"/>
            <a:ext cx="3224987" cy="523220"/>
            <a:chOff x="1217886" y="3818281"/>
            <a:chExt cx="3224987" cy="523220"/>
          </a:xfrm>
        </p:grpSpPr>
        <p:sp>
          <p:nvSpPr>
            <p:cNvPr id="73" name="Text Box 36">
              <a:extLst>
                <a:ext uri="{FF2B5EF4-FFF2-40B4-BE49-F238E27FC236}">
                  <a16:creationId xmlns:a16="http://schemas.microsoft.com/office/drawing/2014/main" id="{1DADF13F-2D2F-5443-842A-4A233EAD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886" y="3818281"/>
              <a:ext cx="88036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Arial" charset="0"/>
                  <a:cs typeface="+mn-cs"/>
                </a:rPr>
                <a:t>137.196.</a:t>
              </a:r>
            </a:p>
            <a:p>
              <a:pPr>
                <a:defRPr/>
              </a:pPr>
              <a:r>
                <a:rPr lang="en-US" sz="1400" i="0" dirty="0">
                  <a:latin typeface="Arial" charset="0"/>
                </a:rPr>
                <a:t>       </a:t>
              </a:r>
              <a:r>
                <a:rPr lang="en-US" sz="1400" i="0" dirty="0">
                  <a:latin typeface="Arial" charset="0"/>
                  <a:cs typeface="+mn-cs"/>
                </a:rPr>
                <a:t>7.14</a:t>
              </a:r>
            </a:p>
          </p:txBody>
        </p:sp>
        <p:sp>
          <p:nvSpPr>
            <p:cNvPr id="77" name="Text Box 27">
              <a:extLst>
                <a:ext uri="{FF2B5EF4-FFF2-40B4-BE49-F238E27FC236}">
                  <a16:creationId xmlns:a16="http://schemas.microsoft.com/office/drawing/2014/main" id="{82505451-0901-AA46-96C0-FED04AAB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7388" y="3897795"/>
              <a:ext cx="173990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58-23-D7-FA-20-B0</a:t>
              </a: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ED5A362E-E35A-6241-9A98-218C81894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0049" y="3891169"/>
              <a:ext cx="48282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667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路由到另一个子网：寻址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75C8B8F2-44A8-AE4D-95ED-0C45E84A2CCD}"/>
              </a:ext>
            </a:extLst>
          </p:cNvPr>
          <p:cNvSpPr txBox="1">
            <a:spLocks noChangeArrowheads="1"/>
          </p:cNvSpPr>
          <p:nvPr/>
        </p:nvSpPr>
        <p:spPr>
          <a:xfrm>
            <a:off x="935519" y="1322317"/>
            <a:ext cx="10831760" cy="11960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dirty="0"/>
              <a:t>过程演示：经由 R 从 A 向 B 发送数据报</a:t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i="1" dirty="0">
                <a:solidFill>
                  <a:srgbClr val="CC0000"/>
                </a:solidFill>
              </a:rPr>
              <a:t/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i="1" dirty="0">
                <a:solidFill>
                  <a:srgbClr val="CC0000"/>
                </a:solidFill>
              </a:rPr>
              <a:t/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i="1" dirty="0">
                <a:solidFill>
                  <a:srgbClr val="CC0000"/>
                </a:solidFill>
              </a:rPr>
              <a:t/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重点关注寻址——在 IP（数据报）和 MAC 层（帧）层面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71633948-5785-5849-859F-87310A692F23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 Box 4">
            <a:extLst>
              <a:ext uri="{FF2B5EF4-FFF2-40B4-BE49-F238E27FC236}">
                <a16:creationId xmlns:a16="http://schemas.microsoft.com/office/drawing/2014/main" id="{7AA3B0EC-8E9C-EA40-807D-C0DCADFC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227" name="Freeform 39">
            <a:extLst>
              <a:ext uri="{FF2B5EF4-FFF2-40B4-BE49-F238E27FC236}">
                <a16:creationId xmlns:a16="http://schemas.microsoft.com/office/drawing/2014/main" id="{877FF5E7-E20D-C343-A6A6-C03781D86E63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8" name="Line 40">
            <a:extLst>
              <a:ext uri="{FF2B5EF4-FFF2-40B4-BE49-F238E27FC236}">
                <a16:creationId xmlns:a16="http://schemas.microsoft.com/office/drawing/2014/main" id="{F783F2B5-328E-0E4F-B70F-C2AE78E3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29" name="Line 41">
            <a:extLst>
              <a:ext uri="{FF2B5EF4-FFF2-40B4-BE49-F238E27FC236}">
                <a16:creationId xmlns:a16="http://schemas.microsoft.com/office/drawing/2014/main" id="{C060EFA7-8C6E-3D40-B474-D7EA7BAB1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34" name="Text Box 58">
            <a:extLst>
              <a:ext uri="{FF2B5EF4-FFF2-40B4-BE49-F238E27FC236}">
                <a16:creationId xmlns:a16="http://schemas.microsoft.com/office/drawing/2014/main" id="{DB5EE02A-B01A-5E4C-B702-F6EBFE46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sp>
        <p:nvSpPr>
          <p:cNvPr id="236" name="Line 67">
            <a:extLst>
              <a:ext uri="{FF2B5EF4-FFF2-40B4-BE49-F238E27FC236}">
                <a16:creationId xmlns:a16="http://schemas.microsoft.com/office/drawing/2014/main" id="{C65C148F-06BF-C940-B2DD-A67AC4BE27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39" name="Line 73">
            <a:extLst>
              <a:ext uri="{FF2B5EF4-FFF2-40B4-BE49-F238E27FC236}">
                <a16:creationId xmlns:a16="http://schemas.microsoft.com/office/drawing/2014/main" id="{2E33E508-B8D6-3E44-B5AA-A6A307EEE1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40" name="Freeform 75">
            <a:extLst>
              <a:ext uri="{FF2B5EF4-FFF2-40B4-BE49-F238E27FC236}">
                <a16:creationId xmlns:a16="http://schemas.microsoft.com/office/drawing/2014/main" id="{25EB896A-E2EC-F64E-82DF-14D4BB8B17FF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1" name="Text Box 76">
            <a:extLst>
              <a:ext uri="{FF2B5EF4-FFF2-40B4-BE49-F238E27FC236}">
                <a16:creationId xmlns:a16="http://schemas.microsoft.com/office/drawing/2014/main" id="{6209BBA1-3ADB-DD4E-98BA-16778788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1F04776-CE9C-1440-B37F-242C3E190A98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261" name="Rectangle 37">
              <a:extLst>
                <a:ext uri="{FF2B5EF4-FFF2-40B4-BE49-F238E27FC236}">
                  <a16:creationId xmlns:a16="http://schemas.microsoft.com/office/drawing/2014/main" id="{7820489A-5549-C442-BF3C-BC1AC11B6F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262" name="Rectangle 37">
              <a:extLst>
                <a:ext uri="{FF2B5EF4-FFF2-40B4-BE49-F238E27FC236}">
                  <a16:creationId xmlns:a16="http://schemas.microsoft.com/office/drawing/2014/main" id="{9AF76EFA-4C5B-674E-BA86-9C05702BA8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84D12D1B-CACD-6E4B-9C38-D2F459245889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16FB099F-FBEA-9F48-8EAA-5BCE487321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13DBFA26-F015-2547-A930-D01540DA83C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BD83E9A-6CBF-3D4E-8F2F-EA68EE4D37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24B4E4B6-6B7A-4A4B-A9EB-9BA919CAA3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8A579144-F431-924D-BEDF-34C91BDD544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60A07585-2E49-1643-B16B-023093CA68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9C7FFFB-540E-F04A-8756-DC9317FA9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3" name="Rectangle 37">
            <a:extLst>
              <a:ext uri="{FF2B5EF4-FFF2-40B4-BE49-F238E27FC236}">
                <a16:creationId xmlns:a16="http://schemas.microsoft.com/office/drawing/2014/main" id="{2049FC20-01F9-A342-8ED2-71DDD4E2422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4" name="Group 49">
            <a:extLst>
              <a:ext uri="{FF2B5EF4-FFF2-40B4-BE49-F238E27FC236}">
                <a16:creationId xmlns:a16="http://schemas.microsoft.com/office/drawing/2014/main" id="{0C6B5E2D-47E0-304A-802F-B33BA23951DC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259" name="Picture 50" descr="desktop_computer_stylized_medium">
              <a:extLst>
                <a:ext uri="{FF2B5EF4-FFF2-40B4-BE49-F238E27FC236}">
                  <a16:creationId xmlns:a16="http://schemas.microsoft.com/office/drawing/2014/main" id="{6C7B4EA6-CCA8-D147-AFAA-5DA13E6B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48DE1DAA-CF8A-A24A-8DD9-85EF022FE8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45" name="Rectangle 37">
            <a:extLst>
              <a:ext uri="{FF2B5EF4-FFF2-40B4-BE49-F238E27FC236}">
                <a16:creationId xmlns:a16="http://schemas.microsoft.com/office/drawing/2014/main" id="{1976AEED-D3C4-4C40-B836-5E4352A361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6" name="Group 49">
            <a:extLst>
              <a:ext uri="{FF2B5EF4-FFF2-40B4-BE49-F238E27FC236}">
                <a16:creationId xmlns:a16="http://schemas.microsoft.com/office/drawing/2014/main" id="{CA4E329E-B85D-034A-AD4E-3AA827B8BDBB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257" name="Picture 50" descr="desktop_computer_stylized_medium">
              <a:extLst>
                <a:ext uri="{FF2B5EF4-FFF2-40B4-BE49-F238E27FC236}">
                  <a16:creationId xmlns:a16="http://schemas.microsoft.com/office/drawing/2014/main" id="{1DF9E5DC-786D-6C49-ADDC-C953FEFE6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" name="Freeform 51">
              <a:extLst>
                <a:ext uri="{FF2B5EF4-FFF2-40B4-BE49-F238E27FC236}">
                  <a16:creationId xmlns:a16="http://schemas.microsoft.com/office/drawing/2014/main" id="{23D41A9D-8697-4D4D-8D16-A98A093EA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247" name="Rectangle 37">
            <a:extLst>
              <a:ext uri="{FF2B5EF4-FFF2-40B4-BE49-F238E27FC236}">
                <a16:creationId xmlns:a16="http://schemas.microsoft.com/office/drawing/2014/main" id="{921F645F-8A94-2445-84B8-38720AF020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248" name="Rectangle 37">
            <a:extLst>
              <a:ext uri="{FF2B5EF4-FFF2-40B4-BE49-F238E27FC236}">
                <a16:creationId xmlns:a16="http://schemas.microsoft.com/office/drawing/2014/main" id="{7E4E6975-B2CA-7444-B862-F4B4940509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9" name="Group 44">
            <a:extLst>
              <a:ext uri="{FF2B5EF4-FFF2-40B4-BE49-F238E27FC236}">
                <a16:creationId xmlns:a16="http://schemas.microsoft.com/office/drawing/2014/main" id="{0E421EA6-E430-A84D-86CE-88CE29472188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255" name="Picture 45" descr="desktop_computer_stylized_medium">
              <a:extLst>
                <a:ext uri="{FF2B5EF4-FFF2-40B4-BE49-F238E27FC236}">
                  <a16:creationId xmlns:a16="http://schemas.microsoft.com/office/drawing/2014/main" id="{0CFB0548-75C3-B541-8DF5-553BDA442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" name="Freeform 46">
              <a:extLst>
                <a:ext uri="{FF2B5EF4-FFF2-40B4-BE49-F238E27FC236}">
                  <a16:creationId xmlns:a16="http://schemas.microsoft.com/office/drawing/2014/main" id="{A0094AEB-3AFF-0940-8C77-D29712E481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50" name="Group 44">
            <a:extLst>
              <a:ext uri="{FF2B5EF4-FFF2-40B4-BE49-F238E27FC236}">
                <a16:creationId xmlns:a16="http://schemas.microsoft.com/office/drawing/2014/main" id="{BCF5D40A-A74B-274B-8ADA-55B66CD5DBFC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253" name="Picture 45" descr="desktop_computer_stylized_medium">
              <a:extLst>
                <a:ext uri="{FF2B5EF4-FFF2-40B4-BE49-F238E27FC236}">
                  <a16:creationId xmlns:a16="http://schemas.microsoft.com/office/drawing/2014/main" id="{771731DD-0069-DA47-95DF-85CE9F491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0818206B-A68C-604B-A676-494044A074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6ACCC7A-2790-4042-9C87-704C4398F4FC}"/>
              </a:ext>
            </a:extLst>
          </p:cNvPr>
          <p:cNvGrpSpPr/>
          <p:nvPr/>
        </p:nvGrpSpPr>
        <p:grpSpPr>
          <a:xfrm>
            <a:off x="1799535" y="4860508"/>
            <a:ext cx="8432226" cy="1763135"/>
            <a:chOff x="1799535" y="4860508"/>
            <a:chExt cx="8432226" cy="1763135"/>
          </a:xfrm>
        </p:grpSpPr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B5C784D-B8E9-0242-B1BF-5469854FD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221" name="Text Box 22">
              <a:extLst>
                <a:ext uri="{FF2B5EF4-FFF2-40B4-BE49-F238E27FC236}">
                  <a16:creationId xmlns:a16="http://schemas.microsoft.com/office/drawing/2014/main" id="{C464F240-6EA6-E645-AE35-1132527B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222" name="Group 23">
              <a:extLst>
                <a:ext uri="{FF2B5EF4-FFF2-40B4-BE49-F238E27FC236}">
                  <a16:creationId xmlns:a16="http://schemas.microsoft.com/office/drawing/2014/main" id="{718D171D-585A-DA4B-8722-1465B928B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273" name="Text Box 24">
                <a:extLst>
                  <a:ext uri="{FF2B5EF4-FFF2-40B4-BE49-F238E27FC236}">
                    <a16:creationId xmlns:a16="http://schemas.microsoft.com/office/drawing/2014/main" id="{6074A99D-1DA4-3A42-9396-9E51D4D7D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274" name="Text Box 25">
                <a:extLst>
                  <a:ext uri="{FF2B5EF4-FFF2-40B4-BE49-F238E27FC236}">
                    <a16:creationId xmlns:a16="http://schemas.microsoft.com/office/drawing/2014/main" id="{7F04AB82-B2F9-5040-9BD7-B58343D5B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223" name="Text Box 26">
              <a:extLst>
                <a:ext uri="{FF2B5EF4-FFF2-40B4-BE49-F238E27FC236}">
                  <a16:creationId xmlns:a16="http://schemas.microsoft.com/office/drawing/2014/main" id="{345706BC-EE35-E948-B847-B9C8F402B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224" name="Text Box 27">
              <a:extLst>
                <a:ext uri="{FF2B5EF4-FFF2-40B4-BE49-F238E27FC236}">
                  <a16:creationId xmlns:a16="http://schemas.microsoft.com/office/drawing/2014/main" id="{C6892711-5B00-1B44-A3A1-ED7D7A05C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225" name="Text Box 30">
              <a:extLst>
                <a:ext uri="{FF2B5EF4-FFF2-40B4-BE49-F238E27FC236}">
                  <a16:creationId xmlns:a16="http://schemas.microsoft.com/office/drawing/2014/main" id="{C9755018-30C5-2F48-B77B-D1C5089A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226" name="Text Box 33">
              <a:extLst>
                <a:ext uri="{FF2B5EF4-FFF2-40B4-BE49-F238E27FC236}">
                  <a16:creationId xmlns:a16="http://schemas.microsoft.com/office/drawing/2014/main" id="{F8059422-13FC-B849-B3BE-4C2D1B54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230" name="Line 44">
              <a:extLst>
                <a:ext uri="{FF2B5EF4-FFF2-40B4-BE49-F238E27FC236}">
                  <a16:creationId xmlns:a16="http://schemas.microsoft.com/office/drawing/2014/main" id="{5FF08ADC-A615-AA4F-988F-06E9F2E02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1" name="Line 45">
              <a:extLst>
                <a:ext uri="{FF2B5EF4-FFF2-40B4-BE49-F238E27FC236}">
                  <a16:creationId xmlns:a16="http://schemas.microsoft.com/office/drawing/2014/main" id="{C98C8486-5AB7-664F-9D85-3DD76A362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32" name="Line 46">
              <a:extLst>
                <a:ext uri="{FF2B5EF4-FFF2-40B4-BE49-F238E27FC236}">
                  <a16:creationId xmlns:a16="http://schemas.microsoft.com/office/drawing/2014/main" id="{B1A0EF95-B5D7-6443-84A3-A0E0B1049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3" name="Line 47">
              <a:extLst>
                <a:ext uri="{FF2B5EF4-FFF2-40B4-BE49-F238E27FC236}">
                  <a16:creationId xmlns:a16="http://schemas.microsoft.com/office/drawing/2014/main" id="{4D21BB95-E938-424E-94A6-FA1551CE2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grpSp>
          <p:nvGrpSpPr>
            <p:cNvPr id="235" name="Group 63">
              <a:extLst>
                <a:ext uri="{FF2B5EF4-FFF2-40B4-BE49-F238E27FC236}">
                  <a16:creationId xmlns:a16="http://schemas.microsoft.com/office/drawing/2014/main" id="{022EBB57-7AB3-7C45-9AC9-24B737F13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271" name="Text Box 64">
                <a:extLst>
                  <a:ext uri="{FF2B5EF4-FFF2-40B4-BE49-F238E27FC236}">
                    <a16:creationId xmlns:a16="http://schemas.microsoft.com/office/drawing/2014/main" id="{9C1790DC-D8F5-D148-A191-4095380CC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272" name="Text Box 65">
                <a:extLst>
                  <a:ext uri="{FF2B5EF4-FFF2-40B4-BE49-F238E27FC236}">
                    <a16:creationId xmlns:a16="http://schemas.microsoft.com/office/drawing/2014/main" id="{B09022AD-3504-8E4C-B2F0-99A5DA41E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237" name="Text Box 71">
              <a:extLst>
                <a:ext uri="{FF2B5EF4-FFF2-40B4-BE49-F238E27FC236}">
                  <a16:creationId xmlns:a16="http://schemas.microsoft.com/office/drawing/2014/main" id="{E34EA307-0F5E-7E4E-9CE6-4AB424039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238" name="Text Box 72">
              <a:extLst>
                <a:ext uri="{FF2B5EF4-FFF2-40B4-BE49-F238E27FC236}">
                  <a16:creationId xmlns:a16="http://schemas.microsoft.com/office/drawing/2014/main" id="{B5B6783C-814C-0B4E-B164-BE3DE87DB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cxnSp>
          <p:nvCxnSpPr>
            <p:cNvPr id="251" name="Straight Arrow Connector 250">
              <a:extLst>
                <a:ext uri="{FF2B5EF4-FFF2-40B4-BE49-F238E27FC236}">
                  <a16:creationId xmlns:a16="http://schemas.microsoft.com/office/drawing/2014/main" id="{64FFBE43-D54F-1248-BB0F-8C6305664255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Arrow Connector 251">
              <a:extLst>
                <a:ext uri="{FF2B5EF4-FFF2-40B4-BE49-F238E27FC236}">
                  <a16:creationId xmlns:a16="http://schemas.microsoft.com/office/drawing/2014/main" id="{AF922730-B346-B540-9CCA-A7D5E3F387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Rectangle 2">
            <a:extLst>
              <a:ext uri="{FF2B5EF4-FFF2-40B4-BE49-F238E27FC236}">
                <a16:creationId xmlns:a16="http://schemas.microsoft.com/office/drawing/2014/main" id="{F2C09E71-12BD-2C45-A9FA-A6A951F6F19C}"/>
              </a:ext>
            </a:extLst>
          </p:cNvPr>
          <p:cNvSpPr txBox="1">
            <a:spLocks noChangeArrowheads="1"/>
          </p:cNvSpPr>
          <p:nvPr/>
        </p:nvSpPr>
        <p:spPr>
          <a:xfrm>
            <a:off x="923027" y="2179255"/>
            <a:ext cx="10196305" cy="15832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假设：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知道 B 的 IP 地址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知道第一跳路由器 R 的 IP 地址（如何知道？）</a:t>
            </a:r>
            <a:r>
              <a:rPr lang="en-US" sz="2400" dirty="0">
                <a:solidFill>
                  <a:srgbClr val="0000A8"/>
                </a:solidFill>
              </a:rPr>
              <a:t/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知道 R 的 MAC 地址（如何知道？）</a:t>
            </a:r>
            <a:r>
              <a:rPr lang="en-US" sz="2400" dirty="0">
                <a:solidFill>
                  <a:srgbClr val="0000A8"/>
                </a:solidFill>
              </a:rPr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1300262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路由到另一个子网：寻址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AutoShape 153">
            <a:extLst>
              <a:ext uri="{FF2B5EF4-FFF2-40B4-BE49-F238E27FC236}">
                <a16:creationId xmlns:a16="http://schemas.microsoft.com/office/drawing/2014/main" id="{C1DEC24C-BFB2-6B4F-BA81-EEC3A6A9C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82" y="340415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151">
            <a:extLst>
              <a:ext uri="{FF2B5EF4-FFF2-40B4-BE49-F238E27FC236}">
                <a16:creationId xmlns:a16="http://schemas.microsoft.com/office/drawing/2014/main" id="{B486901D-4BFD-A447-BC3C-D5DADB46F879}"/>
              </a:ext>
            </a:extLst>
          </p:cNvPr>
          <p:cNvGrpSpPr>
            <a:grpSpLocks/>
          </p:cNvGrpSpPr>
          <p:nvPr/>
        </p:nvGrpSpPr>
        <p:grpSpPr bwMode="auto">
          <a:xfrm>
            <a:off x="3033570" y="2961238"/>
            <a:ext cx="2011362" cy="760412"/>
            <a:chOff x="1197" y="1665"/>
            <a:chExt cx="1267" cy="479"/>
          </a:xfrm>
        </p:grpSpPr>
        <p:grpSp>
          <p:nvGrpSpPr>
            <p:cNvPr id="191" name="Group 150">
              <a:extLst>
                <a:ext uri="{FF2B5EF4-FFF2-40B4-BE49-F238E27FC236}">
                  <a16:creationId xmlns:a16="http://schemas.microsoft.com/office/drawing/2014/main" id="{DB9AC85E-9F88-E44B-86D1-FA4DC8294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193" name="Rectangle 123">
                <a:extLst>
                  <a:ext uri="{FF2B5EF4-FFF2-40B4-BE49-F238E27FC236}">
                    <a16:creationId xmlns:a16="http://schemas.microsoft.com/office/drawing/2014/main" id="{82C7BD2C-0748-4943-8169-C0860563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Line 124">
                <a:extLst>
                  <a:ext uri="{FF2B5EF4-FFF2-40B4-BE49-F238E27FC236}">
                    <a16:creationId xmlns:a16="http://schemas.microsoft.com/office/drawing/2014/main" id="{CEC87B94-6EC9-8B4B-B829-61592882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125">
                <a:extLst>
                  <a:ext uri="{FF2B5EF4-FFF2-40B4-BE49-F238E27FC236}">
                    <a16:creationId xmlns:a16="http://schemas.microsoft.com/office/drawing/2014/main" id="{0397BBAB-8DE8-C34D-93BF-78BBA0802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2" name="Text Box 126">
              <a:extLst>
                <a:ext uri="{FF2B5EF4-FFF2-40B4-BE49-F238E27FC236}">
                  <a16:creationId xmlns:a16="http://schemas.microsoft.com/office/drawing/2014/main" id="{3CF80CC5-5CA2-3F49-8AE1-D6488278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196" name="Group 141">
            <a:extLst>
              <a:ext uri="{FF2B5EF4-FFF2-40B4-BE49-F238E27FC236}">
                <a16:creationId xmlns:a16="http://schemas.microsoft.com/office/drawing/2014/main" id="{43D6CC11-6A15-DA4D-A6B4-3A498BA39B16}"/>
              </a:ext>
            </a:extLst>
          </p:cNvPr>
          <p:cNvGrpSpPr>
            <a:grpSpLocks/>
          </p:cNvGrpSpPr>
          <p:nvPr/>
        </p:nvGrpSpPr>
        <p:grpSpPr bwMode="auto">
          <a:xfrm>
            <a:off x="3166920" y="3221588"/>
            <a:ext cx="146050" cy="385762"/>
            <a:chOff x="1272" y="1762"/>
            <a:chExt cx="92" cy="243"/>
          </a:xfrm>
        </p:grpSpPr>
        <p:sp>
          <p:nvSpPr>
            <p:cNvPr id="197" name="Line 127">
              <a:extLst>
                <a:ext uri="{FF2B5EF4-FFF2-40B4-BE49-F238E27FC236}">
                  <a16:creationId xmlns:a16="http://schemas.microsoft.com/office/drawing/2014/main" id="{CFF4232C-6C8D-CA46-B8DF-55A6B990E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Line 128">
              <a:extLst>
                <a:ext uri="{FF2B5EF4-FFF2-40B4-BE49-F238E27FC236}">
                  <a16:creationId xmlns:a16="http://schemas.microsoft.com/office/drawing/2014/main" id="{0FC90CB0-074D-124C-8085-60D0348E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43">
            <a:extLst>
              <a:ext uri="{FF2B5EF4-FFF2-40B4-BE49-F238E27FC236}">
                <a16:creationId xmlns:a16="http://schemas.microsoft.com/office/drawing/2014/main" id="{F8580D94-0394-A442-8CB6-1546E5F04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776" y="1283045"/>
            <a:ext cx="10769945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创建源 IP 为 A、目的 IP 为 B 的 IP 数据报 </a:t>
            </a:r>
          </a:p>
        </p:txBody>
      </p:sp>
      <p:sp>
        <p:nvSpPr>
          <p:cNvPr id="200" name="Rectangle 144">
            <a:extLst>
              <a:ext uri="{FF2B5EF4-FFF2-40B4-BE49-F238E27FC236}">
                <a16:creationId xmlns:a16="http://schemas.microsoft.com/office/drawing/2014/main" id="{093EF9D2-90C4-4246-A4CE-501547C45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476" y="1672614"/>
            <a:ext cx="10200653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创建包含 A 到 B 的 IP 数据报的链路层帧</a:t>
            </a:r>
          </a:p>
          <a:p>
            <a:pPr marL="574675" lvl="1" indent="-231775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 R 的 MAC 地址是帧的目的地址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  <a:endParaRPr lang="en-US" sz="32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01" name="Group 152">
            <a:extLst>
              <a:ext uri="{FF2B5EF4-FFF2-40B4-BE49-F238E27FC236}">
                <a16:creationId xmlns:a16="http://schemas.microsoft.com/office/drawing/2014/main" id="{30393C52-80B1-B34B-82FD-6D6AFC8693EE}"/>
              </a:ext>
            </a:extLst>
          </p:cNvPr>
          <p:cNvGrpSpPr>
            <a:grpSpLocks/>
          </p:cNvGrpSpPr>
          <p:nvPr/>
        </p:nvGrpSpPr>
        <p:grpSpPr bwMode="auto">
          <a:xfrm>
            <a:off x="2617645" y="2562775"/>
            <a:ext cx="2443162" cy="1519238"/>
            <a:chOff x="931" y="1414"/>
            <a:chExt cx="1539" cy="957"/>
          </a:xfrm>
        </p:grpSpPr>
        <p:sp>
          <p:nvSpPr>
            <p:cNvPr id="202" name="Text Box 135">
              <a:extLst>
                <a:ext uri="{FF2B5EF4-FFF2-40B4-BE49-F238E27FC236}">
                  <a16:creationId xmlns:a16="http://schemas.microsoft.com/office/drawing/2014/main" id="{374D8384-205B-1346-973B-C4A7A0B52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E6-E9-00-17-BB-4B</a:t>
              </a:r>
            </a:p>
          </p:txBody>
        </p:sp>
        <p:grpSp>
          <p:nvGrpSpPr>
            <p:cNvPr id="203" name="Group 145">
              <a:extLst>
                <a:ext uri="{FF2B5EF4-FFF2-40B4-BE49-F238E27FC236}">
                  <a16:creationId xmlns:a16="http://schemas.microsoft.com/office/drawing/2014/main" id="{324C4549-7D5D-384F-879F-F56865A6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08" name="Rectangle 138">
                <a:extLst>
                  <a:ext uri="{FF2B5EF4-FFF2-40B4-BE49-F238E27FC236}">
                    <a16:creationId xmlns:a16="http://schemas.microsoft.com/office/drawing/2014/main" id="{792B456E-98EA-6B4A-876C-B0AFF8E18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Rectangle 132">
                <a:extLst>
                  <a:ext uri="{FF2B5EF4-FFF2-40B4-BE49-F238E27FC236}">
                    <a16:creationId xmlns:a16="http://schemas.microsoft.com/office/drawing/2014/main" id="{1508FFC8-F29B-B547-818C-4E76AD80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133">
                <a:extLst>
                  <a:ext uri="{FF2B5EF4-FFF2-40B4-BE49-F238E27FC236}">
                    <a16:creationId xmlns:a16="http://schemas.microsoft.com/office/drawing/2014/main" id="{9D7FBAE4-C7D6-034D-9F66-0E702A18B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134">
                <a:extLst>
                  <a:ext uri="{FF2B5EF4-FFF2-40B4-BE49-F238E27FC236}">
                    <a16:creationId xmlns:a16="http://schemas.microsoft.com/office/drawing/2014/main" id="{9A8B4FC8-4A21-FC48-8F5C-42315337A0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139">
                <a:extLst>
                  <a:ext uri="{FF2B5EF4-FFF2-40B4-BE49-F238E27FC236}">
                    <a16:creationId xmlns:a16="http://schemas.microsoft.com/office/drawing/2014/main" id="{1BD450FA-6D95-6745-8EF4-368B3B851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140">
                <a:extLst>
                  <a:ext uri="{FF2B5EF4-FFF2-40B4-BE49-F238E27FC236}">
                    <a16:creationId xmlns:a16="http://schemas.microsoft.com/office/drawing/2014/main" id="{0D4EB437-69D7-4C47-A77B-9756687B8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04" name="Line 146">
              <a:extLst>
                <a:ext uri="{FF2B5EF4-FFF2-40B4-BE49-F238E27FC236}">
                  <a16:creationId xmlns:a16="http://schemas.microsoft.com/office/drawing/2014/main" id="{39B1C57E-A0B3-D648-A52F-CE4868DF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5" name="Line 147">
              <a:extLst>
                <a:ext uri="{FF2B5EF4-FFF2-40B4-BE49-F238E27FC236}">
                  <a16:creationId xmlns:a16="http://schemas.microsoft.com/office/drawing/2014/main" id="{5B09FD8B-0878-5849-9CD0-9079BE5A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6" name="Line 148">
              <a:extLst>
                <a:ext uri="{FF2B5EF4-FFF2-40B4-BE49-F238E27FC236}">
                  <a16:creationId xmlns:a16="http://schemas.microsoft.com/office/drawing/2014/main" id="{F9CDF104-5CA2-3D47-B4A6-1BF38DE2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7" name="Line 149">
              <a:extLst>
                <a:ext uri="{FF2B5EF4-FFF2-40B4-BE49-F238E27FC236}">
                  <a16:creationId xmlns:a16="http://schemas.microsoft.com/office/drawing/2014/main" id="{FA91BD8F-96F1-D84D-B88C-4AD05CA4A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67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99" grpId="0"/>
      <p:bldP spid="200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路由到另一个子网：寻址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" name="Rectangle 76">
            <a:extLst>
              <a:ext uri="{FF2B5EF4-FFF2-40B4-BE49-F238E27FC236}">
                <a16:creationId xmlns:a16="http://schemas.microsoft.com/office/drawing/2014/main" id="{0C39CCFA-046E-A446-84EF-1BEA3B8C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283" y="1283047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帧从 A 发送到 R</a:t>
            </a:r>
          </a:p>
        </p:txBody>
      </p:sp>
      <p:grpSp>
        <p:nvGrpSpPr>
          <p:cNvPr id="217" name="Group 100">
            <a:extLst>
              <a:ext uri="{FF2B5EF4-FFF2-40B4-BE49-F238E27FC236}">
                <a16:creationId xmlns:a16="http://schemas.microsoft.com/office/drawing/2014/main" id="{26593A8D-E362-224D-9E7E-B61DB7194FD2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218" name="Freeform 93">
              <a:extLst>
                <a:ext uri="{FF2B5EF4-FFF2-40B4-BE49-F238E27FC236}">
                  <a16:creationId xmlns:a16="http://schemas.microsoft.com/office/drawing/2014/main" id="{42C52F5E-B581-5146-A523-9B4DBBF2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Rectangle 94">
              <a:extLst>
                <a:ext uri="{FF2B5EF4-FFF2-40B4-BE49-F238E27FC236}">
                  <a16:creationId xmlns:a16="http://schemas.microsoft.com/office/drawing/2014/main" id="{1FCD4D83-89D6-3841-86ED-D90DD589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Text Box 95">
              <a:extLst>
                <a:ext uri="{FF2B5EF4-FFF2-40B4-BE49-F238E27FC236}">
                  <a16:creationId xmlns:a16="http://schemas.microsoft.com/office/drawing/2014/main" id="{AF3AB9C7-326F-214C-B68F-8E9DBB6D3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21" name="Line 98">
              <a:extLst>
                <a:ext uri="{FF2B5EF4-FFF2-40B4-BE49-F238E27FC236}">
                  <a16:creationId xmlns:a16="http://schemas.microsoft.com/office/drawing/2014/main" id="{B4AA6736-B872-464D-8F00-A2300EE0D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Line 99">
              <a:extLst>
                <a:ext uri="{FF2B5EF4-FFF2-40B4-BE49-F238E27FC236}">
                  <a16:creationId xmlns:a16="http://schemas.microsoft.com/office/drawing/2014/main" id="{CB139325-F501-DB43-B9CC-6A6C52C7F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3" name="Rectangle 101">
            <a:extLst>
              <a:ext uri="{FF2B5EF4-FFF2-40B4-BE49-F238E27FC236}">
                <a16:creationId xmlns:a16="http://schemas.microsoft.com/office/drawing/2014/main" id="{8EBFBDEF-AAA3-4340-9162-016BC02BB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206" y="1744664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R 接收该帧，取出数据报并上交给 IP</a:t>
            </a:r>
          </a:p>
        </p:txBody>
      </p:sp>
      <p:grpSp>
        <p:nvGrpSpPr>
          <p:cNvPr id="224" name="Group 131">
            <a:extLst>
              <a:ext uri="{FF2B5EF4-FFF2-40B4-BE49-F238E27FC236}">
                <a16:creationId xmlns:a16="http://schemas.microsoft.com/office/drawing/2014/main" id="{95486488-4C25-234D-AE46-F14C0273A412}"/>
              </a:ext>
            </a:extLst>
          </p:cNvPr>
          <p:cNvGrpSpPr>
            <a:grpSpLocks/>
          </p:cNvGrpSpPr>
          <p:nvPr/>
        </p:nvGrpSpPr>
        <p:grpSpPr bwMode="auto">
          <a:xfrm>
            <a:off x="2617650" y="2562774"/>
            <a:ext cx="2443162" cy="1519238"/>
            <a:chOff x="931" y="1414"/>
            <a:chExt cx="1539" cy="957"/>
          </a:xfrm>
        </p:grpSpPr>
        <p:sp>
          <p:nvSpPr>
            <p:cNvPr id="225" name="Text Box 79">
              <a:extLst>
                <a:ext uri="{FF2B5EF4-FFF2-40B4-BE49-F238E27FC236}">
                  <a16:creationId xmlns:a16="http://schemas.microsoft.com/office/drawing/2014/main" id="{D2216B94-937D-4644-A4B0-B59D607E0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E6-E9-00-17-BB-4B</a:t>
              </a:r>
            </a:p>
          </p:txBody>
        </p:sp>
        <p:grpSp>
          <p:nvGrpSpPr>
            <p:cNvPr id="226" name="Group 80">
              <a:extLst>
                <a:ext uri="{FF2B5EF4-FFF2-40B4-BE49-F238E27FC236}">
                  <a16:creationId xmlns:a16="http://schemas.microsoft.com/office/drawing/2014/main" id="{74FDF8C0-9447-DE41-BACB-360101EE6F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91B41E0A-F429-5E45-AC76-2FCB31FCC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1C3169C4-E630-6A41-9685-666E6C384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CED1F1A7-B695-6E4E-9FA6-5AA85014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08886298-54D3-1A46-8429-10B826D2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F5285889-1D2B-B547-B316-981ED840C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17AB5318-1DFA-814E-B7AA-B0A13DDA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Line 87">
              <a:extLst>
                <a:ext uri="{FF2B5EF4-FFF2-40B4-BE49-F238E27FC236}">
                  <a16:creationId xmlns:a16="http://schemas.microsoft.com/office/drawing/2014/main" id="{D3C56A82-378C-D642-AF1E-FDE10778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8">
              <a:extLst>
                <a:ext uri="{FF2B5EF4-FFF2-40B4-BE49-F238E27FC236}">
                  <a16:creationId xmlns:a16="http://schemas.microsoft.com/office/drawing/2014/main" id="{DFF54215-DE96-B14B-BA21-CC331FD76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9">
              <a:extLst>
                <a:ext uri="{FF2B5EF4-FFF2-40B4-BE49-F238E27FC236}">
                  <a16:creationId xmlns:a16="http://schemas.microsoft.com/office/drawing/2014/main" id="{A24A71FF-A793-E749-AC22-A4A0D350F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90">
              <a:extLst>
                <a:ext uri="{FF2B5EF4-FFF2-40B4-BE49-F238E27FC236}">
                  <a16:creationId xmlns:a16="http://schemas.microsoft.com/office/drawing/2014/main" id="{C1F3029F-74E1-934A-94C0-39E2BE29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Text Box 130">
              <a:extLst>
                <a:ext uri="{FF2B5EF4-FFF2-40B4-BE49-F238E27FC236}">
                  <a16:creationId xmlns:a16="http://schemas.microsoft.com/office/drawing/2014/main" id="{EB155DAE-47C1-D14B-8A96-D36900431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254" name="Group 68">
            <a:extLst>
              <a:ext uri="{FF2B5EF4-FFF2-40B4-BE49-F238E27FC236}">
                <a16:creationId xmlns:a16="http://schemas.microsoft.com/office/drawing/2014/main" id="{1A75D45F-AC9A-1841-96BB-54AD4F3B3AA3}"/>
              </a:ext>
            </a:extLst>
          </p:cNvPr>
          <p:cNvGrpSpPr>
            <a:grpSpLocks/>
          </p:cNvGrpSpPr>
          <p:nvPr/>
        </p:nvGrpSpPr>
        <p:grpSpPr bwMode="auto">
          <a:xfrm>
            <a:off x="4185539" y="3526195"/>
            <a:ext cx="1096962" cy="244475"/>
            <a:chOff x="1231" y="1990"/>
            <a:chExt cx="691" cy="154"/>
          </a:xfrm>
        </p:grpSpPr>
        <p:sp>
          <p:nvSpPr>
            <p:cNvPr id="255" name="Rectangle 69">
              <a:extLst>
                <a:ext uri="{FF2B5EF4-FFF2-40B4-BE49-F238E27FC236}">
                  <a16:creationId xmlns:a16="http://schemas.microsoft.com/office/drawing/2014/main" id="{F9CA10E0-D12F-234C-A388-A4AA3D27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70">
              <a:extLst>
                <a:ext uri="{FF2B5EF4-FFF2-40B4-BE49-F238E27FC236}">
                  <a16:creationId xmlns:a16="http://schemas.microsoft.com/office/drawing/2014/main" id="{F89DE28D-1CB2-694F-BB37-0E108EEA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Line 71">
              <a:extLst>
                <a:ext uri="{FF2B5EF4-FFF2-40B4-BE49-F238E27FC236}">
                  <a16:creationId xmlns:a16="http://schemas.microsoft.com/office/drawing/2014/main" id="{E471EBCA-2760-5D46-BDF2-79AA0D58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8" name="Group 146">
            <a:extLst>
              <a:ext uri="{FF2B5EF4-FFF2-40B4-BE49-F238E27FC236}">
                <a16:creationId xmlns:a16="http://schemas.microsoft.com/office/drawing/2014/main" id="{6236AA8D-2F27-404F-95A3-EBA53FD8D9F3}"/>
              </a:ext>
            </a:extLst>
          </p:cNvPr>
          <p:cNvGrpSpPr>
            <a:grpSpLocks/>
          </p:cNvGrpSpPr>
          <p:nvPr/>
        </p:nvGrpSpPr>
        <p:grpSpPr bwMode="auto">
          <a:xfrm>
            <a:off x="4139501" y="2695932"/>
            <a:ext cx="2011363" cy="979488"/>
            <a:chOff x="4493" y="1480"/>
            <a:chExt cx="1267" cy="617"/>
          </a:xfrm>
        </p:grpSpPr>
        <p:sp>
          <p:nvSpPr>
            <p:cNvPr id="259" name="Line 143">
              <a:extLst>
                <a:ext uri="{FF2B5EF4-FFF2-40B4-BE49-F238E27FC236}">
                  <a16:creationId xmlns:a16="http://schemas.microsoft.com/office/drawing/2014/main" id="{5AC998EC-DB9D-8148-9F1F-2192C496A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144">
              <a:extLst>
                <a:ext uri="{FF2B5EF4-FFF2-40B4-BE49-F238E27FC236}">
                  <a16:creationId xmlns:a16="http://schemas.microsoft.com/office/drawing/2014/main" id="{5CE2DD15-1141-5C45-87A0-DFED66E19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Text Box 145">
              <a:extLst>
                <a:ext uri="{FF2B5EF4-FFF2-40B4-BE49-F238E27FC236}">
                  <a16:creationId xmlns:a16="http://schemas.microsoft.com/office/drawing/2014/main" id="{078DCCF7-88A5-9245-8B08-6E0254E6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704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L -3.75E-6 0.13287 L 0.0405 0.16296 L 0.0849 0.16296 C 0.08451 0.11319 0.08464 0.04792 0.08438 -0.00139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45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路由到另一个子网：寻址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AutoShape 2">
            <a:extLst>
              <a:ext uri="{FF2B5EF4-FFF2-40B4-BE49-F238E27FC236}">
                <a16:creationId xmlns:a16="http://schemas.microsoft.com/office/drawing/2014/main" id="{9B1750D3-DB25-3942-83ED-EDC62E26C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951" y="3383377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17" name="Group 68">
            <a:extLst>
              <a:ext uri="{FF2B5EF4-FFF2-40B4-BE49-F238E27FC236}">
                <a16:creationId xmlns:a16="http://schemas.microsoft.com/office/drawing/2014/main" id="{A2F9C891-FC37-7441-9AFE-1BF07B00CE9A}"/>
              </a:ext>
            </a:extLst>
          </p:cNvPr>
          <p:cNvGrpSpPr>
            <a:grpSpLocks/>
          </p:cNvGrpSpPr>
          <p:nvPr/>
        </p:nvGrpSpPr>
        <p:grpSpPr bwMode="auto">
          <a:xfrm>
            <a:off x="6569213" y="3456402"/>
            <a:ext cx="1096963" cy="244475"/>
            <a:chOff x="1231" y="1990"/>
            <a:chExt cx="691" cy="154"/>
          </a:xfrm>
        </p:grpSpPr>
        <p:sp>
          <p:nvSpPr>
            <p:cNvPr id="219" name="Rectangle 69">
              <a:extLst>
                <a:ext uri="{FF2B5EF4-FFF2-40B4-BE49-F238E27FC236}">
                  <a16:creationId xmlns:a16="http://schemas.microsoft.com/office/drawing/2014/main" id="{ABC7D2F8-BDEC-3A4D-901B-F82A6FF7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70">
              <a:extLst>
                <a:ext uri="{FF2B5EF4-FFF2-40B4-BE49-F238E27FC236}">
                  <a16:creationId xmlns:a16="http://schemas.microsoft.com/office/drawing/2014/main" id="{AEEBCCC1-7FAE-2146-9E61-166421525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Line 71">
              <a:extLst>
                <a:ext uri="{FF2B5EF4-FFF2-40B4-BE49-F238E27FC236}">
                  <a16:creationId xmlns:a16="http://schemas.microsoft.com/office/drawing/2014/main" id="{D75FD9FE-4060-BA43-A7C5-75A49C035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" name="Text Box 72">
            <a:extLst>
              <a:ext uri="{FF2B5EF4-FFF2-40B4-BE49-F238E27FC236}">
                <a16:creationId xmlns:a16="http://schemas.microsoft.com/office/drawing/2014/main" id="{5DDEAD0E-76B7-8043-B2C1-C9DF8A6B2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238" y="2940464"/>
            <a:ext cx="20113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IP src: 111.111.111.111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IP dest: 222.222.222.222</a:t>
            </a:r>
          </a:p>
        </p:txBody>
      </p:sp>
      <p:grpSp>
        <p:nvGrpSpPr>
          <p:cNvPr id="222" name="Group 73">
            <a:extLst>
              <a:ext uri="{FF2B5EF4-FFF2-40B4-BE49-F238E27FC236}">
                <a16:creationId xmlns:a16="http://schemas.microsoft.com/office/drawing/2014/main" id="{D580AA98-14C0-524D-A89D-3790585B59D3}"/>
              </a:ext>
            </a:extLst>
          </p:cNvPr>
          <p:cNvGrpSpPr>
            <a:grpSpLocks/>
          </p:cNvGrpSpPr>
          <p:nvPr/>
        </p:nvGrpSpPr>
        <p:grpSpPr bwMode="auto">
          <a:xfrm>
            <a:off x="6639063" y="3191289"/>
            <a:ext cx="146050" cy="385763"/>
            <a:chOff x="1272" y="1762"/>
            <a:chExt cx="92" cy="243"/>
          </a:xfrm>
        </p:grpSpPr>
        <p:sp>
          <p:nvSpPr>
            <p:cNvPr id="223" name="Line 74">
              <a:extLst>
                <a:ext uri="{FF2B5EF4-FFF2-40B4-BE49-F238E27FC236}">
                  <a16:creationId xmlns:a16="http://schemas.microsoft.com/office/drawing/2014/main" id="{4C748A70-B8F0-294E-9362-22CA5C645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9048F87D-3F66-C248-A9C5-CCD0E73224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5" name="Group 78">
            <a:extLst>
              <a:ext uri="{FF2B5EF4-FFF2-40B4-BE49-F238E27FC236}">
                <a16:creationId xmlns:a16="http://schemas.microsoft.com/office/drawing/2014/main" id="{1261332F-D264-364F-88EB-BFD606F41948}"/>
              </a:ext>
            </a:extLst>
          </p:cNvPr>
          <p:cNvGrpSpPr>
            <a:grpSpLocks/>
          </p:cNvGrpSpPr>
          <p:nvPr/>
        </p:nvGrpSpPr>
        <p:grpSpPr bwMode="auto">
          <a:xfrm>
            <a:off x="6089788" y="2532477"/>
            <a:ext cx="2428876" cy="1519237"/>
            <a:chOff x="931" y="1414"/>
            <a:chExt cx="1530" cy="957"/>
          </a:xfrm>
        </p:grpSpPr>
        <p:sp>
          <p:nvSpPr>
            <p:cNvPr id="226" name="Text Box 79">
              <a:extLst>
                <a:ext uri="{FF2B5EF4-FFF2-40B4-BE49-F238E27FC236}">
                  <a16:creationId xmlns:a16="http://schemas.microsoft.com/office/drawing/2014/main" id="{28E9361B-9039-124A-9DC6-D122A7A2D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1A-23-F9-CD-06-9B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49-BD-D2-C7-56-2A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80">
              <a:extLst>
                <a:ext uri="{FF2B5EF4-FFF2-40B4-BE49-F238E27FC236}">
                  <a16:creationId xmlns:a16="http://schemas.microsoft.com/office/drawing/2014/main" id="{5F78FAD6-835B-074E-B7D5-09F7C0E39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C3C06B5D-372C-AA47-A9A2-8B1419255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F41D6B8B-E033-6742-9F0C-113ECBA9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8BEAB215-C9F8-034E-91D4-A6DDCCCF7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D3243B3D-1034-1F41-B1B4-AA332FBDC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753D2944-83E6-4545-AF25-FEA73A5C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31BF5A48-20D7-BF42-A1EF-C3E489580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8" name="Line 87">
              <a:extLst>
                <a:ext uri="{FF2B5EF4-FFF2-40B4-BE49-F238E27FC236}">
                  <a16:creationId xmlns:a16="http://schemas.microsoft.com/office/drawing/2014/main" id="{C5350C7E-16CE-C341-8351-C1500E39D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8">
              <a:extLst>
                <a:ext uri="{FF2B5EF4-FFF2-40B4-BE49-F238E27FC236}">
                  <a16:creationId xmlns:a16="http://schemas.microsoft.com/office/drawing/2014/main" id="{7383055F-34B4-384A-8524-0E5C772EB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89">
              <a:extLst>
                <a:ext uri="{FF2B5EF4-FFF2-40B4-BE49-F238E27FC236}">
                  <a16:creationId xmlns:a16="http://schemas.microsoft.com/office/drawing/2014/main" id="{681D829B-43B8-1746-8FBA-1B62381E3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Line 90">
              <a:extLst>
                <a:ext uri="{FF2B5EF4-FFF2-40B4-BE49-F238E27FC236}">
                  <a16:creationId xmlns:a16="http://schemas.microsoft.com/office/drawing/2014/main" id="{52C55227-72D6-FC49-8335-2193E937F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52" name="Rectangle 76">
            <a:extLst>
              <a:ext uri="{FF2B5EF4-FFF2-40B4-BE49-F238E27FC236}">
                <a16:creationId xmlns:a16="http://schemas.microsoft.com/office/drawing/2014/main" id="{A9A61F84-DCC9-0442-B3AD-28B3BF3D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确定外出接口，把源 IP 为 A、目的 IP 为 B 的数据报交给链路层 </a:t>
            </a:r>
          </a:p>
        </p:txBody>
      </p:sp>
      <p:sp>
        <p:nvSpPr>
          <p:cNvPr id="253" name="Rectangle 77">
            <a:extLst>
              <a:ext uri="{FF2B5EF4-FFF2-40B4-BE49-F238E27FC236}">
                <a16:creationId xmlns:a16="http://schemas.microsoft.com/office/drawing/2014/main" id="{806738DB-9A7E-A345-80F1-AC4CD01DA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创建包含 A 到 B 的 IP 数据报的链路层帧。帧目的地址：B 的 MAC 地址</a:t>
            </a:r>
            <a:r>
              <a:rPr lang="en-US" sz="2400" dirty="0"/>
              <a:t/>
            </a:r>
            <a:r>
              <a:rPr lang="en-US" sz="2400" i="0" dirty="0">
                <a:cs typeface="+mn-cs"/>
              </a:rPr>
              <a:t/>
            </a:r>
            <a:endParaRPr lang="en-US" sz="3200" i="0" dirty="0">
              <a:cs typeface="+mn-cs"/>
            </a:endParaRPr>
          </a:p>
        </p:txBody>
      </p: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763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5" grpId="1" animBg="1"/>
      <p:bldP spid="252" grpId="0"/>
      <p:bldP spid="253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路由到另一个子网：寻址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7" name="Group 99">
            <a:extLst>
              <a:ext uri="{FF2B5EF4-FFF2-40B4-BE49-F238E27FC236}">
                <a16:creationId xmlns:a16="http://schemas.microsoft.com/office/drawing/2014/main" id="{149E1102-1775-9C40-A82F-CA67E8AC3B7D}"/>
              </a:ext>
            </a:extLst>
          </p:cNvPr>
          <p:cNvGrpSpPr>
            <a:grpSpLocks/>
          </p:cNvGrpSpPr>
          <p:nvPr/>
        </p:nvGrpSpPr>
        <p:grpSpPr bwMode="auto">
          <a:xfrm>
            <a:off x="6089782" y="2530406"/>
            <a:ext cx="2436813" cy="1519237"/>
            <a:chOff x="3018" y="1445"/>
            <a:chExt cx="1535" cy="957"/>
          </a:xfrm>
        </p:grpSpPr>
        <p:grpSp>
          <p:nvGrpSpPr>
            <p:cNvPr id="189" name="Group 61">
              <a:extLst>
                <a:ext uri="{FF2B5EF4-FFF2-40B4-BE49-F238E27FC236}">
                  <a16:creationId xmlns:a16="http://schemas.microsoft.com/office/drawing/2014/main" id="{80947A02-3E38-7744-9D3B-796971D86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6"/>
              <a:ext cx="1267" cy="475"/>
              <a:chOff x="1197" y="1669"/>
              <a:chExt cx="1267" cy="475"/>
            </a:xfrm>
          </p:grpSpPr>
          <p:grpSp>
            <p:nvGrpSpPr>
              <p:cNvPr id="206" name="Group 62">
                <a:extLst>
                  <a:ext uri="{FF2B5EF4-FFF2-40B4-BE49-F238E27FC236}">
                    <a16:creationId xmlns:a16="http://schemas.microsoft.com/office/drawing/2014/main" id="{2C306763-C23D-394C-B9CB-A453BB6212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209" name="Line 64">
                  <a:extLst>
                    <a:ext uri="{FF2B5EF4-FFF2-40B4-BE49-F238E27FC236}">
                      <a16:creationId xmlns:a16="http://schemas.microsoft.com/office/drawing/2014/main" id="{F381FEB3-A7BA-3548-97B5-DF66310001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5">
                  <a:extLst>
                    <a:ext uri="{FF2B5EF4-FFF2-40B4-BE49-F238E27FC236}">
                      <a16:creationId xmlns:a16="http://schemas.microsoft.com/office/drawing/2014/main" id="{48BDFC0F-8101-BE4D-913A-7A1AB9920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07" name="Text Box 66">
                <a:extLst>
                  <a:ext uri="{FF2B5EF4-FFF2-40B4-BE49-F238E27FC236}">
                    <a16:creationId xmlns:a16="http://schemas.microsoft.com/office/drawing/2014/main" id="{115C73F4-7033-6248-9366-1B2132172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grpSp>
          <p:nvGrpSpPr>
            <p:cNvPr id="191" name="Group 72">
              <a:extLst>
                <a:ext uri="{FF2B5EF4-FFF2-40B4-BE49-F238E27FC236}">
                  <a16:creationId xmlns:a16="http://schemas.microsoft.com/office/drawing/2014/main" id="{F55ED3F7-1CC5-5C4A-820C-1DF5F328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192" name="Text Box 73">
                <a:extLst>
                  <a:ext uri="{FF2B5EF4-FFF2-40B4-BE49-F238E27FC236}">
                    <a16:creationId xmlns:a16="http://schemas.microsoft.com/office/drawing/2014/main" id="{5DD14730-A902-F44B-9C3C-51E4CF51F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MAC src: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1A-23-F9-CD-06-9B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MAC dest: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49-BD-D2-C7-56-2A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3" name="Group 74">
                <a:extLst>
                  <a:ext uri="{FF2B5EF4-FFF2-40B4-BE49-F238E27FC236}">
                    <a16:creationId xmlns:a16="http://schemas.microsoft.com/office/drawing/2014/main" id="{E61CC039-B56A-9D4C-AF28-707D673CA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198" name="Rectangle 75">
                  <a:extLst>
                    <a:ext uri="{FF2B5EF4-FFF2-40B4-BE49-F238E27FC236}">
                      <a16:creationId xmlns:a16="http://schemas.microsoft.com/office/drawing/2014/main" id="{9B79D222-9680-2547-8547-368ADC49A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Rectangle 76">
                  <a:extLst>
                    <a:ext uri="{FF2B5EF4-FFF2-40B4-BE49-F238E27FC236}">
                      <a16:creationId xmlns:a16="http://schemas.microsoft.com/office/drawing/2014/main" id="{E433AB76-2AFC-2C42-BD43-7C73DA563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0" name="Line 77">
                  <a:extLst>
                    <a:ext uri="{FF2B5EF4-FFF2-40B4-BE49-F238E27FC236}">
                      <a16:creationId xmlns:a16="http://schemas.microsoft.com/office/drawing/2014/main" id="{36CCAF09-1127-1542-BE8D-2FC029319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78">
                  <a:extLst>
                    <a:ext uri="{FF2B5EF4-FFF2-40B4-BE49-F238E27FC236}">
                      <a16:creationId xmlns:a16="http://schemas.microsoft.com/office/drawing/2014/main" id="{630B8E56-957F-7845-BDC3-FB921DFE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9">
                  <a:extLst>
                    <a:ext uri="{FF2B5EF4-FFF2-40B4-BE49-F238E27FC236}">
                      <a16:creationId xmlns:a16="http://schemas.microsoft.com/office/drawing/2014/main" id="{DE10D221-5D35-F64B-A0FC-014829FAD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Line 80">
                  <a:extLst>
                    <a:ext uri="{FF2B5EF4-FFF2-40B4-BE49-F238E27FC236}">
                      <a16:creationId xmlns:a16="http://schemas.microsoft.com/office/drawing/2014/main" id="{8636BFF3-AEB5-1447-A7AA-E7BFA2359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4" name="Line 81">
                <a:extLst>
                  <a:ext uri="{FF2B5EF4-FFF2-40B4-BE49-F238E27FC236}">
                    <a16:creationId xmlns:a16="http://schemas.microsoft.com/office/drawing/2014/main" id="{CE7452E4-0FD6-D244-9E83-39D133879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82">
                <a:extLst>
                  <a:ext uri="{FF2B5EF4-FFF2-40B4-BE49-F238E27FC236}">
                    <a16:creationId xmlns:a16="http://schemas.microsoft.com/office/drawing/2014/main" id="{9A9ABF67-FDC9-3640-90D1-F635D4F11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Line 83">
                <a:extLst>
                  <a:ext uri="{FF2B5EF4-FFF2-40B4-BE49-F238E27FC236}">
                    <a16:creationId xmlns:a16="http://schemas.microsoft.com/office/drawing/2014/main" id="{11A36B1B-5EF9-BE4E-B102-BDF2F8D1D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Line 84">
                <a:extLst>
                  <a:ext uri="{FF2B5EF4-FFF2-40B4-BE49-F238E27FC236}">
                    <a16:creationId xmlns:a16="http://schemas.microsoft.com/office/drawing/2014/main" id="{DBFE7F51-9B86-5F41-A7BB-3339CA99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960" y="2698439"/>
            <a:ext cx="3707092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发送链路层帧</a:t>
            </a:r>
            <a:endParaRPr lang="en-US" sz="3200" i="0" dirty="0">
              <a:cs typeface="+mn-cs"/>
            </a:endParaRPr>
          </a:p>
        </p:txBody>
      </p:sp>
      <p:sp>
        <p:nvSpPr>
          <p:cNvPr id="254" name="Rectangle 76">
            <a:extLst>
              <a:ext uri="{FF2B5EF4-FFF2-40B4-BE49-F238E27FC236}">
                <a16:creationId xmlns:a16="http://schemas.microsoft.com/office/drawing/2014/main" id="{74BA2DA1-F394-464B-8C5F-E81836E17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确定外出接口，把源 IP 为 A、目的 IP 为 B 的数据报交给链路层 </a:t>
            </a:r>
          </a:p>
        </p:txBody>
      </p:sp>
      <p:sp>
        <p:nvSpPr>
          <p:cNvPr id="256" name="Rectangle 77">
            <a:extLst>
              <a:ext uri="{FF2B5EF4-FFF2-40B4-BE49-F238E27FC236}">
                <a16:creationId xmlns:a16="http://schemas.microsoft.com/office/drawing/2014/main" id="{690603EC-6A8E-7B49-94C4-6F92D9F28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创建包含 A 到 B 的 IP 数据报的链路层帧。帧目的地址：B 的 MAC 地址</a:t>
            </a:r>
            <a:r>
              <a:rPr lang="en-US" sz="2400" dirty="0"/>
              <a:t/>
            </a:r>
            <a:r>
              <a:rPr lang="en-US" sz="2400" i="0" dirty="0">
                <a:cs typeface="+mn-cs"/>
              </a:rPr>
              <a:t/>
            </a:r>
            <a:endParaRPr lang="en-US" sz="3200" i="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559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23 L 1.04167E-6 0.19838 L 0.13489 0.11782 C 0.13489 0.06597 0.13607 0.01042 0.13607 -0.0414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97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路由到另一个子网：寻址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42" name="Rectangle 76">
            <a:extLst>
              <a:ext uri="{FF2B5EF4-FFF2-40B4-BE49-F238E27FC236}">
                <a16:creationId xmlns:a16="http://schemas.microsoft.com/office/drawing/2014/main" id="{5FBC6133-DD27-3241-A408-966313D3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2" y="1283045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接收帧，提取目的为 B 的 IP 数据报 </a:t>
            </a:r>
          </a:p>
        </p:txBody>
      </p: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759501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沿协议栈向上把数据报交给 IP</a:t>
            </a:r>
            <a:endParaRPr lang="en-US" sz="3200" i="0" dirty="0"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E5808B4-288B-1A47-80DE-79C749B11A60}"/>
              </a:ext>
            </a:extLst>
          </p:cNvPr>
          <p:cNvGrpSpPr/>
          <p:nvPr/>
        </p:nvGrpSpPr>
        <p:grpSpPr>
          <a:xfrm>
            <a:off x="8183438" y="2659822"/>
            <a:ext cx="2011363" cy="1082675"/>
            <a:chOff x="1048710" y="2964622"/>
            <a:chExt cx="2011363" cy="1082675"/>
          </a:xfrm>
        </p:grpSpPr>
        <p:grpSp>
          <p:nvGrpSpPr>
            <p:cNvPr id="97" name="Group 61">
              <a:extLst>
                <a:ext uri="{FF2B5EF4-FFF2-40B4-BE49-F238E27FC236}">
                  <a16:creationId xmlns:a16="http://schemas.microsoft.com/office/drawing/2014/main" id="{590253FA-B20A-BC47-9991-7C88D492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710" y="2964622"/>
              <a:ext cx="2011363" cy="754062"/>
              <a:chOff x="1197" y="1669"/>
              <a:chExt cx="1267" cy="475"/>
            </a:xfrm>
          </p:grpSpPr>
          <p:grpSp>
            <p:nvGrpSpPr>
              <p:cNvPr id="139" name="Group 62">
                <a:extLst>
                  <a:ext uri="{FF2B5EF4-FFF2-40B4-BE49-F238E27FC236}">
                    <a16:creationId xmlns:a16="http://schemas.microsoft.com/office/drawing/2014/main" id="{16EF4841-6756-4D46-9546-277539335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148" name="Line 64">
                  <a:extLst>
                    <a:ext uri="{FF2B5EF4-FFF2-40B4-BE49-F238E27FC236}">
                      <a16:creationId xmlns:a16="http://schemas.microsoft.com/office/drawing/2014/main" id="{7371DDB5-904C-874E-8170-C30D59BE5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65">
                  <a:extLst>
                    <a:ext uri="{FF2B5EF4-FFF2-40B4-BE49-F238E27FC236}">
                      <a16:creationId xmlns:a16="http://schemas.microsoft.com/office/drawing/2014/main" id="{6FF50978-C793-0044-BB29-ED02AA8D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1" name="Text Box 66">
                <a:extLst>
                  <a:ext uri="{FF2B5EF4-FFF2-40B4-BE49-F238E27FC236}">
                    <a16:creationId xmlns:a16="http://schemas.microsoft.com/office/drawing/2014/main" id="{CF1AC934-0101-A144-8086-FDAE559CA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sp>
          <p:nvSpPr>
            <p:cNvPr id="134" name="Rectangle 76">
              <a:extLst>
                <a:ext uri="{FF2B5EF4-FFF2-40B4-BE49-F238E27FC236}">
                  <a16:creationId xmlns:a16="http://schemas.microsoft.com/office/drawing/2014/main" id="{5CAD8B39-F5FB-0F41-BB58-2958DF33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923" y="3801235"/>
              <a:ext cx="1096963" cy="242887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5" name="Line 77">
              <a:extLst>
                <a:ext uri="{FF2B5EF4-FFF2-40B4-BE49-F238E27FC236}">
                  <a16:creationId xmlns:a16="http://schemas.microsoft.com/office/drawing/2014/main" id="{D811A9F1-AA7D-C549-A785-729344EC6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8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6" name="Line 78">
              <a:extLst>
                <a:ext uri="{FF2B5EF4-FFF2-40B4-BE49-F238E27FC236}">
                  <a16:creationId xmlns:a16="http://schemas.microsoft.com/office/drawing/2014/main" id="{2F881AFC-357E-514E-AD8A-1BD2337E2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2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83">
              <a:extLst>
                <a:ext uri="{FF2B5EF4-FFF2-40B4-BE49-F238E27FC236}">
                  <a16:creationId xmlns:a16="http://schemas.microsoft.com/office/drawing/2014/main" id="{965AF9CB-B38A-5341-85A1-FE1D132A8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0948" y="3182110"/>
              <a:ext cx="3175" cy="7461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84">
              <a:extLst>
                <a:ext uri="{FF2B5EF4-FFF2-40B4-BE49-F238E27FC236}">
                  <a16:creationId xmlns:a16="http://schemas.microsoft.com/office/drawing/2014/main" id="{246C53EB-6FD6-D440-9F52-35BA7E01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998" y="3359910"/>
              <a:ext cx="3175" cy="5683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966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52 -0.0407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03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链路层：6-96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0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3FDF2C75-B699-464D-B545-BA7F3D062850}"/>
              </a:ext>
            </a:extLst>
          </p:cNvPr>
          <p:cNvSpPr txBox="1">
            <a:spLocks noChangeArrowheads="1"/>
          </p:cNvSpPr>
          <p:nvPr/>
        </p:nvSpPr>
        <p:spPr>
          <a:xfrm>
            <a:off x="976727" y="1289602"/>
            <a:ext cx="10049082" cy="2659546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altLang="ja-JP" sz="4100" dirty="0"/>
              <a:t>“主导性”有线 LAN 技术： </a:t>
            </a:r>
            <a:r>
              <a:rPr lang="en-US" sz="4100" dirty="0"/>
              <a:t/>
            </a:r>
            <a:r>
              <a:rPr lang="en-US" altLang="ja-JP" sz="4100" dirty="0"/>
              <a:t/>
            </a:r>
            <a:r>
              <a:rPr lang="en-US" sz="4100" dirty="0"/>
              <a:t/>
            </a:r>
          </a:p>
          <a:p>
            <a:pPr marL="746125" indent="-301625">
              <a:defRPr/>
            </a:pPr>
            <a:r>
              <a:rPr lang="en-US" sz="4000" dirty="0"/>
              <a:t>第一种广泛使用的 LAN 技术</a:t>
            </a:r>
          </a:p>
          <a:p>
            <a:pPr marL="746125" indent="-301625">
              <a:defRPr/>
            </a:pPr>
            <a:r>
              <a:rPr lang="en-US" sz="4000" dirty="0"/>
              <a:t>更简单、廉价</a:t>
            </a:r>
          </a:p>
          <a:p>
            <a:pPr marL="746125" indent="-301625">
              <a:defRPr/>
            </a:pPr>
            <a:r>
              <a:rPr lang="en-US" sz="4000" dirty="0"/>
              <a:t>跟上了速率竞赛：10 Mbps 到 400 Gbps </a:t>
            </a:r>
          </a:p>
          <a:p>
            <a:pPr marL="746125" indent="-301625">
              <a:defRPr/>
            </a:pPr>
            <a:r>
              <a:rPr lang="en-US" sz="4000" dirty="0"/>
              <a:t>单芯片，多种速率（例如 Broadcom BCM5761）</a:t>
            </a:r>
          </a:p>
          <a:p>
            <a:pPr marL="444500" indent="0">
              <a:buNone/>
              <a:defRPr/>
            </a:pPr>
            <a:endParaRPr lang="en-US" sz="40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pic>
        <p:nvPicPr>
          <p:cNvPr id="89" name="Picture 4" descr="551 metcalfe-enet">
            <a:extLst>
              <a:ext uri="{FF2B5EF4-FFF2-40B4-BE49-F238E27FC236}">
                <a16:creationId xmlns:a16="http://schemas.microsoft.com/office/drawing/2014/main" id="{85CF6E01-268F-7448-9E24-70CB66D9F2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731" y="4185182"/>
            <a:ext cx="4089976" cy="2167236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 Box 5">
            <a:extLst>
              <a:ext uri="{FF2B5EF4-FFF2-40B4-BE49-F238E27FC236}">
                <a16:creationId xmlns:a16="http://schemas.microsoft.com/office/drawing/2014/main" id="{34CFEA8B-8C4C-784A-A29E-387E97A5E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743" y="5593291"/>
            <a:ext cx="26938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/>
              </a:rPr>
              <a:t>Metcalfe 的 Ethernet 草图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05A384-818F-F74B-8BD5-43FAA8C916A6}"/>
              </a:ext>
            </a:extLst>
          </p:cNvPr>
          <p:cNvSpPr txBox="1"/>
          <p:nvPr/>
        </p:nvSpPr>
        <p:spPr>
          <a:xfrm>
            <a:off x="850006" y="6387921"/>
            <a:ext cx="85355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https://</a:t>
            </a:r>
            <a:r>
              <a:rPr lang="en-US" sz="1600" dirty="0" err="1"/>
              <a:t>www.uspto.gov</a:t>
            </a:r>
            <a:r>
              <a:rPr lang="en-US" sz="1600" dirty="0"/>
              <a:t>/learning-and-resources/journeys-innovation/audio-stories/defying-doubters</a:t>
            </a:r>
          </a:p>
        </p:txBody>
      </p:sp>
    </p:spTree>
    <p:extLst>
      <p:ext uri="{BB962C8B-B14F-4D97-AF65-F5344CB8AC3E}">
        <p14:creationId xmlns:p14="http://schemas.microsoft.com/office/powerpoint/2010/main" val="371937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Ethernet：物理拓扑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57EB8F-B265-4E4B-A599-604FFD9C25B9}"/>
              </a:ext>
            </a:extLst>
          </p:cNvPr>
          <p:cNvSpPr txBox="1">
            <a:spLocks noChangeArrowheads="1"/>
          </p:cNvSpPr>
          <p:nvPr/>
        </p:nvSpPr>
        <p:spPr>
          <a:xfrm>
            <a:off x="1077627" y="1343156"/>
            <a:ext cx="10839554" cy="925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总线：流行到 90 年代中期</a:t>
            </a:r>
            <a:r>
              <a:rPr lang="en-US" dirty="0"/>
              <a:t/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所有节点在同一碰撞域中（可能相互碰撞）</a:t>
            </a:r>
          </a:p>
        </p:txBody>
      </p:sp>
      <p:sp>
        <p:nvSpPr>
          <p:cNvPr id="14" name="Line 32">
            <a:extLst>
              <a:ext uri="{FF2B5EF4-FFF2-40B4-BE49-F238E27FC236}">
                <a16:creationId xmlns:a16="http://schemas.microsoft.com/office/drawing/2014/main" id="{92FEC33E-ECF3-6F4D-95CC-10AE77202A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9150" y="4343745"/>
            <a:ext cx="616233" cy="1201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1" name="Text Box 41">
            <a:extLst>
              <a:ext uri="{FF2B5EF4-FFF2-40B4-BE49-F238E27FC236}">
                <a16:creationId xmlns:a16="http://schemas.microsoft.com/office/drawing/2014/main" id="{08CE8B30-9FAC-8447-8CE2-85AE30A47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445" y="4519515"/>
            <a:ext cx="23583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solidFill>
                  <a:srgbClr val="CC0000"/>
                </a:solidFill>
                <a:latin typeface="+mn-lt"/>
                <a:cs typeface="Arial" charset="0"/>
              </a:rPr>
              <a:t>总线：同轴电缆</a:t>
            </a:r>
            <a:r>
              <a:rPr lang="en-US" sz="2400" i="0" dirty="0">
                <a:latin typeface="+mn-lt"/>
                <a:cs typeface="Arial" charset="0"/>
              </a:rPr>
              <a:t/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B210C05-DB42-F24B-ABCC-CEB58A73BF57}"/>
              </a:ext>
            </a:extLst>
          </p:cNvPr>
          <p:cNvGrpSpPr/>
          <p:nvPr/>
        </p:nvGrpSpPr>
        <p:grpSpPr>
          <a:xfrm>
            <a:off x="4166894" y="4287302"/>
            <a:ext cx="468488" cy="103894"/>
            <a:chOff x="3160889" y="5723468"/>
            <a:chExt cx="468488" cy="103894"/>
          </a:xfrm>
        </p:grpSpPr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F6F8AA85-EB23-1A46-91D4-047C72E20F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3F5B90-D695-934E-82E3-02FAF9AA2884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DDD3177-E100-C044-B782-026C278D6607}"/>
              </a:ext>
            </a:extLst>
          </p:cNvPr>
          <p:cNvGrpSpPr/>
          <p:nvPr/>
        </p:nvGrpSpPr>
        <p:grpSpPr>
          <a:xfrm>
            <a:off x="3867737" y="4868680"/>
            <a:ext cx="468488" cy="103894"/>
            <a:chOff x="3160889" y="5723468"/>
            <a:chExt cx="468488" cy="103894"/>
          </a:xfrm>
        </p:grpSpPr>
        <p:sp>
          <p:nvSpPr>
            <p:cNvPr id="81" name="Rectangle 37">
              <a:extLst>
                <a:ext uri="{FF2B5EF4-FFF2-40B4-BE49-F238E27FC236}">
                  <a16:creationId xmlns:a16="http://schemas.microsoft.com/office/drawing/2014/main" id="{E36D1D4F-7980-524F-B016-0822BC5DEB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7F141971-200C-3441-B553-3B77B87C14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B6AFEE0-615F-374F-AD75-BFAD1482DB98}"/>
              </a:ext>
            </a:extLst>
          </p:cNvPr>
          <p:cNvGrpSpPr/>
          <p:nvPr/>
        </p:nvGrpSpPr>
        <p:grpSpPr>
          <a:xfrm>
            <a:off x="3557291" y="5489569"/>
            <a:ext cx="468488" cy="103894"/>
            <a:chOff x="3160889" y="5723468"/>
            <a:chExt cx="468488" cy="103894"/>
          </a:xfrm>
        </p:grpSpPr>
        <p:sp>
          <p:nvSpPr>
            <p:cNvPr id="84" name="Rectangle 37">
              <a:extLst>
                <a:ext uri="{FF2B5EF4-FFF2-40B4-BE49-F238E27FC236}">
                  <a16:creationId xmlns:a16="http://schemas.microsoft.com/office/drawing/2014/main" id="{D99117D2-D55B-9747-9F39-1437498956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8FD400B-67B6-A545-991E-6642C95FC431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54">
            <a:extLst>
              <a:ext uri="{FF2B5EF4-FFF2-40B4-BE49-F238E27FC236}">
                <a16:creationId xmlns:a16="http://schemas.microsoft.com/office/drawing/2014/main" id="{54403650-FB62-8C4D-A097-E8E09E3E8715}"/>
              </a:ext>
            </a:extLst>
          </p:cNvPr>
          <p:cNvGrpSpPr>
            <a:grpSpLocks/>
          </p:cNvGrpSpPr>
          <p:nvPr/>
        </p:nvGrpSpPr>
        <p:grpSpPr bwMode="auto">
          <a:xfrm>
            <a:off x="3030847" y="5135905"/>
            <a:ext cx="640071" cy="517525"/>
            <a:chOff x="-44" y="1473"/>
            <a:chExt cx="981" cy="1105"/>
          </a:xfrm>
        </p:grpSpPr>
        <p:pic>
          <p:nvPicPr>
            <p:cNvPr id="41" name="Picture 55" descr="desktop_computer_stylized_medium">
              <a:extLst>
                <a:ext uri="{FF2B5EF4-FFF2-40B4-BE49-F238E27FC236}">
                  <a16:creationId xmlns:a16="http://schemas.microsoft.com/office/drawing/2014/main" id="{9ADDF864-8E42-2A4E-9C50-68B48B5AD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6">
              <a:extLst>
                <a:ext uri="{FF2B5EF4-FFF2-40B4-BE49-F238E27FC236}">
                  <a16:creationId xmlns:a16="http://schemas.microsoft.com/office/drawing/2014/main" id="{78B65AFB-F609-8F4C-8AA2-302FFEA046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2721DACF-2A49-8D4F-BFF6-49E94BBFA071}"/>
              </a:ext>
            </a:extLst>
          </p:cNvPr>
          <p:cNvGrpSpPr>
            <a:grpSpLocks/>
          </p:cNvGrpSpPr>
          <p:nvPr/>
        </p:nvGrpSpPr>
        <p:grpSpPr bwMode="auto">
          <a:xfrm>
            <a:off x="3337407" y="4515020"/>
            <a:ext cx="640071" cy="517525"/>
            <a:chOff x="-44" y="1473"/>
            <a:chExt cx="981" cy="1105"/>
          </a:xfrm>
        </p:grpSpPr>
        <p:pic>
          <p:nvPicPr>
            <p:cNvPr id="36" name="Picture 50" descr="desktop_computer_stylized_medium">
              <a:extLst>
                <a:ext uri="{FF2B5EF4-FFF2-40B4-BE49-F238E27FC236}">
                  <a16:creationId xmlns:a16="http://schemas.microsoft.com/office/drawing/2014/main" id="{1A4DAAEF-9C4D-5C4A-940E-9F43684E7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51">
              <a:extLst>
                <a:ext uri="{FF2B5EF4-FFF2-40B4-BE49-F238E27FC236}">
                  <a16:creationId xmlns:a16="http://schemas.microsoft.com/office/drawing/2014/main" id="{63DCB467-73DC-4B47-B778-649B307F3B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CF60EF70-8F89-064B-9AE0-BC24C80913E9}"/>
              </a:ext>
            </a:extLst>
          </p:cNvPr>
          <p:cNvGrpSpPr>
            <a:grpSpLocks/>
          </p:cNvGrpSpPr>
          <p:nvPr/>
        </p:nvGrpSpPr>
        <p:grpSpPr bwMode="auto">
          <a:xfrm>
            <a:off x="3621571" y="3937346"/>
            <a:ext cx="640071" cy="517525"/>
            <a:chOff x="-44" y="1473"/>
            <a:chExt cx="981" cy="1105"/>
          </a:xfrm>
        </p:grpSpPr>
        <p:pic>
          <p:nvPicPr>
            <p:cNvPr id="31" name="Picture 50" descr="desktop_computer_stylized_medium">
              <a:extLst>
                <a:ext uri="{FF2B5EF4-FFF2-40B4-BE49-F238E27FC236}">
                  <a16:creationId xmlns:a16="http://schemas.microsoft.com/office/drawing/2014/main" id="{E66B7792-17BF-A342-BF79-CBE2D8883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Freeform 51">
              <a:extLst>
                <a:ext uri="{FF2B5EF4-FFF2-40B4-BE49-F238E27FC236}">
                  <a16:creationId xmlns:a16="http://schemas.microsoft.com/office/drawing/2014/main" id="{1A46A85F-1E8E-634F-AC1B-41916D215F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21AC3DE-0BE4-4A42-85AA-51EA7972DB44}"/>
              </a:ext>
            </a:extLst>
          </p:cNvPr>
          <p:cNvGrpSpPr/>
          <p:nvPr/>
        </p:nvGrpSpPr>
        <p:grpSpPr>
          <a:xfrm rot="10800000">
            <a:off x="4121737" y="5286369"/>
            <a:ext cx="468488" cy="103894"/>
            <a:chOff x="3160889" y="5723468"/>
            <a:chExt cx="468488" cy="103894"/>
          </a:xfrm>
        </p:grpSpPr>
        <p:sp>
          <p:nvSpPr>
            <p:cNvPr id="87" name="Rectangle 37">
              <a:extLst>
                <a:ext uri="{FF2B5EF4-FFF2-40B4-BE49-F238E27FC236}">
                  <a16:creationId xmlns:a16="http://schemas.microsoft.com/office/drawing/2014/main" id="{0D9B8815-F0EC-864F-9E9C-E995A974DF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9FC25B0-63E6-F14D-8B85-F91190DDB6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E4FBBD8-6BBF-5244-B257-1085A2E447DA}"/>
              </a:ext>
            </a:extLst>
          </p:cNvPr>
          <p:cNvGrpSpPr/>
          <p:nvPr/>
        </p:nvGrpSpPr>
        <p:grpSpPr>
          <a:xfrm rot="10800000">
            <a:off x="4466048" y="4620324"/>
            <a:ext cx="468488" cy="103894"/>
            <a:chOff x="3160889" y="5723468"/>
            <a:chExt cx="468488" cy="103894"/>
          </a:xfrm>
        </p:grpSpPr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BFCE4A31-E824-AE42-8F60-EEB060D3AD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AC139B6-3337-DD4B-9A8D-1F1D221AE58F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181607EC-7C1E-E542-A627-435D8778D8FF}"/>
              </a:ext>
            </a:extLst>
          </p:cNvPr>
          <p:cNvGrpSpPr>
            <a:grpSpLocks/>
          </p:cNvGrpSpPr>
          <p:nvPr/>
        </p:nvGrpSpPr>
        <p:grpSpPr bwMode="auto">
          <a:xfrm>
            <a:off x="4620460" y="4390841"/>
            <a:ext cx="711200" cy="601662"/>
            <a:chOff x="-44" y="1473"/>
            <a:chExt cx="981" cy="1105"/>
          </a:xfrm>
        </p:grpSpPr>
        <p:pic>
          <p:nvPicPr>
            <p:cNvPr id="26" name="Picture 45" descr="desktop_computer_stylized_medium">
              <a:extLst>
                <a:ext uri="{FF2B5EF4-FFF2-40B4-BE49-F238E27FC236}">
                  <a16:creationId xmlns:a16="http://schemas.microsoft.com/office/drawing/2014/main" id="{5B055886-874B-AF4E-BC6C-17FB5AFB9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>
              <a:extLst>
                <a:ext uri="{FF2B5EF4-FFF2-40B4-BE49-F238E27FC236}">
                  <a16:creationId xmlns:a16="http://schemas.microsoft.com/office/drawing/2014/main" id="{BE198024-6B5D-3B44-B9DB-F77A4CB023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99E873A6-305A-1E42-A800-5109AF9B2E9D}"/>
              </a:ext>
            </a:extLst>
          </p:cNvPr>
          <p:cNvGrpSpPr>
            <a:grpSpLocks/>
          </p:cNvGrpSpPr>
          <p:nvPr/>
        </p:nvGrpSpPr>
        <p:grpSpPr bwMode="auto">
          <a:xfrm>
            <a:off x="4283912" y="5056708"/>
            <a:ext cx="711200" cy="600075"/>
            <a:chOff x="-44" y="1473"/>
            <a:chExt cx="981" cy="1105"/>
          </a:xfrm>
        </p:grpSpPr>
        <p:pic>
          <p:nvPicPr>
            <p:cNvPr id="46" name="Picture 45" descr="desktop_computer_stylized_medium">
              <a:extLst>
                <a:ext uri="{FF2B5EF4-FFF2-40B4-BE49-F238E27FC236}">
                  <a16:creationId xmlns:a16="http://schemas.microsoft.com/office/drawing/2014/main" id="{1B48D1F1-C69D-9F43-9FBB-F48106D44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030A2A-02DE-364B-B783-76B0F1C4E7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0DAD804-6DAD-6A4F-B2ED-991F7DA0A672}"/>
              </a:ext>
            </a:extLst>
          </p:cNvPr>
          <p:cNvGrpSpPr/>
          <p:nvPr/>
        </p:nvGrpSpPr>
        <p:grpSpPr>
          <a:xfrm>
            <a:off x="6296294" y="3889527"/>
            <a:ext cx="4903947" cy="2516574"/>
            <a:chOff x="6296294" y="3889527"/>
            <a:chExt cx="4903947" cy="2516574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EB7E878-BC2B-CF41-A1DD-435B6688D4C1}"/>
                </a:ext>
              </a:extLst>
            </p:cNvPr>
            <p:cNvCxnSpPr>
              <a:cxnSpLocks/>
              <a:stCxn id="60" idx="2"/>
            </p:cNvCxnSpPr>
            <p:nvPr/>
          </p:nvCxnSpPr>
          <p:spPr>
            <a:xfrm>
              <a:off x="7906769" y="4630890"/>
              <a:ext cx="2249" cy="126024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B3A757D-B4FE-A64C-9B64-828FD8DCA614}"/>
                </a:ext>
              </a:extLst>
            </p:cNvPr>
            <p:cNvCxnSpPr>
              <a:cxnSpLocks/>
            </p:cNvCxnSpPr>
            <p:nvPr/>
          </p:nvCxnSpPr>
          <p:spPr>
            <a:xfrm>
              <a:off x="6945441" y="5100170"/>
              <a:ext cx="21448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Box 42">
              <a:extLst>
                <a:ext uri="{FF2B5EF4-FFF2-40B4-BE49-F238E27FC236}">
                  <a16:creationId xmlns:a16="http://schemas.microsoft.com/office/drawing/2014/main" id="{68381987-6DA4-FE44-982A-2311DD6BD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0333" y="4512570"/>
              <a:ext cx="129990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交换式</a:t>
              </a:r>
            </a:p>
          </p:txBody>
        </p:sp>
        <p:sp>
          <p:nvSpPr>
            <p:cNvPr id="96" name="Rectangle 37">
              <a:extLst>
                <a:ext uri="{FF2B5EF4-FFF2-40B4-BE49-F238E27FC236}">
                  <a16:creationId xmlns:a16="http://schemas.microsoft.com/office/drawing/2014/main" id="{AA09179E-572D-A246-86F4-E13021D097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970879" y="497609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98" name="Group 49">
              <a:extLst>
                <a:ext uri="{FF2B5EF4-FFF2-40B4-BE49-F238E27FC236}">
                  <a16:creationId xmlns:a16="http://schemas.microsoft.com/office/drawing/2014/main" id="{73F08637-BA76-1046-9C84-02C57B071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294" y="4615439"/>
              <a:ext cx="768201" cy="646029"/>
              <a:chOff x="-44" y="1473"/>
              <a:chExt cx="981" cy="1105"/>
            </a:xfrm>
          </p:grpSpPr>
          <p:pic>
            <p:nvPicPr>
              <p:cNvPr id="99" name="Picture 50" descr="desktop_computer_stylized_medium">
                <a:extLst>
                  <a:ext uri="{FF2B5EF4-FFF2-40B4-BE49-F238E27FC236}">
                    <a16:creationId xmlns:a16="http://schemas.microsoft.com/office/drawing/2014/main" id="{C5A65E49-64BF-0248-B147-3C0ABA27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0" name="Freeform 51">
                <a:extLst>
                  <a:ext uri="{FF2B5EF4-FFF2-40B4-BE49-F238E27FC236}">
                    <a16:creationId xmlns:a16="http://schemas.microsoft.com/office/drawing/2014/main" id="{ABC6A075-F927-3A44-BE19-0AA6A01912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1" name="Rectangle 37">
              <a:extLst>
                <a:ext uri="{FF2B5EF4-FFF2-40B4-BE49-F238E27FC236}">
                  <a16:creationId xmlns:a16="http://schemas.microsoft.com/office/drawing/2014/main" id="{F7256B75-1D63-2E44-891A-1C8ED409B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836293" y="496987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02" name="Group 49">
              <a:extLst>
                <a:ext uri="{FF2B5EF4-FFF2-40B4-BE49-F238E27FC236}">
                  <a16:creationId xmlns:a16="http://schemas.microsoft.com/office/drawing/2014/main" id="{D3C84CC7-318A-F44C-BC7C-1F376445C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4892" y="4777169"/>
              <a:ext cx="768201" cy="646029"/>
              <a:chOff x="-44" y="1473"/>
              <a:chExt cx="981" cy="1105"/>
            </a:xfrm>
          </p:grpSpPr>
          <p:pic>
            <p:nvPicPr>
              <p:cNvPr id="103" name="Picture 50" descr="desktop_computer_stylized_medium">
                <a:extLst>
                  <a:ext uri="{FF2B5EF4-FFF2-40B4-BE49-F238E27FC236}">
                    <a16:creationId xmlns:a16="http://schemas.microsoft.com/office/drawing/2014/main" id="{7660BF25-6D18-5A4A-8BE4-3CFBD08C4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51">
                <a:extLst>
                  <a:ext uri="{FF2B5EF4-FFF2-40B4-BE49-F238E27FC236}">
                    <a16:creationId xmlns:a16="http://schemas.microsoft.com/office/drawing/2014/main" id="{8D17FB90-A54F-9B45-8704-608FEF0B14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77613146-BEF0-644B-A836-2EB04E8002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61470" y="566974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6" name="Group 49">
              <a:extLst>
                <a:ext uri="{FF2B5EF4-FFF2-40B4-BE49-F238E27FC236}">
                  <a16:creationId xmlns:a16="http://schemas.microsoft.com/office/drawing/2014/main" id="{0D5AC3A1-9C42-3647-BD7C-2BF588730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7278" y="5760072"/>
              <a:ext cx="768201" cy="646029"/>
              <a:chOff x="-44" y="1473"/>
              <a:chExt cx="981" cy="1105"/>
            </a:xfrm>
          </p:grpSpPr>
          <p:pic>
            <p:nvPicPr>
              <p:cNvPr id="107" name="Picture 50" descr="desktop_computer_stylized_medium">
                <a:extLst>
                  <a:ext uri="{FF2B5EF4-FFF2-40B4-BE49-F238E27FC236}">
                    <a16:creationId xmlns:a16="http://schemas.microsoft.com/office/drawing/2014/main" id="{26635111-EEAD-044B-A078-CDE50D4A5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6C722D5C-0DA5-4943-BCD3-A0181121BF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09F4DA0F-D305-D34F-BA6E-50CB86EC28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59915" y="438844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59" name="Group 44">
              <a:extLst>
                <a:ext uri="{FF2B5EF4-FFF2-40B4-BE49-F238E27FC236}">
                  <a16:creationId xmlns:a16="http://schemas.microsoft.com/office/drawing/2014/main" id="{FBD1E47D-990B-2E43-A7A3-9B664F60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0526" y="3889527"/>
              <a:ext cx="852487" cy="741363"/>
              <a:chOff x="-44" y="1473"/>
              <a:chExt cx="981" cy="1105"/>
            </a:xfrm>
          </p:grpSpPr>
          <p:pic>
            <p:nvPicPr>
              <p:cNvPr id="60" name="Picture 45" descr="desktop_computer_stylized_medium">
                <a:extLst>
                  <a:ext uri="{FF2B5EF4-FFF2-40B4-BE49-F238E27FC236}">
                    <a16:creationId xmlns:a16="http://schemas.microsoft.com/office/drawing/2014/main" id="{592B481C-B53F-BF47-AD1B-2E6BDCFA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" name="Freeform 46">
                <a:extLst>
                  <a:ext uri="{FF2B5EF4-FFF2-40B4-BE49-F238E27FC236}">
                    <a16:creationId xmlns:a16="http://schemas.microsoft.com/office/drawing/2014/main" id="{2D0F8AEC-7A1F-964C-8A02-58C4F39038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D52E7F60-11FB-F544-8C5D-1F0C4F2A3A93}"/>
                </a:ext>
              </a:extLst>
            </p:cNvPr>
            <p:cNvGrpSpPr/>
            <p:nvPr/>
          </p:nvGrpSpPr>
          <p:grpSpPr>
            <a:xfrm>
              <a:off x="7642010" y="4950839"/>
              <a:ext cx="561892" cy="329289"/>
              <a:chOff x="3668110" y="2448910"/>
              <a:chExt cx="3794234" cy="2165130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3CA7BB1-785A-2F4E-99C7-9A87B4C1589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D6E11BDC-7A81-3D49-B82F-217FBC3D8B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0B98351-A0BF-8F45-BA38-838A66C2790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424FAC47-A5B2-724B-B58E-B1DE520B997D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D765BB73-0713-214F-B633-B66F09A5A73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A2048D2B-32B6-404A-8309-2D614DB0F64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85ADFEC2-5799-064A-A2B3-E69C5AD6EC0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1" name="Rectangle 6">
            <a:extLst>
              <a:ext uri="{FF2B5EF4-FFF2-40B4-BE49-F238E27FC236}">
                <a16:creationId xmlns:a16="http://schemas.microsoft.com/office/drawing/2014/main" id="{5E5D623C-BFF9-A44C-8728-E57D1D8E9F2D}"/>
              </a:ext>
            </a:extLst>
          </p:cNvPr>
          <p:cNvSpPr txBox="1">
            <a:spLocks noChangeArrowheads="1"/>
          </p:cNvSpPr>
          <p:nvPr/>
        </p:nvSpPr>
        <p:spPr>
          <a:xfrm>
            <a:off x="1067981" y="2097440"/>
            <a:ext cx="10839554" cy="16411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交换式：如今占主导</a:t>
            </a:r>
            <a:r>
              <a:rPr lang="en-US" dirty="0"/>
              <a:t/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中心有主动的第 2 层链路层交换机</a:t>
            </a:r>
            <a:r>
              <a:rPr lang="en-US" i="1" dirty="0">
                <a:solidFill>
                  <a:srgbClr val="0000A8"/>
                </a:solidFill>
              </a:rPr>
              <a:t/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dirty="0"/>
              <a:t/>
            </a:r>
          </a:p>
          <a:p>
            <a:pPr lvl="1">
              <a:lnSpc>
                <a:spcPct val="100000"/>
              </a:lnSpc>
              <a:defRPr/>
            </a:pPr>
            <a:r>
              <a:rPr lang="en-US" dirty="0"/>
              <a:t>每条“辐条”运行一个（独立的）Ethernet 协议（节点之间不碰撞）</a:t>
            </a:r>
            <a:r>
              <a:rPr lang="en-US" altLang="ja-JP" dirty="0"/>
              <a:t/>
            </a:r>
            <a:r>
              <a:rPr lang="en-US" dirty="0"/>
              <a:t/>
            </a:r>
            <a:r>
              <a:rPr lang="en-US" altLang="ja-JP" dirty="0"/>
              <a:t/>
            </a:r>
            <a:r>
              <a:rPr lang="en-US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53744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帧结构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链路层：6-99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4B00453C-4C5E-1142-B1BF-526E638BF9DC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1399863"/>
            <a:ext cx="11134802" cy="2234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发送接口把 IP 数据报（或其他网络层协议分组）封装在 Ethernet 帧中</a:t>
            </a:r>
            <a:r>
              <a:rPr lang="en-US" dirty="0">
                <a:solidFill>
                  <a:srgbClr val="CC0000"/>
                </a:solidFill>
              </a:rPr>
              <a:t/>
            </a:r>
          </a:p>
          <a:p>
            <a:pPr>
              <a:defRPr/>
            </a:pPr>
            <a:endParaRPr lang="en-US" sz="2400" b="1" dirty="0"/>
          </a:p>
          <a:p>
            <a:pPr>
              <a:defRPr/>
            </a:pPr>
            <a:endParaRPr lang="en-US" sz="2400" b="1" dirty="0"/>
          </a:p>
          <a:p>
            <a:pPr>
              <a:buFont typeface="Wingdings" charset="0"/>
              <a:buNone/>
              <a:defRPr/>
            </a:pP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745256" y="2328343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目的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源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数据（载荷）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前导码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类型</a:t>
              </a:r>
            </a:p>
          </p:txBody>
        </p:sp>
      </p:grpSp>
      <p:sp>
        <p:nvSpPr>
          <p:cNvPr id="89" name="Rectangle 3">
            <a:extLst>
              <a:ext uri="{FF2B5EF4-FFF2-40B4-BE49-F238E27FC236}">
                <a16:creationId xmlns:a16="http://schemas.microsoft.com/office/drawing/2014/main" id="{2C36AD46-76A5-B740-906F-47C5DF160D37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3867200"/>
            <a:ext cx="11134802" cy="4343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前导码： </a:t>
            </a:r>
          </a:p>
          <a:p>
            <a:pPr marL="465138" indent="-233363">
              <a:defRPr/>
            </a:pPr>
            <a:r>
              <a:rPr lang="en-US" dirty="0"/>
              <a:t> 用于同步接收方和发送方的时钟速率</a:t>
            </a:r>
          </a:p>
          <a:p>
            <a:pPr marL="465138" indent="-233363">
              <a:defRPr/>
            </a:pPr>
            <a:r>
              <a:rPr lang="en-US" dirty="0"/>
              <a:t>7 字节 10101010 后跟 1 字节 10101011</a:t>
            </a:r>
          </a:p>
        </p:txBody>
      </p:sp>
    </p:spTree>
    <p:extLst>
      <p:ext uri="{BB962C8B-B14F-4D97-AF65-F5344CB8AC3E}">
        <p14:creationId xmlns:p14="http://schemas.microsoft.com/office/powerpoint/2010/main" val="766558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帧结构（更多）</a:t>
            </a:r>
            <a:r>
              <a:rPr lang="en-US" sz="36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/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190620" y="1294021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目的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源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数据（载荷）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前导码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类型</a:t>
              </a:r>
            </a:p>
          </p:txBody>
        </p:sp>
      </p:grpSp>
      <p:sp>
        <p:nvSpPr>
          <p:cNvPr id="19" name="Rectangle 3">
            <a:extLst>
              <a:ext uri="{FF2B5EF4-FFF2-40B4-BE49-F238E27FC236}">
                <a16:creationId xmlns:a16="http://schemas.microsoft.com/office/drawing/2014/main" id="{52EC9379-8CF4-B845-BC28-25B206CCAE0F}"/>
              </a:ext>
            </a:extLst>
          </p:cNvPr>
          <p:cNvSpPr txBox="1">
            <a:spLocks noChangeArrowheads="1"/>
          </p:cNvSpPr>
          <p:nvPr/>
        </p:nvSpPr>
        <p:spPr>
          <a:xfrm>
            <a:off x="918616" y="2738516"/>
            <a:ext cx="11273384" cy="41194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地址：6 字节源、目的 MAC 地址</a:t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dirty="0"/>
              <a:t>若适配器收到目的地址匹配的帧，或广播地址帧（例如 ARP 分组），则把帧中数据交给网络层协议</a:t>
            </a:r>
          </a:p>
          <a:p>
            <a:pPr lvl="1">
              <a:defRPr/>
            </a:pPr>
            <a:r>
              <a:rPr lang="en-US" dirty="0"/>
              <a:t>否则，适配器丢弃该帧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类型：指示高层协议 </a:t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dirty="0"/>
              <a:t>多数为 IP，但也可能是其他协议，例如 Novell IPX、AppleTalk</a:t>
            </a:r>
          </a:p>
          <a:p>
            <a:pPr lvl="1">
              <a:defRPr/>
            </a:pPr>
            <a:r>
              <a:rPr lang="en-US" dirty="0"/>
              <a:t>用于在接收端向上分用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CRC：接收端循环冗余校验</a:t>
            </a:r>
            <a:r>
              <a:rPr lang="en-US" dirty="0"/>
              <a:t/>
            </a:r>
          </a:p>
          <a:p>
            <a:pPr lvl="1">
              <a:defRPr/>
            </a:pPr>
            <a:r>
              <a:rPr lang="en-US" dirty="0"/>
              <a:t>检测到差错：丢弃该帧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462512A-796F-E249-9BDA-F50A54A9EF07}"/>
              </a:ext>
            </a:extLst>
          </p:cNvPr>
          <p:cNvSpPr/>
          <p:nvPr/>
        </p:nvSpPr>
        <p:spPr>
          <a:xfrm>
            <a:off x="3414532" y="1446835"/>
            <a:ext cx="1898248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6BD4B9E-B165-2F47-AFD8-92E71CB8BA3C}"/>
              </a:ext>
            </a:extLst>
          </p:cNvPr>
          <p:cNvSpPr/>
          <p:nvPr/>
        </p:nvSpPr>
        <p:spPr>
          <a:xfrm>
            <a:off x="8081059" y="1471913"/>
            <a:ext cx="1965766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E655D5E-5A29-E74E-9AE7-FBDD43A055D0}"/>
              </a:ext>
            </a:extLst>
          </p:cNvPr>
          <p:cNvSpPr/>
          <p:nvPr/>
        </p:nvSpPr>
        <p:spPr>
          <a:xfrm rot="16200000">
            <a:off x="4780345" y="1551006"/>
            <a:ext cx="1365815" cy="856525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2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21" grpId="0" animBg="1"/>
      <p:bldP spid="22" grpId="0" animBg="1"/>
      <p:bldP spid="22" grpId="1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Ethernet：不可靠、无连接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0" name="Rectangle 3">
            <a:extLst>
              <a:ext uri="{FF2B5EF4-FFF2-40B4-BE49-F238E27FC236}">
                <a16:creationId xmlns:a16="http://schemas.microsoft.com/office/drawing/2014/main" id="{C94B40E5-F359-2645-A4A0-0CEE4C209C99}"/>
              </a:ext>
            </a:extLst>
          </p:cNvPr>
          <p:cNvSpPr txBox="1">
            <a:spLocks noChangeArrowheads="1"/>
          </p:cNvSpPr>
          <p:nvPr/>
        </p:nvSpPr>
        <p:spPr>
          <a:xfrm>
            <a:off x="989351" y="1600200"/>
            <a:ext cx="1023828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无连接：发送 NIC 与接收 NIC 之间不握手 </a:t>
            </a:r>
            <a:r>
              <a:rPr lang="en-US" sz="3200" dirty="0"/>
              <a:t/>
            </a:r>
          </a:p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不可靠：接收 NIC 不向发送 NIC 发送 ACK 或 NAK</a:t>
            </a:r>
            <a:r>
              <a:rPr lang="en-US" sz="3200" dirty="0"/>
              <a:t/>
            </a:r>
          </a:p>
          <a:p>
            <a:pPr lvl="1">
              <a:defRPr/>
            </a:pPr>
            <a:r>
              <a:rPr lang="en-US" sz="2800" dirty="0"/>
              <a:t>被丢弃帧中的数据只有在初始发送方使用高层 rdt（例如 TCP）时才会恢复，否则丢弃的数据丢失</a:t>
            </a:r>
            <a:r>
              <a:rPr lang="en-US" sz="2800" dirty="0" err="1"/>
              <a:t/>
            </a:r>
            <a:r>
              <a:rPr lang="en-US" sz="2800" dirty="0"/>
              <a:t/>
            </a:r>
          </a:p>
          <a:p>
            <a:pPr>
              <a:defRPr/>
            </a:pPr>
            <a:r>
              <a:rPr lang="en-US" sz="3200" dirty="0"/>
              <a:t>Ethernet 的 MAC 协议：带二进制退避的非时隙 CSMA/CD</a:t>
            </a:r>
            <a:r>
              <a:rPr lang="en-US" sz="3200" dirty="0">
                <a:solidFill>
                  <a:srgbClr val="C00000"/>
                </a:solidFill>
              </a:rPr>
              <a:t/>
            </a:r>
            <a:r>
              <a:rPr lang="en-US" sz="3200" dirty="0" err="1">
                <a:solidFill>
                  <a:srgbClr val="C00000"/>
                </a:solidFill>
              </a:rPr>
              <a:t/>
            </a:r>
            <a:endParaRPr lang="en-US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8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802.3 Ethernet 标准：链路层和物理层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5" name="Rectangle 3">
            <a:extLst>
              <a:ext uri="{FF2B5EF4-FFF2-40B4-BE49-F238E27FC236}">
                <a16:creationId xmlns:a16="http://schemas.microsoft.com/office/drawing/2014/main" id="{5337EC81-E572-214C-BF69-89DCE6EC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153" y="3044936"/>
            <a:ext cx="11197652" cy="462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不同物理层介质：光纤、电缆</a:t>
            </a:r>
          </a:p>
          <a:p>
            <a:pPr>
              <a:lnSpc>
                <a:spcPct val="90000"/>
              </a:lnSpc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D1D9C936-B7E0-6F43-8421-5B95EAA06933}"/>
              </a:ext>
            </a:extLst>
          </p:cNvPr>
          <p:cNvSpPr>
            <a:spLocks/>
          </p:cNvSpPr>
          <p:nvPr/>
        </p:nvSpPr>
        <p:spPr bwMode="auto">
          <a:xfrm>
            <a:off x="3847736" y="4045132"/>
            <a:ext cx="1393825" cy="1527175"/>
          </a:xfrm>
          <a:custGeom>
            <a:avLst/>
            <a:gdLst>
              <a:gd name="T0" fmla="*/ 2147483647 w 878"/>
              <a:gd name="T1" fmla="*/ 0 h 962"/>
              <a:gd name="T2" fmla="*/ 0 w 878"/>
              <a:gd name="T3" fmla="*/ 2147483647 h 962"/>
              <a:gd name="T4" fmla="*/ 2147483647 w 878"/>
              <a:gd name="T5" fmla="*/ 2147483647 h 962"/>
              <a:gd name="T6" fmla="*/ 2147483647 w 878"/>
              <a:gd name="T7" fmla="*/ 2147483647 h 962"/>
              <a:gd name="T8" fmla="*/ 2147483647 w 878"/>
              <a:gd name="T9" fmla="*/ 0 h 9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78" h="962">
                <a:moveTo>
                  <a:pt x="851" y="0"/>
                </a:moveTo>
                <a:lnTo>
                  <a:pt x="0" y="622"/>
                </a:lnTo>
                <a:lnTo>
                  <a:pt x="7" y="962"/>
                </a:lnTo>
                <a:lnTo>
                  <a:pt x="878" y="960"/>
                </a:lnTo>
                <a:lnTo>
                  <a:pt x="851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FFFFFF"/>
              </a:gs>
            </a:gsLst>
            <a:lin ang="0" scaled="1"/>
          </a:gradFill>
          <a:ln w="9525" cap="flat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37" name="Group 40">
            <a:extLst>
              <a:ext uri="{FF2B5EF4-FFF2-40B4-BE49-F238E27FC236}">
                <a16:creationId xmlns:a16="http://schemas.microsoft.com/office/drawing/2014/main" id="{6A53ADA6-D108-1C40-A3EE-28BC1ABD17D8}"/>
              </a:ext>
            </a:extLst>
          </p:cNvPr>
          <p:cNvGrpSpPr>
            <a:grpSpLocks/>
          </p:cNvGrpSpPr>
          <p:nvPr/>
        </p:nvGrpSpPr>
        <p:grpSpPr bwMode="auto">
          <a:xfrm>
            <a:off x="2552336" y="4178480"/>
            <a:ext cx="1300163" cy="1477962"/>
            <a:chOff x="921" y="797"/>
            <a:chExt cx="819" cy="931"/>
          </a:xfrm>
        </p:grpSpPr>
        <p:sp>
          <p:nvSpPr>
            <p:cNvPr id="38" name="Rectangle 41">
              <a:extLst>
                <a:ext uri="{FF2B5EF4-FFF2-40B4-BE49-F238E27FC236}">
                  <a16:creationId xmlns:a16="http://schemas.microsoft.com/office/drawing/2014/main" id="{A19C4707-153A-1D4A-9F0C-A7D66CFEA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810"/>
              <a:ext cx="816" cy="8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" name="Text Box 42">
              <a:extLst>
                <a:ext uri="{FF2B5EF4-FFF2-40B4-BE49-F238E27FC236}">
                  <a16:creationId xmlns:a16="http://schemas.microsoft.com/office/drawing/2014/main" id="{6F9A40BD-67A8-AC46-923B-F43FFA41F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797"/>
              <a:ext cx="773" cy="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应用层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传输层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网络层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链路层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物理层</a:t>
              </a:r>
            </a:p>
          </p:txBody>
        </p:sp>
        <p:sp>
          <p:nvSpPr>
            <p:cNvPr id="40" name="Line 43">
              <a:extLst>
                <a:ext uri="{FF2B5EF4-FFF2-40B4-BE49-F238E27FC236}">
                  <a16:creationId xmlns:a16="http://schemas.microsoft.com/office/drawing/2014/main" id="{B273748A-AE80-2049-8434-08C970AD4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993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6692CA4-1050-F547-8BD3-506A2BF3B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67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" name="Line 45">
              <a:extLst>
                <a:ext uri="{FF2B5EF4-FFF2-40B4-BE49-F238E27FC236}">
                  <a16:creationId xmlns:a16="http://schemas.microsoft.com/office/drawing/2014/main" id="{2067FEF7-7EF7-E040-9D6E-F0A67817A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" y="1344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" name="Line 46">
              <a:extLst>
                <a:ext uri="{FF2B5EF4-FFF2-40B4-BE49-F238E27FC236}">
                  <a16:creationId xmlns:a16="http://schemas.microsoft.com/office/drawing/2014/main" id="{38265043-8296-5C4F-B90B-0BBD21426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01"/>
              <a:ext cx="808" cy="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" name="Line 47">
              <a:extLst>
                <a:ext uri="{FF2B5EF4-FFF2-40B4-BE49-F238E27FC236}">
                  <a16:creationId xmlns:a16="http://schemas.microsoft.com/office/drawing/2014/main" id="{978E49E5-6968-CC48-AC67-D74316AD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52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Line 48">
              <a:extLst>
                <a:ext uri="{FF2B5EF4-FFF2-40B4-BE49-F238E27FC236}">
                  <a16:creationId xmlns:a16="http://schemas.microsoft.com/office/drawing/2014/main" id="{956710CE-B4F5-EA4E-BF2A-C20BE32C5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541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6" name="Rectangle 49">
            <a:extLst>
              <a:ext uri="{FF2B5EF4-FFF2-40B4-BE49-F238E27FC236}">
                <a16:creationId xmlns:a16="http://schemas.microsoft.com/office/drawing/2014/main" id="{33B384B2-E84D-E145-9B31-7CDEB33C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049" y="4008619"/>
            <a:ext cx="4195762" cy="15684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7" name="Line 50">
            <a:extLst>
              <a:ext uri="{FF2B5EF4-FFF2-40B4-BE49-F238E27FC236}">
                <a16:creationId xmlns:a16="http://schemas.microsoft.com/office/drawing/2014/main" id="{71F4EA3F-71A9-E649-B270-EF76B8B13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19336" y="4673782"/>
            <a:ext cx="4178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8" name="Text Box 51">
            <a:extLst>
              <a:ext uri="{FF2B5EF4-FFF2-40B4-BE49-F238E27FC236}">
                <a16:creationId xmlns:a16="http://schemas.microsoft.com/office/drawing/2014/main" id="{7DC03FEF-6F61-B84E-B3EE-F4889195D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6078" y="4049894"/>
            <a:ext cx="18384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MAC 协议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和帧格式</a:t>
            </a:r>
          </a:p>
        </p:txBody>
      </p:sp>
      <p:sp>
        <p:nvSpPr>
          <p:cNvPr id="49" name="Text Box 52">
            <a:extLst>
              <a:ext uri="{FF2B5EF4-FFF2-40B4-BE49-F238E27FC236}">
                <a16:creationId xmlns:a16="http://schemas.microsoft.com/office/drawing/2014/main" id="{FCD7A57B-08E5-9042-A816-5F41877FF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324" y="4764269"/>
            <a:ext cx="1191352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100BASE-TX</a:t>
            </a:r>
          </a:p>
        </p:txBody>
      </p:sp>
      <p:sp>
        <p:nvSpPr>
          <p:cNvPr id="50" name="Text Box 53">
            <a:extLst>
              <a:ext uri="{FF2B5EF4-FFF2-40B4-BE49-F238E27FC236}">
                <a16:creationId xmlns:a16="http://schemas.microsoft.com/office/drawing/2014/main" id="{A227F0AF-4662-F24A-9653-0AADE99E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436" y="5124632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100BASE-T4</a:t>
            </a:r>
          </a:p>
        </p:txBody>
      </p:sp>
      <p:sp>
        <p:nvSpPr>
          <p:cNvPr id="51" name="Text Box 54">
            <a:extLst>
              <a:ext uri="{FF2B5EF4-FFF2-40B4-BE49-F238E27FC236}">
                <a16:creationId xmlns:a16="http://schemas.microsoft.com/office/drawing/2014/main" id="{57422924-DBD0-594C-8374-4E4F54D33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199" y="4759507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100BASE-FX</a:t>
            </a:r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53523A51-905B-3D41-9BAA-9981C632BCA4}"/>
              </a:ext>
            </a:extLst>
          </p:cNvPr>
          <p:cNvSpPr>
            <a:spLocks/>
          </p:cNvSpPr>
          <p:nvPr/>
        </p:nvSpPr>
        <p:spPr bwMode="auto">
          <a:xfrm>
            <a:off x="3862024" y="4654732"/>
            <a:ext cx="1393825" cy="611187"/>
          </a:xfrm>
          <a:custGeom>
            <a:avLst/>
            <a:gdLst>
              <a:gd name="T0" fmla="*/ 0 w 878"/>
              <a:gd name="T1" fmla="*/ 2147483647 h 385"/>
              <a:gd name="T2" fmla="*/ 2147483647 w 878"/>
              <a:gd name="T3" fmla="*/ 0 h 38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78" h="385">
                <a:moveTo>
                  <a:pt x="0" y="385"/>
                </a:moveTo>
                <a:lnTo>
                  <a:pt x="878" y="0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3" name="Text Box 56">
            <a:extLst>
              <a:ext uri="{FF2B5EF4-FFF2-40B4-BE49-F238E27FC236}">
                <a16:creationId xmlns:a16="http://schemas.microsoft.com/office/drawing/2014/main" id="{1DE6B70E-6097-F84E-9788-C59914DB1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349" y="4757919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100BASE-T2</a:t>
            </a:r>
          </a:p>
        </p:txBody>
      </p:sp>
      <p:sp>
        <p:nvSpPr>
          <p:cNvPr id="54" name="Text Box 57">
            <a:extLst>
              <a:ext uri="{FF2B5EF4-FFF2-40B4-BE49-F238E27FC236}">
                <a16:creationId xmlns:a16="http://schemas.microsoft.com/office/drawing/2014/main" id="{B1DB8DC7-324F-CF44-874C-A25415747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886" y="5118282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100BASE-SX</a:t>
            </a:r>
          </a:p>
        </p:txBody>
      </p:sp>
      <p:sp>
        <p:nvSpPr>
          <p:cNvPr id="55" name="Text Box 58">
            <a:extLst>
              <a:ext uri="{FF2B5EF4-FFF2-40B4-BE49-F238E27FC236}">
                <a16:creationId xmlns:a16="http://schemas.microsoft.com/office/drawing/2014/main" id="{E95A44E5-EB2A-9946-80C0-81A38CBC2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2549" y="5113519"/>
            <a:ext cx="1204176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100BASE-BX</a:t>
            </a:r>
          </a:p>
        </p:txBody>
      </p:sp>
      <p:grpSp>
        <p:nvGrpSpPr>
          <p:cNvPr id="56" name="Group 67">
            <a:extLst>
              <a:ext uri="{FF2B5EF4-FFF2-40B4-BE49-F238E27FC236}">
                <a16:creationId xmlns:a16="http://schemas.microsoft.com/office/drawing/2014/main" id="{BD6F53D7-9BED-1E4A-8353-2414F7E4B271}"/>
              </a:ext>
            </a:extLst>
          </p:cNvPr>
          <p:cNvGrpSpPr>
            <a:grpSpLocks/>
          </p:cNvGrpSpPr>
          <p:nvPr/>
        </p:nvGrpSpPr>
        <p:grpSpPr bwMode="auto">
          <a:xfrm>
            <a:off x="6656025" y="4713470"/>
            <a:ext cx="2798763" cy="1595438"/>
            <a:chOff x="3579" y="2988"/>
            <a:chExt cx="1763" cy="1005"/>
          </a:xfrm>
        </p:grpSpPr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C50E32B5-3D8B-8548-B34B-8E5B3A3E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88"/>
              <a:ext cx="1709" cy="489"/>
            </a:xfrm>
            <a:custGeom>
              <a:avLst/>
              <a:gdLst>
                <a:gd name="T0" fmla="*/ 842 w 1709"/>
                <a:gd name="T1" fmla="*/ 0 h 489"/>
                <a:gd name="T2" fmla="*/ 843 w 1709"/>
                <a:gd name="T3" fmla="*/ 239 h 489"/>
                <a:gd name="T4" fmla="*/ 5 w 1709"/>
                <a:gd name="T5" fmla="*/ 239 h 489"/>
                <a:gd name="T6" fmla="*/ 0 w 1709"/>
                <a:gd name="T7" fmla="*/ 489 h 489"/>
                <a:gd name="T8" fmla="*/ 1709 w 1709"/>
                <a:gd name="T9" fmla="*/ 489 h 489"/>
                <a:gd name="T10" fmla="*/ 1704 w 1709"/>
                <a:gd name="T11" fmla="*/ 0 h 489"/>
                <a:gd name="T12" fmla="*/ 842 w 1709"/>
                <a:gd name="T13" fmla="*/ 0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9" h="489">
                  <a:moveTo>
                    <a:pt x="842" y="0"/>
                  </a:moveTo>
                  <a:lnTo>
                    <a:pt x="843" y="239"/>
                  </a:lnTo>
                  <a:lnTo>
                    <a:pt x="5" y="239"/>
                  </a:lnTo>
                  <a:lnTo>
                    <a:pt x="0" y="489"/>
                  </a:lnTo>
                  <a:lnTo>
                    <a:pt x="1709" y="489"/>
                  </a:lnTo>
                  <a:cubicBezTo>
                    <a:pt x="1707" y="330"/>
                    <a:pt x="1706" y="159"/>
                    <a:pt x="1704" y="0"/>
                  </a:cubicBezTo>
                  <a:lnTo>
                    <a:pt x="842" y="0"/>
                  </a:lnTo>
                  <a:close/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E7F465C2-97A3-0345-9A24-E2CE0791D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3494"/>
              <a:ext cx="227" cy="2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9" name="Text Box 61">
              <a:extLst>
                <a:ext uri="{FF2B5EF4-FFF2-40B4-BE49-F238E27FC236}">
                  <a16:creationId xmlns:a16="http://schemas.microsoft.com/office/drawing/2014/main" id="{202ECB0D-50EC-5C4A-BADA-C0CCB4364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" y="3741"/>
              <a:ext cx="133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0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光纤物理层</a:t>
              </a:r>
            </a:p>
          </p:txBody>
        </p:sp>
      </p:grpSp>
      <p:grpSp>
        <p:nvGrpSpPr>
          <p:cNvPr id="60" name="Group 66">
            <a:extLst>
              <a:ext uri="{FF2B5EF4-FFF2-40B4-BE49-F238E27FC236}">
                <a16:creationId xmlns:a16="http://schemas.microsoft.com/office/drawing/2014/main" id="{029E73D2-C030-8048-9731-A8014A0F5B04}"/>
              </a:ext>
            </a:extLst>
          </p:cNvPr>
          <p:cNvGrpSpPr>
            <a:grpSpLocks/>
          </p:cNvGrpSpPr>
          <p:nvPr/>
        </p:nvGrpSpPr>
        <p:grpSpPr bwMode="auto">
          <a:xfrm>
            <a:off x="2907936" y="4703945"/>
            <a:ext cx="5059363" cy="1628776"/>
            <a:chOff x="1218" y="2982"/>
            <a:chExt cx="3187" cy="1026"/>
          </a:xfrm>
        </p:grpSpPr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474C8A2E-BC6B-7A45-B113-AFB541E5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82"/>
              <a:ext cx="1664" cy="495"/>
            </a:xfrm>
            <a:custGeom>
              <a:avLst/>
              <a:gdLst>
                <a:gd name="T0" fmla="*/ 1664 w 1664"/>
                <a:gd name="T1" fmla="*/ 0 h 495"/>
                <a:gd name="T2" fmla="*/ 1652 w 1664"/>
                <a:gd name="T3" fmla="*/ 233 h 495"/>
                <a:gd name="T4" fmla="*/ 820 w 1664"/>
                <a:gd name="T5" fmla="*/ 233 h 495"/>
                <a:gd name="T6" fmla="*/ 814 w 1664"/>
                <a:gd name="T7" fmla="*/ 495 h 495"/>
                <a:gd name="T8" fmla="*/ 0 w 1664"/>
                <a:gd name="T9" fmla="*/ 495 h 495"/>
                <a:gd name="T10" fmla="*/ 0 w 1664"/>
                <a:gd name="T11" fmla="*/ 0 h 495"/>
                <a:gd name="T12" fmla="*/ 1664 w 1664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4" h="495">
                  <a:moveTo>
                    <a:pt x="1664" y="0"/>
                  </a:moveTo>
                  <a:lnTo>
                    <a:pt x="1652" y="233"/>
                  </a:lnTo>
                  <a:lnTo>
                    <a:pt x="820" y="233"/>
                  </a:lnTo>
                  <a:lnTo>
                    <a:pt x="814" y="495"/>
                  </a:lnTo>
                  <a:lnTo>
                    <a:pt x="0" y="495"/>
                  </a:lnTo>
                  <a:lnTo>
                    <a:pt x="0" y="0"/>
                  </a:lnTo>
                  <a:lnTo>
                    <a:pt x="1664" y="0"/>
                  </a:lnTo>
                  <a:close/>
                </a:path>
              </a:pathLst>
            </a:custGeom>
            <a:noFill/>
            <a:ln w="28575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Line 63">
              <a:extLst>
                <a:ext uri="{FF2B5EF4-FFF2-40B4-BE49-F238E27FC236}">
                  <a16:creationId xmlns:a16="http://schemas.microsoft.com/office/drawing/2014/main" id="{B16CB47D-76E2-3F42-AC2D-72C1962B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9" y="3503"/>
              <a:ext cx="227" cy="29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3" name="Text Box 65">
              <a:extLst>
                <a:ext uri="{FF2B5EF4-FFF2-40B4-BE49-F238E27FC236}">
                  <a16:creationId xmlns:a16="http://schemas.microsoft.com/office/drawing/2014/main" id="{9BA08050-1D02-1F4A-93AC-F727FE13E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8" y="3756"/>
              <a:ext cx="245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铜线（双绞线）物理层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B6913DDC-83CD-0F43-A24D-5DAA204FD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98" y="1611604"/>
            <a:ext cx="11197652" cy="1594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3200" i="1" kern="0" dirty="0">
                <a:solidFill>
                  <a:srgbClr val="0000A8"/>
                </a:solidFill>
                <a:cs typeface="+mn-cs"/>
              </a:rPr>
              <a:t>许多不同的 Ethernet 标准</a:t>
            </a:r>
            <a:r>
              <a:rPr lang="en-US" sz="3200" kern="0" dirty="0">
                <a:solidFill>
                  <a:srgbClr val="0000A8"/>
                </a:solidFill>
                <a:cs typeface="+mn-cs"/>
              </a:rPr>
              <a:t/>
            </a:r>
            <a:r>
              <a:rPr lang="en-US" sz="3200" kern="0" dirty="0">
                <a:cs typeface="+mn-cs"/>
              </a:rPr>
              <a:t/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共同的 MAC 协议和帧格式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不同速率：2 Mbps、10 Mbps、100 Mbps、1Gbps、10 Gbps、40 Gbps</a:t>
            </a:r>
          </a:p>
          <a:p>
            <a:pPr marL="0" indent="0">
              <a:lnSpc>
                <a:spcPct val="90000"/>
              </a:lnSpc>
              <a:buNone/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408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链路层：6-103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60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>
            <a:extLst>
              <a:ext uri="{FF2B5EF4-FFF2-40B4-BE49-F238E27FC236}">
                <a16:creationId xmlns:a16="http://schemas.microsoft.com/office/drawing/2014/main" id="{96190A6D-D10C-378F-938C-B1ECF336E5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41" y="2522733"/>
            <a:ext cx="3891279" cy="13860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>
            <a:extLst>
              <a:ext uri="{FF2B5EF4-FFF2-40B4-BE49-F238E27FC236}">
                <a16:creationId xmlns:a16="http://schemas.microsoft.com/office/drawing/2014/main" id="{78390216-453C-601C-D8C0-F537576F42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964" y="3754081"/>
            <a:ext cx="2750655" cy="13108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小型机构网络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到外部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网络层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路由器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子网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邮件服务器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服务器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1028" name="Picture 4" descr="交换机是什么交换机的作用_迅晖信息">
            <a:extLst>
              <a:ext uri="{FF2B5EF4-FFF2-40B4-BE49-F238E27FC236}">
                <a16:creationId xmlns:a16="http://schemas.microsoft.com/office/drawing/2014/main" id="{2EA187BA-F078-C770-ADE5-14B82E4FB2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80" y="4889510"/>
            <a:ext cx="2299847" cy="13042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7" name="Picture 186">
            <a:extLst>
              <a:ext uri="{FF2B5EF4-FFF2-40B4-BE49-F238E27FC236}">
                <a16:creationId xmlns:a16="http://schemas.microsoft.com/office/drawing/2014/main" id="{60B58909-CA99-91D9-F8D1-5466A737EC7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48168" y="1024544"/>
            <a:ext cx="1219200" cy="1079500"/>
          </a:xfrm>
          <a:prstGeom prst="rect">
            <a:avLst/>
          </a:prstGeom>
        </p:spPr>
      </p:pic>
      <p:grpSp>
        <p:nvGrpSpPr>
          <p:cNvPr id="189" name="Group 188">
            <a:extLst>
              <a:ext uri="{FF2B5EF4-FFF2-40B4-BE49-F238E27FC236}">
                <a16:creationId xmlns:a16="http://schemas.microsoft.com/office/drawing/2014/main" id="{7127AEF7-B0B8-1DCF-CB82-BCF2C70139EF}"/>
              </a:ext>
            </a:extLst>
          </p:cNvPr>
          <p:cNvGrpSpPr/>
          <p:nvPr/>
        </p:nvGrpSpPr>
        <p:grpSpPr>
          <a:xfrm>
            <a:off x="6129256" y="2301780"/>
            <a:ext cx="814388" cy="592296"/>
            <a:chOff x="10779761" y="5165408"/>
            <a:chExt cx="814388" cy="592296"/>
          </a:xfrm>
        </p:grpSpPr>
        <p:sp>
          <p:nvSpPr>
            <p:cNvPr id="190" name="Rectangle 1050">
              <a:extLst>
                <a:ext uri="{FF2B5EF4-FFF2-40B4-BE49-F238E27FC236}">
                  <a16:creationId xmlns:a16="http://schemas.microsoft.com/office/drawing/2014/main" id="{066E521C-0E81-6C29-2217-86711BAB5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0253" y="5257800"/>
              <a:ext cx="676275" cy="48075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91" name="Rectangle 1051">
              <a:extLst>
                <a:ext uri="{FF2B5EF4-FFF2-40B4-BE49-F238E27FC236}">
                  <a16:creationId xmlns:a16="http://schemas.microsoft.com/office/drawing/2014/main" id="{58ACE1D2-8689-66A5-616B-68877755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6755" y="5311776"/>
              <a:ext cx="690563" cy="44592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92" name="Rectangle 1052">
              <a:extLst>
                <a:ext uri="{FF2B5EF4-FFF2-40B4-BE49-F238E27FC236}">
                  <a16:creationId xmlns:a16="http://schemas.microsoft.com/office/drawing/2014/main" id="{9D0522F8-0777-638A-D82A-065A2609B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2789" y="5333646"/>
              <a:ext cx="685800" cy="17145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93" name="Text Box 1053">
              <a:extLst>
                <a:ext uri="{FF2B5EF4-FFF2-40B4-BE49-F238E27FC236}">
                  <a16:creationId xmlns:a16="http://schemas.microsoft.com/office/drawing/2014/main" id="{B556D2E2-FAF2-7469-CC16-4DCE9F65D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9761" y="5165408"/>
              <a:ext cx="814388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000" dirty="0">
                  <a:solidFill>
                    <a:schemeClr val="bg1"/>
                  </a:solidFill>
                </a:rPr>
                <a:t>k</a:t>
              </a:r>
              <a:endParaRPr lang="en-US" altLang="en-US" sz="1000" dirty="0"/>
            </a:p>
            <a:p>
              <a:pPr algn="ctr"/>
              <a:r>
                <a:rPr lang="en-US" altLang="en-US" sz="1000" dirty="0"/>
                <a:t>数据链路层</a:t>
              </a:r>
            </a:p>
            <a:p>
              <a:pPr algn="ctr"/>
              <a:r>
                <a:rPr lang="en-US" altLang="en-US" sz="1000" dirty="0"/>
                <a:t>物理层</a:t>
              </a:r>
              <a:endParaRPr lang="en-US" altLang="en-US" dirty="0"/>
            </a:p>
          </p:txBody>
        </p:sp>
        <p:sp>
          <p:nvSpPr>
            <p:cNvPr id="194" name="Line 1055">
              <a:extLst>
                <a:ext uri="{FF2B5EF4-FFF2-40B4-BE49-F238E27FC236}">
                  <a16:creationId xmlns:a16="http://schemas.microsoft.com/office/drawing/2014/main" id="{F346DA4C-72A4-F104-5008-5EC3DC23D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55324" y="5527121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B77FA3D-9E62-7780-1A22-A7626252263C}"/>
              </a:ext>
            </a:extLst>
          </p:cNvPr>
          <p:cNvGrpSpPr/>
          <p:nvPr/>
        </p:nvGrpSpPr>
        <p:grpSpPr>
          <a:xfrm>
            <a:off x="8141179" y="4158377"/>
            <a:ext cx="814388" cy="592296"/>
            <a:chOff x="10779761" y="5165408"/>
            <a:chExt cx="814388" cy="592296"/>
          </a:xfrm>
        </p:grpSpPr>
        <p:sp>
          <p:nvSpPr>
            <p:cNvPr id="196" name="Rectangle 1050">
              <a:extLst>
                <a:ext uri="{FF2B5EF4-FFF2-40B4-BE49-F238E27FC236}">
                  <a16:creationId xmlns:a16="http://schemas.microsoft.com/office/drawing/2014/main" id="{8A2E4FDF-6C73-73CE-5F90-FD08DBFAA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0253" y="5257800"/>
              <a:ext cx="676275" cy="48075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97" name="Rectangle 1051">
              <a:extLst>
                <a:ext uri="{FF2B5EF4-FFF2-40B4-BE49-F238E27FC236}">
                  <a16:creationId xmlns:a16="http://schemas.microsoft.com/office/drawing/2014/main" id="{0CC89D4F-DD92-F830-9869-963273BD8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6755" y="5311776"/>
              <a:ext cx="690563" cy="445928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98" name="Rectangle 1052">
              <a:extLst>
                <a:ext uri="{FF2B5EF4-FFF2-40B4-BE49-F238E27FC236}">
                  <a16:creationId xmlns:a16="http://schemas.microsoft.com/office/drawing/2014/main" id="{350CC609-E030-82A5-E762-B741C10C5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2789" y="5333646"/>
              <a:ext cx="685800" cy="17145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99" name="Text Box 1053">
              <a:extLst>
                <a:ext uri="{FF2B5EF4-FFF2-40B4-BE49-F238E27FC236}">
                  <a16:creationId xmlns:a16="http://schemas.microsoft.com/office/drawing/2014/main" id="{382A77EA-C857-4EC9-74C7-EB19105F7A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9761" y="5165408"/>
              <a:ext cx="814388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000" dirty="0">
                  <a:solidFill>
                    <a:schemeClr val="bg1"/>
                  </a:solidFill>
                </a:rPr>
                <a:t>k</a:t>
              </a:r>
              <a:endParaRPr lang="en-US" altLang="en-US" sz="1000" dirty="0"/>
            </a:p>
            <a:p>
              <a:pPr algn="ctr"/>
              <a:r>
                <a:rPr lang="en-US" altLang="en-US" sz="1000" dirty="0"/>
                <a:t>数据链路层</a:t>
              </a:r>
            </a:p>
            <a:p>
              <a:pPr algn="ctr"/>
              <a:r>
                <a:rPr lang="en-US" altLang="en-US" sz="1000" dirty="0"/>
                <a:t>物理层</a:t>
              </a:r>
              <a:endParaRPr lang="en-US" altLang="en-US" dirty="0"/>
            </a:p>
          </p:txBody>
        </p:sp>
        <p:sp>
          <p:nvSpPr>
            <p:cNvPr id="200" name="Line 1055">
              <a:extLst>
                <a:ext uri="{FF2B5EF4-FFF2-40B4-BE49-F238E27FC236}">
                  <a16:creationId xmlns:a16="http://schemas.microsoft.com/office/drawing/2014/main" id="{2D8EFC9D-8D4F-37F4-CB07-F72BC8277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55324" y="5527121"/>
              <a:ext cx="690563" cy="47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2" name="Group 1337">
            <a:extLst>
              <a:ext uri="{FF2B5EF4-FFF2-40B4-BE49-F238E27FC236}">
                <a16:creationId xmlns:a16="http://schemas.microsoft.com/office/drawing/2014/main" id="{EBA0E756-3CA9-8CEA-0019-E7A5F40D4371}"/>
              </a:ext>
            </a:extLst>
          </p:cNvPr>
          <p:cNvGrpSpPr>
            <a:grpSpLocks/>
          </p:cNvGrpSpPr>
          <p:nvPr/>
        </p:nvGrpSpPr>
        <p:grpSpPr bwMode="auto">
          <a:xfrm>
            <a:off x="9268234" y="4416425"/>
            <a:ext cx="415925" cy="385762"/>
            <a:chOff x="2751" y="1851"/>
            <a:chExt cx="462" cy="478"/>
          </a:xfrm>
        </p:grpSpPr>
        <p:pic>
          <p:nvPicPr>
            <p:cNvPr id="203" name="Picture 1338" descr="iphone_stylized_small">
              <a:extLst>
                <a:ext uri="{FF2B5EF4-FFF2-40B4-BE49-F238E27FC236}">
                  <a16:creationId xmlns:a16="http://schemas.microsoft.com/office/drawing/2014/main" id="{E08D8F1E-62D4-0809-D484-E3387407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1339" descr="antenna_radiation_stylized">
              <a:extLst>
                <a:ext uri="{FF2B5EF4-FFF2-40B4-BE49-F238E27FC236}">
                  <a16:creationId xmlns:a16="http://schemas.microsoft.com/office/drawing/2014/main" id="{FEF41CE5-87CD-DAD8-AB2D-970176FEA6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5" name="Group 1046">
            <a:extLst>
              <a:ext uri="{FF2B5EF4-FFF2-40B4-BE49-F238E27FC236}">
                <a16:creationId xmlns:a16="http://schemas.microsoft.com/office/drawing/2014/main" id="{BD0D500E-3476-6510-0728-F6E61327D356}"/>
              </a:ext>
            </a:extLst>
          </p:cNvPr>
          <p:cNvGrpSpPr>
            <a:grpSpLocks/>
          </p:cNvGrpSpPr>
          <p:nvPr/>
        </p:nvGrpSpPr>
        <p:grpSpPr bwMode="auto">
          <a:xfrm>
            <a:off x="9311095" y="4022725"/>
            <a:ext cx="1047750" cy="996950"/>
            <a:chOff x="3402" y="719"/>
            <a:chExt cx="660" cy="628"/>
          </a:xfrm>
        </p:grpSpPr>
        <p:sp>
          <p:nvSpPr>
            <p:cNvPr id="206" name="Freeform 1030">
              <a:extLst>
                <a:ext uri="{FF2B5EF4-FFF2-40B4-BE49-F238E27FC236}">
                  <a16:creationId xmlns:a16="http://schemas.microsoft.com/office/drawing/2014/main" id="{572B5AF0-6198-9730-2736-1F6090F93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7" name="Group 310">
              <a:extLst>
                <a:ext uri="{FF2B5EF4-FFF2-40B4-BE49-F238E27FC236}">
                  <a16:creationId xmlns:a16="http://schemas.microsoft.com/office/drawing/2014/main" id="{B79C0E47-9C7A-0201-56C9-BA0C74B199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9" y="719"/>
              <a:ext cx="513" cy="547"/>
              <a:chOff x="2956" y="969"/>
              <a:chExt cx="513" cy="547"/>
            </a:xfrm>
          </p:grpSpPr>
          <p:sp>
            <p:nvSpPr>
              <p:cNvPr id="208" name="Rectangle 311">
                <a:extLst>
                  <a:ext uri="{FF2B5EF4-FFF2-40B4-BE49-F238E27FC236}">
                    <a16:creationId xmlns:a16="http://schemas.microsoft.com/office/drawing/2014/main" id="{36BDE85C-BF46-6CAD-9415-7D80C1B72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9" name="Rectangle 312">
                <a:extLst>
                  <a:ext uri="{FF2B5EF4-FFF2-40B4-BE49-F238E27FC236}">
                    <a16:creationId xmlns:a16="http://schemas.microsoft.com/office/drawing/2014/main" id="{5ABF1388-2CD6-12A8-50D2-B2004EF23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10" name="Rectangle 313">
                <a:extLst>
                  <a:ext uri="{FF2B5EF4-FFF2-40B4-BE49-F238E27FC236}">
                    <a16:creationId xmlns:a16="http://schemas.microsoft.com/office/drawing/2014/main" id="{F2A9DF31-72FB-0BAB-F085-DDEF94FE9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11" name="Text Box 314">
                <a:extLst>
                  <a:ext uri="{FF2B5EF4-FFF2-40B4-BE49-F238E27FC236}">
                    <a16:creationId xmlns:a16="http://schemas.microsoft.com/office/drawing/2014/main" id="{1D6C0297-B533-4362-23C9-74C87AB52A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000"/>
                  <a:t>应用层</a:t>
                </a:r>
              </a:p>
              <a:p>
                <a:pPr algn="ctr"/>
                <a:r>
                  <a:rPr lang="en-US" altLang="en-US" sz="1000"/>
                  <a:t>传输层</a:t>
                </a:r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网络层</a:t>
                </a:r>
                <a:endParaRPr lang="en-US" altLang="en-US" sz="1000"/>
              </a:p>
              <a:p>
                <a:pPr algn="ctr"/>
                <a:r>
                  <a:rPr lang="en-US" altLang="en-US" sz="1000"/>
                  <a:t>数据链路层</a:t>
                </a:r>
              </a:p>
              <a:p>
                <a:pPr algn="ctr"/>
                <a:r>
                  <a:rPr lang="en-US" altLang="en-US" sz="1000"/>
                  <a:t>物理层</a:t>
                </a:r>
                <a:endParaRPr lang="en-US" altLang="en-US"/>
              </a:p>
            </p:txBody>
          </p:sp>
          <p:sp>
            <p:nvSpPr>
              <p:cNvPr id="212" name="Line 315">
                <a:extLst>
                  <a:ext uri="{FF2B5EF4-FFF2-40B4-BE49-F238E27FC236}">
                    <a16:creationId xmlns:a16="http://schemas.microsoft.com/office/drawing/2014/main" id="{2BE9D1C5-0B9F-2437-427A-02D45CF260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3" name="Line 316">
                <a:extLst>
                  <a:ext uri="{FF2B5EF4-FFF2-40B4-BE49-F238E27FC236}">
                    <a16:creationId xmlns:a16="http://schemas.microsoft.com/office/drawing/2014/main" id="{90981B2F-522A-CE9C-91B5-B5CE24AE4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4" name="Line 317">
                <a:extLst>
                  <a:ext uri="{FF2B5EF4-FFF2-40B4-BE49-F238E27FC236}">
                    <a16:creationId xmlns:a16="http://schemas.microsoft.com/office/drawing/2014/main" id="{0C5269F3-E16F-40EF-FF55-FE94600AB0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5" name="Line 318">
                <a:extLst>
                  <a:ext uri="{FF2B5EF4-FFF2-40B4-BE49-F238E27FC236}">
                    <a16:creationId xmlns:a16="http://schemas.microsoft.com/office/drawing/2014/main" id="{9F933872-E539-1ABA-18A7-54A260466F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216" name="Rectangle 1281">
            <a:extLst>
              <a:ext uri="{FF2B5EF4-FFF2-40B4-BE49-F238E27FC236}">
                <a16:creationId xmlns:a16="http://schemas.microsoft.com/office/drawing/2014/main" id="{A3E6302A-CCAF-A77A-4C9B-02E3F625F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0490" y="4391025"/>
            <a:ext cx="596900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1800"/>
          </a:p>
        </p:txBody>
      </p:sp>
    </p:spTree>
    <p:extLst>
      <p:ext uri="{BB962C8B-B14F-4D97-AF65-F5344CB8AC3E}">
        <p14:creationId xmlns:p14="http://schemas.microsoft.com/office/powerpoint/2010/main" val="41920061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214 0.00371 C 0.02305 0.01759 0.0237 0.03148 0.02435 0.04537 C 0.00768 0.05139 -0.06745 0.03403 -0.08372 0.03982 C -0.08398 0.02292 -0.08398 0.00556 -0.08398 -0.01319 L -0.12474 -0.01042 C -0.12278 0.00579 -0.12812 0.01921 -0.12708 0.03426 L -0.25794 -0.16713 C -0.26302 -0.20787 -0.27226 -0.2243 -0.25338 -0.24352 C -0.25521 -0.25764 -0.25781 -0.27153 -0.25846 -0.28588 C -0.24427 -0.2868 -0.28229 -0.2993 -0.28763 -0.2868 C -0.29114 -0.27477 -0.28789 -0.24097 -0.28789 -0.21458 L -0.3457 -0.28264 L -0.40234 -0.37731 C -0.40312 -0.40532 -0.40468 -0.43287 -0.39713 -0.44653 " pathEditMode="relative" rAng="0" ptsTypes="AAAAAAAAAAAAAA">
                                      <p:cBhvr>
                                        <p:cTn id="13" dur="5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159" y="-203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500"/>
                            </p:stCondLst>
                            <p:childTnLst>
                              <p:par>
                                <p:cTn id="15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6" grpId="0" animBg="1"/>
      <p:bldP spid="216" grpId="1" animBg="1"/>
      <p:bldP spid="216" grpId="2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交换机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58132559-8058-8A4C-B10B-2116E2272F90}"/>
              </a:ext>
            </a:extLst>
          </p:cNvPr>
          <p:cNvSpPr txBox="1">
            <a:spLocks noChangeArrowheads="1"/>
          </p:cNvSpPr>
          <p:nvPr/>
        </p:nvSpPr>
        <p:spPr>
          <a:xfrm>
            <a:off x="846268" y="1386357"/>
            <a:ext cx="10756119" cy="4909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/>
              <a:t>交换机是链路层设备：主动发挥作用</a:t>
            </a:r>
            <a:r>
              <a:rPr lang="en-US" sz="3200" dirty="0">
                <a:solidFill>
                  <a:srgbClr val="C00000"/>
                </a:solidFill>
              </a:rPr>
              <a:t/>
            </a:r>
            <a:r>
              <a:rPr lang="en-US" sz="3200" dirty="0"/>
              <a:t/>
            </a:r>
            <a:r>
              <a:rPr lang="en-US" sz="3200" i="1" dirty="0">
                <a:solidFill>
                  <a:srgbClr val="0000A8"/>
                </a:solidFill>
              </a:rPr>
              <a:t/>
            </a:r>
            <a:r>
              <a:rPr lang="en-US" sz="3200" dirty="0"/>
              <a:t/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存储并转发 Ethernet 帧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检查到达帧的 MAC 地址；当帧需要在网段上转发时，选择性地转发到一条或多条外出链路；使用 CSMA/CD 访问网段</a:t>
            </a:r>
            <a:r>
              <a:rPr lang="en-US" sz="2800" i="1" dirty="0">
                <a:solidFill>
                  <a:srgbClr val="0000A8"/>
                </a:solidFill>
              </a:rPr>
              <a:t/>
            </a:r>
            <a:r>
              <a:rPr lang="en-US" sz="2800" dirty="0"/>
              <a:t/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透明：主机不知道交换机的存在</a:t>
            </a:r>
            <a:r>
              <a:rPr lang="en-US" sz="2800" dirty="0"/>
              <a:t/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即插即用、自学习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交换机无需配置</a:t>
            </a: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40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交换机：多个同时传输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具有六个接口（1,2,3,4,5,6）的交换机 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/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/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主机与交换机有专用直连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交换机缓冲分组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每条进入链路使用 Ethernet 协议，因此： </a:t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 lvl="1" indent="-293688">
              <a:defRPr/>
            </a:pPr>
            <a:r>
              <a:rPr lang="en-US" sz="2800" dirty="0"/>
              <a:t>无碰撞；全双工</a:t>
            </a:r>
          </a:p>
          <a:p>
            <a:pPr lvl="1">
              <a:defRPr/>
            </a:pPr>
            <a:r>
              <a:rPr lang="en-US" sz="2800" dirty="0"/>
              <a:t>每条链路都是自己的碰撞域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50"/>
            <a:ext cx="6723621" cy="1489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交换：A 到 A’ 与 B 到 B’ 可同时传输，且无碰撞</a:t>
            </a:r>
            <a:r>
              <a:rPr lang="en-US" dirty="0"/>
              <a:t/>
            </a:r>
            <a:r>
              <a:rPr lang="en-US" altLang="ja-JP" dirty="0"/>
              <a:t/>
            </a:r>
            <a:r>
              <a:rPr lang="en-US" dirty="0"/>
              <a:t/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4175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Left-Right Arrow 133">
            <a:extLst>
              <a:ext uri="{FF2B5EF4-FFF2-40B4-BE49-F238E27FC236}">
                <a16:creationId xmlns:a16="http://schemas.microsoft.com/office/drawing/2014/main" id="{8716E4D4-5340-A04D-84B1-535BF0345A0D}"/>
              </a:ext>
            </a:extLst>
          </p:cNvPr>
          <p:cNvSpPr/>
          <p:nvPr/>
        </p:nvSpPr>
        <p:spPr>
          <a:xfrm rot="9282253">
            <a:off x="8060403" y="3378664"/>
            <a:ext cx="1986794" cy="199277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926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130" grpId="0" animBg="1"/>
      <p:bldP spid="134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交换机：多个同时传输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具有六个接口（1,2,3,4,5,6）的交换机  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/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/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主机与交换机有专用直连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交换机缓冲分组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每条进入链路使用 Ethernet 协议，因此： </a:t>
            </a:r>
            <a:r>
              <a:rPr lang="en-US" i="1" dirty="0"/>
              <a:t/>
            </a:r>
            <a:r>
              <a:rPr lang="en-US" dirty="0"/>
              <a:t/>
            </a:r>
          </a:p>
          <a:p>
            <a:pPr lvl="1" indent="-293688">
              <a:defRPr/>
            </a:pPr>
            <a:r>
              <a:rPr lang="en-US" sz="2800" dirty="0"/>
              <a:t>无碰撞；全双工</a:t>
            </a:r>
          </a:p>
          <a:p>
            <a:pPr lvl="1">
              <a:defRPr/>
            </a:pPr>
            <a:r>
              <a:rPr lang="en-US" sz="2800" dirty="0"/>
              <a:t>每条链路都是自己的碰撞域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49"/>
            <a:ext cx="6723621" cy="17505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交换：A 到 A’ 与 B 到 B’ 可同时传输，且无碰撞</a:t>
            </a:r>
            <a:r>
              <a:rPr lang="en-US" dirty="0"/>
              <a:t/>
            </a:r>
            <a:r>
              <a:rPr lang="en-US" altLang="ja-JP" dirty="0"/>
              <a:t/>
            </a:r>
            <a:r>
              <a:rPr lang="en-US" dirty="0"/>
              <a:t/>
            </a:r>
          </a:p>
          <a:p>
            <a:pPr lvl="1" indent="-293688">
              <a:defRPr/>
            </a:pPr>
            <a:r>
              <a:rPr lang="en-US" dirty="0"/>
              <a:t>但 A 到 A’ 与 C 到 A’ 不能同时发生 </a:t>
            </a:r>
            <a:r>
              <a:rPr lang="en-US" i="1" dirty="0"/>
              <a:t/>
            </a:r>
            <a:r>
              <a:rPr lang="en-US" dirty="0"/>
              <a:t/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3249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own Arrow 2">
            <a:extLst>
              <a:ext uri="{FF2B5EF4-FFF2-40B4-BE49-F238E27FC236}">
                <a16:creationId xmlns:a16="http://schemas.microsoft.com/office/drawing/2014/main" id="{9A3E0939-38DE-0C45-ACDE-CA1F0EECF0D8}"/>
              </a:ext>
            </a:extLst>
          </p:cNvPr>
          <p:cNvSpPr/>
          <p:nvPr/>
        </p:nvSpPr>
        <p:spPr>
          <a:xfrm>
            <a:off x="9120852" y="3472405"/>
            <a:ext cx="185194" cy="75235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13D7BA5-ACC3-8B47-832A-E18396A3E89E}"/>
              </a:ext>
            </a:extLst>
          </p:cNvPr>
          <p:cNvCxnSpPr>
            <a:cxnSpLocks/>
          </p:cNvCxnSpPr>
          <p:nvPr/>
        </p:nvCxnSpPr>
        <p:spPr>
          <a:xfrm>
            <a:off x="9178725" y="3487837"/>
            <a:ext cx="717630" cy="36653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7F559CCE-5086-9E49-8C51-74974885AF5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1000"/>
          </a:blip>
          <a:stretch>
            <a:fillRect/>
          </a:stretch>
        </p:blipFill>
        <p:spPr>
          <a:xfrm>
            <a:off x="8310621" y="2697717"/>
            <a:ext cx="1577693" cy="1699054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235807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交换机转发表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3" name="Rectangle 3">
            <a:extLst>
              <a:ext uri="{FF2B5EF4-FFF2-40B4-BE49-F238E27FC236}">
                <a16:creationId xmlns:a16="http://schemas.microsoft.com/office/drawing/2014/main" id="{3272ACEF-9C84-214A-B643-3A7A1976A772}"/>
              </a:ext>
            </a:extLst>
          </p:cNvPr>
          <p:cNvSpPr txBox="1">
            <a:spLocks noChangeArrowheads="1"/>
          </p:cNvSpPr>
          <p:nvPr/>
        </p:nvSpPr>
        <p:spPr>
          <a:xfrm>
            <a:off x="789457" y="1563480"/>
            <a:ext cx="6960458" cy="1374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388938">
              <a:lnSpc>
                <a:spcPts val="3000"/>
              </a:lnSpc>
              <a:buFont typeface="Wingdings" charset="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问：交换机如何知道 A’ 可经接口 4 到达、B’ 可经接口 5 到达？</a:t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dirty="0"/>
              <a:t/>
            </a:r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A82580A7-8BF6-A34C-A06F-64205B1C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393" y="2506650"/>
            <a:ext cx="5892981" cy="2132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3000"/>
              </a:lnSpc>
              <a:buSzPct val="10000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答：每台交换机都有一张交换表，每个表项为：</a:t>
            </a:r>
            <a:r>
              <a:rPr lang="en-US" i="1" dirty="0">
                <a:solidFill>
                  <a:srgbClr val="CC0000"/>
                </a:solidFill>
              </a:rPr>
              <a:t/>
            </a:r>
            <a:r>
              <a:rPr lang="en-US" dirty="0"/>
              <a:t/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dirty="0">
                <a:solidFill>
                  <a:srgbClr val="FF0000"/>
                </a:solidFill>
              </a:rPr>
              <a:t/>
            </a:r>
            <a:r>
              <a:rPr lang="en-US" dirty="0"/>
              <a:t/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（主机 MAC 地址，到达该主机的接口，时间戳）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看起来像路由表！</a:t>
            </a:r>
          </a:p>
        </p:txBody>
      </p:sp>
      <p:sp>
        <p:nvSpPr>
          <p:cNvPr id="55" name="Rectangle 3">
            <a:extLst>
              <a:ext uri="{FF2B5EF4-FFF2-40B4-BE49-F238E27FC236}">
                <a16:creationId xmlns:a16="http://schemas.microsoft.com/office/drawing/2014/main" id="{B5C1B845-8A4E-8643-95FE-E6C348037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530" y="4863228"/>
            <a:ext cx="6100996" cy="1687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461963" indent="-403225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CC0000"/>
                </a:solidFill>
              </a:rPr>
              <a:t>问：交换表中的表项如何创建和维护？ </a:t>
            </a:r>
            <a:r>
              <a:rPr lang="en-US" sz="3200" i="1" dirty="0">
                <a:solidFill>
                  <a:srgbClr val="CC0000"/>
                </a:solidFill>
              </a:rPr>
              <a:t/>
            </a:r>
            <a:r>
              <a:rPr lang="en-US" dirty="0"/>
              <a:t/>
            </a:r>
            <a:endParaRPr lang="en-US" sz="3200" dirty="0"/>
          </a:p>
          <a:p>
            <a:pPr marL="806450" lvl="1" indent="-284163">
              <a:lnSpc>
                <a:spcPct val="100000"/>
              </a:lnSpc>
              <a:defRPr/>
            </a:pPr>
            <a:r>
              <a:rPr lang="en-US" dirty="0"/>
              <a:t>类似路由协议吗？</a:t>
            </a:r>
          </a:p>
        </p:txBody>
      </p:sp>
    </p:spTree>
    <p:extLst>
      <p:ext uri="{BB962C8B-B14F-4D97-AF65-F5344CB8AC3E}">
        <p14:creationId xmlns:p14="http://schemas.microsoft.com/office/powerpoint/2010/main" val="2207835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交换机：自学习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链路层：6-109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6" name="Rectangle 3">
            <a:extLst>
              <a:ext uri="{FF2B5EF4-FFF2-40B4-BE49-F238E27FC236}">
                <a16:creationId xmlns:a16="http://schemas.microsoft.com/office/drawing/2014/main" id="{85F01849-AEE6-3441-878F-12EDB7FD0A7C}"/>
              </a:ext>
            </a:extLst>
          </p:cNvPr>
          <p:cNvSpPr txBox="1">
            <a:spLocks noChangeArrowheads="1"/>
          </p:cNvSpPr>
          <p:nvPr/>
        </p:nvSpPr>
        <p:spPr>
          <a:xfrm>
            <a:off x="976536" y="1261672"/>
            <a:ext cx="5123322" cy="4956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lnSpc>
                <a:spcPct val="100000"/>
              </a:lnSpc>
              <a:defRPr/>
            </a:pPr>
            <a:r>
              <a:rPr lang="en-US" sz="3200" dirty="0"/>
              <a:t>交换机学习哪些主机可通过哪些接口到达</a:t>
            </a:r>
            <a:r>
              <a:rPr lang="en-US" sz="3200" dirty="0">
                <a:solidFill>
                  <a:srgbClr val="FF0000"/>
                </a:solidFill>
              </a:rPr>
              <a:t/>
            </a:r>
            <a:r>
              <a:rPr lang="en-US" sz="3200" i="1" dirty="0">
                <a:solidFill>
                  <a:srgbClr val="CC0000"/>
                </a:solidFill>
              </a:rPr>
              <a:t/>
            </a:r>
            <a:r>
              <a:rPr lang="en-US" sz="3200" dirty="0">
                <a:solidFill>
                  <a:srgbClr val="CC0000"/>
                </a:solidFill>
              </a:rPr>
              <a:t/>
            </a:r>
            <a:r>
              <a:rPr lang="en-US" sz="3200" dirty="0"/>
              <a:t/>
            </a:r>
          </a:p>
        </p:txBody>
      </p:sp>
      <p:grpSp>
        <p:nvGrpSpPr>
          <p:cNvPr id="87" name="Group 36">
            <a:extLst>
              <a:ext uri="{FF2B5EF4-FFF2-40B4-BE49-F238E27FC236}">
                <a16:creationId xmlns:a16="http://schemas.microsoft.com/office/drawing/2014/main" id="{DAA48F12-6533-5E49-BC8C-E6111336043F}"/>
              </a:ext>
            </a:extLst>
          </p:cNvPr>
          <p:cNvGrpSpPr>
            <a:grpSpLocks/>
          </p:cNvGrpSpPr>
          <p:nvPr/>
        </p:nvGrpSpPr>
        <p:grpSpPr bwMode="auto">
          <a:xfrm>
            <a:off x="9401904" y="1700213"/>
            <a:ext cx="1428750" cy="369887"/>
            <a:chOff x="1750" y="3514"/>
            <a:chExt cx="900" cy="233"/>
          </a:xfrm>
        </p:grpSpPr>
        <p:sp>
          <p:nvSpPr>
            <p:cNvPr id="90" name="Rectangle 32">
              <a:extLst>
                <a:ext uri="{FF2B5EF4-FFF2-40B4-BE49-F238E27FC236}">
                  <a16:creationId xmlns:a16="http://schemas.microsoft.com/office/drawing/2014/main" id="{D78A7103-7C7E-4148-ADEE-247272ED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4" name="Text Box 33">
              <a:extLst>
                <a:ext uri="{FF2B5EF4-FFF2-40B4-BE49-F238E27FC236}">
                  <a16:creationId xmlns:a16="http://schemas.microsoft.com/office/drawing/2014/main" id="{DFB7B335-ED11-BB47-948B-912AABEB9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01" name="Line 34">
              <a:extLst>
                <a:ext uri="{FF2B5EF4-FFF2-40B4-BE49-F238E27FC236}">
                  <a16:creationId xmlns:a16="http://schemas.microsoft.com/office/drawing/2014/main" id="{5AD7E61E-1B4F-9F40-849C-B58555EB7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Line 35">
              <a:extLst>
                <a:ext uri="{FF2B5EF4-FFF2-40B4-BE49-F238E27FC236}">
                  <a16:creationId xmlns:a16="http://schemas.microsoft.com/office/drawing/2014/main" id="{9BB2E148-C440-834C-AD0F-790E8F10D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2" name="Group 41">
            <a:extLst>
              <a:ext uri="{FF2B5EF4-FFF2-40B4-BE49-F238E27FC236}">
                <a16:creationId xmlns:a16="http://schemas.microsoft.com/office/drawing/2014/main" id="{3C28E805-471B-E04D-97A8-9A5E40DFB23E}"/>
              </a:ext>
            </a:extLst>
          </p:cNvPr>
          <p:cNvGrpSpPr>
            <a:grpSpLocks/>
          </p:cNvGrpSpPr>
          <p:nvPr/>
        </p:nvGrpSpPr>
        <p:grpSpPr bwMode="auto">
          <a:xfrm>
            <a:off x="9617804" y="1001713"/>
            <a:ext cx="1450975" cy="714375"/>
            <a:chOff x="4406" y="331"/>
            <a:chExt cx="914" cy="450"/>
          </a:xfrm>
        </p:grpSpPr>
        <p:sp>
          <p:nvSpPr>
            <p:cNvPr id="113" name="Line 37">
              <a:extLst>
                <a:ext uri="{FF2B5EF4-FFF2-40B4-BE49-F238E27FC236}">
                  <a16:creationId xmlns:a16="http://schemas.microsoft.com/office/drawing/2014/main" id="{6AB9F431-37D8-8C42-BF8F-9B4CFEC5C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Line 38">
              <a:extLst>
                <a:ext uri="{FF2B5EF4-FFF2-40B4-BE49-F238E27FC236}">
                  <a16:creationId xmlns:a16="http://schemas.microsoft.com/office/drawing/2014/main" id="{01DF6A7E-0C82-EF4D-B658-AFDC6B130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39">
              <a:extLst>
                <a:ext uri="{FF2B5EF4-FFF2-40B4-BE49-F238E27FC236}">
                  <a16:creationId xmlns:a16="http://schemas.microsoft.com/office/drawing/2014/main" id="{89A8208A-B64D-A649-BF1C-4C74413EA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源：A</a:t>
              </a:r>
            </a:p>
          </p:txBody>
        </p:sp>
        <p:sp>
          <p:nvSpPr>
            <p:cNvPr id="117" name="Text Box 40">
              <a:extLst>
                <a:ext uri="{FF2B5EF4-FFF2-40B4-BE49-F238E27FC236}">
                  <a16:creationId xmlns:a16="http://schemas.microsoft.com/office/drawing/2014/main" id="{DAE4B472-EC59-3840-A021-8B5DF3B06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目的：A’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/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36" name="Group 47">
            <a:extLst>
              <a:ext uri="{FF2B5EF4-FFF2-40B4-BE49-F238E27FC236}">
                <a16:creationId xmlns:a16="http://schemas.microsoft.com/office/drawing/2014/main" id="{1B12577C-0191-8E4E-A291-946524830733}"/>
              </a:ext>
            </a:extLst>
          </p:cNvPr>
          <p:cNvGrpSpPr>
            <a:grpSpLocks/>
          </p:cNvGrpSpPr>
          <p:nvPr/>
        </p:nvGrpSpPr>
        <p:grpSpPr bwMode="auto">
          <a:xfrm>
            <a:off x="6859613" y="5161978"/>
            <a:ext cx="3017838" cy="1444625"/>
            <a:chOff x="3441" y="3154"/>
            <a:chExt cx="1901" cy="910"/>
          </a:xfrm>
        </p:grpSpPr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CFC4983A-87EB-6F46-ABFC-40F8E7DC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138" name="Text Box 42">
              <a:extLst>
                <a:ext uri="{FF2B5EF4-FFF2-40B4-BE49-F238E27FC236}">
                  <a16:creationId xmlns:a16="http://schemas.microsoft.com/office/drawing/2014/main" id="{73B1613F-E0C4-884E-BF3F-ED286CD7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MAC 地址 接口 TTL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27310E1A-F7A8-C34F-B4AB-DA69889E7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0" name="Line 45">
              <a:extLst>
                <a:ext uri="{FF2B5EF4-FFF2-40B4-BE49-F238E27FC236}">
                  <a16:creationId xmlns:a16="http://schemas.microsoft.com/office/drawing/2014/main" id="{8D5C0673-87EF-E145-991E-580068245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1" name="Line 46">
              <a:extLst>
                <a:ext uri="{FF2B5EF4-FFF2-40B4-BE49-F238E27FC236}">
                  <a16:creationId xmlns:a16="http://schemas.microsoft.com/office/drawing/2014/main" id="{25D52884-545E-1443-BF74-A53234D42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142" name="Text Box 48">
            <a:extLst>
              <a:ext uri="{FF2B5EF4-FFF2-40B4-BE49-F238E27FC236}">
                <a16:creationId xmlns:a16="http://schemas.microsoft.com/office/drawing/2014/main" id="{2C00B571-E4E4-084A-9CDA-55138944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1998" y="5026261"/>
            <a:ext cx="1724025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交换表 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（初始为空）</a:t>
            </a:r>
          </a:p>
        </p:txBody>
      </p:sp>
      <p:grpSp>
        <p:nvGrpSpPr>
          <p:cNvPr id="143" name="Group 53">
            <a:extLst>
              <a:ext uri="{FF2B5EF4-FFF2-40B4-BE49-F238E27FC236}">
                <a16:creationId xmlns:a16="http://schemas.microsoft.com/office/drawing/2014/main" id="{D17C6D36-E54D-044E-A019-1162299E8C67}"/>
              </a:ext>
            </a:extLst>
          </p:cNvPr>
          <p:cNvGrpSpPr>
            <a:grpSpLocks/>
          </p:cNvGrpSpPr>
          <p:nvPr/>
        </p:nvGrpSpPr>
        <p:grpSpPr bwMode="auto">
          <a:xfrm>
            <a:off x="7294588" y="5595366"/>
            <a:ext cx="2471738" cy="376237"/>
            <a:chOff x="2376" y="3383"/>
            <a:chExt cx="1557" cy="237"/>
          </a:xfrm>
        </p:grpSpPr>
        <p:sp>
          <p:nvSpPr>
            <p:cNvPr id="144" name="Text Box 49">
              <a:extLst>
                <a:ext uri="{FF2B5EF4-FFF2-40B4-BE49-F238E27FC236}">
                  <a16:creationId xmlns:a16="http://schemas.microsoft.com/office/drawing/2014/main" id="{10AD2303-735E-E141-A4FF-C74D8EE49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45" name="Text Box 50">
              <a:extLst>
                <a:ext uri="{FF2B5EF4-FFF2-40B4-BE49-F238E27FC236}">
                  <a16:creationId xmlns:a16="http://schemas.microsoft.com/office/drawing/2014/main" id="{6F0C2F89-1DDF-4F4A-8300-2FCD7BA38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46" name="Text Box 51">
              <a:extLst>
                <a:ext uri="{FF2B5EF4-FFF2-40B4-BE49-F238E27FC236}">
                  <a16:creationId xmlns:a16="http://schemas.microsoft.com/office/drawing/2014/main" id="{53CB1A69-A5BC-F24D-B6A2-DB1296661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147" name="Rectangle 3">
            <a:extLst>
              <a:ext uri="{FF2B5EF4-FFF2-40B4-BE49-F238E27FC236}">
                <a16:creationId xmlns:a16="http://schemas.microsoft.com/office/drawing/2014/main" id="{FBFA79B0-81AC-9341-8AC3-2D621A889701}"/>
              </a:ext>
            </a:extLst>
          </p:cNvPr>
          <p:cNvSpPr txBox="1">
            <a:spLocks noChangeArrowheads="1"/>
          </p:cNvSpPr>
          <p:nvPr/>
        </p:nvSpPr>
        <p:spPr>
          <a:xfrm>
            <a:off x="770121" y="2803034"/>
            <a:ext cx="5123322" cy="14101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收到帧时，交换机“学习”发送方的位置：进入的 LAN 网段</a:t>
            </a:r>
          </a:p>
        </p:txBody>
      </p:sp>
      <p:sp>
        <p:nvSpPr>
          <p:cNvPr id="148" name="Rectangle 3">
            <a:extLst>
              <a:ext uri="{FF2B5EF4-FFF2-40B4-BE49-F238E27FC236}">
                <a16:creationId xmlns:a16="http://schemas.microsoft.com/office/drawing/2014/main" id="{F0D7D631-1213-B24D-A84E-319118ACBB6D}"/>
              </a:ext>
            </a:extLst>
          </p:cNvPr>
          <p:cNvSpPr txBox="1">
            <a:spLocks noChangeArrowheads="1"/>
          </p:cNvSpPr>
          <p:nvPr/>
        </p:nvSpPr>
        <p:spPr>
          <a:xfrm>
            <a:off x="783624" y="4101328"/>
            <a:ext cx="5123322" cy="10378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在交换表中记录发送方/位置对</a:t>
            </a:r>
          </a:p>
        </p:txBody>
      </p:sp>
    </p:spTree>
    <p:extLst>
      <p:ext uri="{BB962C8B-B14F-4D97-AF65-F5344CB8AC3E}">
        <p14:creationId xmlns:p14="http://schemas.microsoft.com/office/powerpoint/2010/main" val="190616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48148E-6 L -0.1069 0.11481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47" grpId="0"/>
      <p:bldP spid="148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交换机：帧过滤/转发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链路层：6-110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74" name="Rectangle 3">
            <a:extLst>
              <a:ext uri="{FF2B5EF4-FFF2-40B4-BE49-F238E27FC236}">
                <a16:creationId xmlns:a16="http://schemas.microsoft.com/office/drawing/2014/main" id="{9D301D7F-691E-9442-B7E1-16D484F2E6B3}"/>
              </a:ext>
            </a:extLst>
          </p:cNvPr>
          <p:cNvSpPr txBox="1">
            <a:spLocks noChangeArrowheads="1"/>
          </p:cNvSpPr>
          <p:nvPr/>
        </p:nvSpPr>
        <p:spPr>
          <a:xfrm>
            <a:off x="630237" y="1370013"/>
            <a:ext cx="10867219" cy="50958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1000"/>
              </a:spcAft>
              <a:buFont typeface="Wingdings" charset="0"/>
              <a:buNone/>
              <a:defRPr/>
            </a:pPr>
            <a:r>
              <a:rPr lang="en-US" sz="3200" dirty="0"/>
              <a:t>当交换机收到帧时：</a:t>
            </a:r>
            <a:endParaRPr lang="en-US" dirty="0"/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记录进入链路和发送主机的 MAC 地址</a:t>
            </a:r>
            <a:r>
              <a:rPr lang="en-US" sz="2800" dirty="0"/>
              <a:t/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用 MAC 目的地址索引交换表</a:t>
            </a:r>
            <a:endParaRPr lang="en-US" sz="2800" b="1" dirty="0">
              <a:solidFill>
                <a:schemeClr val="accent2"/>
              </a:solidFill>
            </a:endParaRPr>
          </a:p>
          <a:p>
            <a:pPr lvl="1">
              <a:buFont typeface="Wingdings" charset="0"/>
              <a:buNone/>
              <a:defRPr/>
            </a:pPr>
            <a:r>
              <a:rPr lang="en-US" sz="2800" dirty="0">
                <a:solidFill>
                  <a:srgbClr val="000099"/>
                </a:solidFill>
              </a:rPr>
              <a:t>3. 若找到目的表项，则 {</a:t>
            </a:r>
            <a:r>
              <a:rPr lang="en-US" sz="2800" b="1" dirty="0">
                <a:solidFill>
                  <a:schemeClr val="accent2"/>
                </a:solidFill>
              </a:rPr>
              <a:t/>
            </a:r>
            <a:r>
              <a:rPr lang="en-US" sz="2800" dirty="0"/>
              <a:t/>
            </a:r>
            <a:br>
              <a:rPr lang="en-US" sz="2800" dirty="0"/>
            </a:br>
            <a:r>
              <a:rPr lang="en-US" sz="2800" dirty="0"/>
              <a:t/>
            </a:r>
            <a:r>
              <a:rPr lang="en-US" sz="2800" dirty="0">
                <a:solidFill>
                  <a:srgbClr val="000099"/>
                </a:solidFill>
              </a:rPr>
              <a:t/>
            </a:r>
          </a:p>
          <a:p>
            <a:pPr lvl="1">
              <a:buFont typeface="Wingdings" charset="0"/>
              <a:buNone/>
              <a:defRPr/>
            </a:pPr>
            <a:r>
              <a:rPr lang="en-US" sz="2800" b="1" dirty="0">
                <a:solidFill>
                  <a:srgbClr val="000099"/>
                </a:solidFill>
              </a:rPr>
              <a:t>     若目的主机就在帧到达的网段上，则丢弃帧</a:t>
            </a:r>
            <a:r>
              <a:rPr lang="en-US" sz="2800" dirty="0">
                <a:solidFill>
                  <a:srgbClr val="000099"/>
                </a:solidFill>
              </a:rPr>
              <a:t/>
            </a:r>
            <a:r>
              <a:rPr lang="en-US" sz="2800" b="1" dirty="0">
                <a:solidFill>
                  <a:schemeClr val="accent2"/>
                </a:solidFill>
              </a:rPr>
              <a:t/>
            </a:r>
            <a:r>
              <a:rPr lang="en-US" sz="2800" dirty="0"/>
              <a:t/>
            </a:r>
            <a:br>
              <a:rPr lang="en-US" sz="2800" dirty="0"/>
            </a:br>
            <a:r>
              <a:rPr lang="en-US" sz="2800" dirty="0"/>
              <a:t/>
            </a:r>
            <a:r>
              <a:rPr lang="en-US" sz="2800" dirty="0">
                <a:solidFill>
                  <a:srgbClr val="000099"/>
                </a:solidFill>
              </a:rPr>
              <a:t/>
            </a:r>
            <a:r>
              <a:rPr lang="en-US" sz="2800" dirty="0"/>
              <a:t/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     否则按表项指示的接口转发帧</a:t>
            </a:r>
            <a:r>
              <a:rPr lang="en-US" sz="2800" dirty="0">
                <a:solidFill>
                  <a:srgbClr val="000099"/>
                </a:solidFill>
              </a:rPr>
              <a:t/>
            </a:r>
            <a:r>
              <a:rPr lang="en-US" sz="2800" dirty="0"/>
              <a:t/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</a:t>
            </a:r>
            <a:r>
              <a:rPr lang="en-US" sz="2800" b="1" dirty="0">
                <a:solidFill>
                  <a:schemeClr val="accent2"/>
                </a:solidFill>
              </a:rPr>
              <a:t>  </a:t>
            </a:r>
            <a:r>
              <a:rPr lang="en-US" sz="2800" dirty="0">
                <a:solidFill>
                  <a:srgbClr val="000099"/>
                </a:solidFill>
              </a:rPr>
              <a:t>}</a:t>
            </a:r>
            <a:r>
              <a:rPr lang="en-US" sz="2800" b="1" dirty="0">
                <a:solidFill>
                  <a:schemeClr val="accent2"/>
                </a:solidFill>
              </a:rPr>
              <a:t>   </a:t>
            </a:r>
            <a:endParaRPr lang="en-US" sz="2800" dirty="0"/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否则泛洪 /* 在除到达接口外的所有接口上转发 */</a:t>
            </a:r>
            <a:r>
              <a:rPr lang="en-US" sz="2800" dirty="0">
                <a:solidFill>
                  <a:srgbClr val="000099"/>
                </a:solidFill>
              </a:rPr>
              <a:t/>
            </a:r>
            <a:r>
              <a:rPr lang="en-US" sz="2800" dirty="0"/>
              <a:t/>
            </a:r>
          </a:p>
          <a:p>
            <a:pPr lvl="3">
              <a:buFontTx/>
              <a:buNone/>
              <a:defRPr/>
            </a:pPr>
            <a:r>
              <a:rPr lang="en-US" sz="2400" dirty="0">
                <a:latin typeface="+mj-lt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0739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D9C7336-B284-B248-977F-12A6ED5617B2}"/>
              </a:ext>
            </a:extLst>
          </p:cNvPr>
          <p:cNvGrpSpPr/>
          <p:nvPr/>
        </p:nvGrpSpPr>
        <p:grpSpPr>
          <a:xfrm>
            <a:off x="6860837" y="1886940"/>
            <a:ext cx="3578613" cy="3064134"/>
            <a:chOff x="7670306" y="1697644"/>
            <a:chExt cx="3578613" cy="306413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9CA1041-69D6-AC4E-B034-24CA20B57C9C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ext Box 23">
              <a:extLst>
                <a:ext uri="{FF2B5EF4-FFF2-40B4-BE49-F238E27FC236}">
                  <a16:creationId xmlns:a16="http://schemas.microsoft.com/office/drawing/2014/main" id="{442EB782-14E1-9E40-83D8-F1C1B938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34" name="Text Box 24">
              <a:extLst>
                <a:ext uri="{FF2B5EF4-FFF2-40B4-BE49-F238E27FC236}">
                  <a16:creationId xmlns:a16="http://schemas.microsoft.com/office/drawing/2014/main" id="{0318F838-23C5-BE44-9E0A-BDEEDCAB6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5" name="Text Box 25">
              <a:extLst>
                <a:ext uri="{FF2B5EF4-FFF2-40B4-BE49-F238E27FC236}">
                  <a16:creationId xmlns:a16="http://schemas.microsoft.com/office/drawing/2014/main" id="{63DDD5B0-A791-0E47-A5AA-5DF8B5F1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36" name="Text Box 26">
              <a:extLst>
                <a:ext uri="{FF2B5EF4-FFF2-40B4-BE49-F238E27FC236}">
                  <a16:creationId xmlns:a16="http://schemas.microsoft.com/office/drawing/2014/main" id="{C027FE79-CD04-FD4A-881F-30A89725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7" name="Text Box 27">
              <a:extLst>
                <a:ext uri="{FF2B5EF4-FFF2-40B4-BE49-F238E27FC236}">
                  <a16:creationId xmlns:a16="http://schemas.microsoft.com/office/drawing/2014/main" id="{A053DC0F-643C-F04F-B0B7-D3D3390D0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38" name="Text Box 28">
              <a:extLst>
                <a:ext uri="{FF2B5EF4-FFF2-40B4-BE49-F238E27FC236}">
                  <a16:creationId xmlns:a16="http://schemas.microsoft.com/office/drawing/2014/main" id="{B0BD91C8-3388-7343-9A43-D6ECC51BD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239" name="Group 49">
              <a:extLst>
                <a:ext uri="{FF2B5EF4-FFF2-40B4-BE49-F238E27FC236}">
                  <a16:creationId xmlns:a16="http://schemas.microsoft.com/office/drawing/2014/main" id="{F3D12A85-8DCB-6F4C-87B3-910D40AD4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276" name="Picture 50" descr="desktop_computer_stylized_medium">
                <a:extLst>
                  <a:ext uri="{FF2B5EF4-FFF2-40B4-BE49-F238E27FC236}">
                    <a16:creationId xmlns:a16="http://schemas.microsoft.com/office/drawing/2014/main" id="{0FA5F242-D9CC-7B43-8B0F-CAA8253CE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4E3DB5FC-CF20-3248-9431-D1DB3E948D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40" name="Group 49">
              <a:extLst>
                <a:ext uri="{FF2B5EF4-FFF2-40B4-BE49-F238E27FC236}">
                  <a16:creationId xmlns:a16="http://schemas.microsoft.com/office/drawing/2014/main" id="{258BBD35-B717-1C41-8439-B58A64DE3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274" name="Picture 50" descr="desktop_computer_stylized_medium">
                <a:extLst>
                  <a:ext uri="{FF2B5EF4-FFF2-40B4-BE49-F238E27FC236}">
                    <a16:creationId xmlns:a16="http://schemas.microsoft.com/office/drawing/2014/main" id="{6340044B-A1E6-C542-8E79-5919087AB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5" name="Freeform 51">
                <a:extLst>
                  <a:ext uri="{FF2B5EF4-FFF2-40B4-BE49-F238E27FC236}">
                    <a16:creationId xmlns:a16="http://schemas.microsoft.com/office/drawing/2014/main" id="{733DB364-ACCE-4B43-AE61-F2D72C3FE7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1" name="Text Box 35">
              <a:extLst>
                <a:ext uri="{FF2B5EF4-FFF2-40B4-BE49-F238E27FC236}">
                  <a16:creationId xmlns:a16="http://schemas.microsoft.com/office/drawing/2014/main" id="{B2B2BEF6-3229-AC41-BF08-049A7A48F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42" name="Text Box 36">
              <a:extLst>
                <a:ext uri="{FF2B5EF4-FFF2-40B4-BE49-F238E27FC236}">
                  <a16:creationId xmlns:a16="http://schemas.microsoft.com/office/drawing/2014/main" id="{29AB05FA-043D-1141-98C2-F8D6AD2F6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243" name="Text Box 37">
              <a:extLst>
                <a:ext uri="{FF2B5EF4-FFF2-40B4-BE49-F238E27FC236}">
                  <a16:creationId xmlns:a16="http://schemas.microsoft.com/office/drawing/2014/main" id="{845B5800-C9CB-9C48-BBE7-C52D3843E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244" name="Text Box 38">
              <a:extLst>
                <a:ext uri="{FF2B5EF4-FFF2-40B4-BE49-F238E27FC236}">
                  <a16:creationId xmlns:a16="http://schemas.microsoft.com/office/drawing/2014/main" id="{6641849E-350C-FA4A-8B4F-5659349E1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245" name="Text Box 39">
              <a:extLst>
                <a:ext uri="{FF2B5EF4-FFF2-40B4-BE49-F238E27FC236}">
                  <a16:creationId xmlns:a16="http://schemas.microsoft.com/office/drawing/2014/main" id="{EA081912-6C33-A94C-B256-B5A4BA7F1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246" name="Text Box 40">
              <a:extLst>
                <a:ext uri="{FF2B5EF4-FFF2-40B4-BE49-F238E27FC236}">
                  <a16:creationId xmlns:a16="http://schemas.microsoft.com/office/drawing/2014/main" id="{537638BC-1028-1D4B-B4E0-32654E447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247" name="Rectangle 37">
              <a:extLst>
                <a:ext uri="{FF2B5EF4-FFF2-40B4-BE49-F238E27FC236}">
                  <a16:creationId xmlns:a16="http://schemas.microsoft.com/office/drawing/2014/main" id="{90D086F5-7A0E-AA45-A64C-8A5FF6B159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8" name="Rectangle 37">
              <a:extLst>
                <a:ext uri="{FF2B5EF4-FFF2-40B4-BE49-F238E27FC236}">
                  <a16:creationId xmlns:a16="http://schemas.microsoft.com/office/drawing/2014/main" id="{BA79AAD5-72BD-E845-9E60-E71A083155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9" name="Rectangle 37">
              <a:extLst>
                <a:ext uri="{FF2B5EF4-FFF2-40B4-BE49-F238E27FC236}">
                  <a16:creationId xmlns:a16="http://schemas.microsoft.com/office/drawing/2014/main" id="{53C00B0F-614B-9B4A-8B5D-F18B57A035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49C94F37-988D-9C40-8F4A-18EA0D63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1" name="Group 44">
              <a:extLst>
                <a:ext uri="{FF2B5EF4-FFF2-40B4-BE49-F238E27FC236}">
                  <a16:creationId xmlns:a16="http://schemas.microsoft.com/office/drawing/2014/main" id="{7E9300E7-296C-AF4E-B26B-6F621B493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272" name="Picture 45" descr="desktop_computer_stylized_medium">
                <a:extLst>
                  <a:ext uri="{FF2B5EF4-FFF2-40B4-BE49-F238E27FC236}">
                    <a16:creationId xmlns:a16="http://schemas.microsoft.com/office/drawing/2014/main" id="{BB1D91A6-CE77-6745-9F01-197C2645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3" name="Freeform 46">
                <a:extLst>
                  <a:ext uri="{FF2B5EF4-FFF2-40B4-BE49-F238E27FC236}">
                    <a16:creationId xmlns:a16="http://schemas.microsoft.com/office/drawing/2014/main" id="{006EE6F6-0578-544E-992A-7AB336043B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52" name="Picture 45" descr="desktop_computer_stylized_medium">
              <a:extLst>
                <a:ext uri="{FF2B5EF4-FFF2-40B4-BE49-F238E27FC236}">
                  <a16:creationId xmlns:a16="http://schemas.microsoft.com/office/drawing/2014/main" id="{9ACA2EB6-F20A-2C4B-8A2F-E6D3F5E5F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46">
              <a:extLst>
                <a:ext uri="{FF2B5EF4-FFF2-40B4-BE49-F238E27FC236}">
                  <a16:creationId xmlns:a16="http://schemas.microsoft.com/office/drawing/2014/main" id="{FFF48EE2-DF55-E144-A9BA-13654A919B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86E80F9-DAE6-1B41-8589-04255A26C26C}"/>
                </a:ext>
              </a:extLst>
            </p:cNvPr>
            <p:cNvCxnSpPr>
              <a:cxnSpLocks/>
              <a:stCxn id="247" idx="0"/>
              <a:endCxn id="250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15D3AA51-A22B-CA45-B72B-D80C353622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Rectangle 37">
              <a:extLst>
                <a:ext uri="{FF2B5EF4-FFF2-40B4-BE49-F238E27FC236}">
                  <a16:creationId xmlns:a16="http://schemas.microsoft.com/office/drawing/2014/main" id="{067CFD89-4499-D246-A986-D0BCD2B68E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7" name="Rectangle 37">
              <a:extLst>
                <a:ext uri="{FF2B5EF4-FFF2-40B4-BE49-F238E27FC236}">
                  <a16:creationId xmlns:a16="http://schemas.microsoft.com/office/drawing/2014/main" id="{61A42C6C-B063-584F-BF1D-F06305DD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AF5A4350-90DC-1B4D-96F3-BB88397B0C86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39002E78-2621-974E-B083-B26AFB5BE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4E4FBC91-5F89-5B45-ADE8-ECD82C1228A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B0D16B52-431B-3C43-9235-AEE9F9BC63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3FA7CB23-A881-CF4A-BF07-A7DFE7D23EB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02B7B083-6A6E-184A-92E8-9F1B934DE8F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56145C06-CABB-F140-BE89-9C6F8A9D818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EFB9D617-C10B-044D-905E-DB979763CE5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9" name="Group 44">
              <a:extLst>
                <a:ext uri="{FF2B5EF4-FFF2-40B4-BE49-F238E27FC236}">
                  <a16:creationId xmlns:a16="http://schemas.microsoft.com/office/drawing/2014/main" id="{3019FB51-9833-4343-8126-22D5F2F3D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263" name="Picture 45" descr="desktop_computer_stylized_medium">
                <a:extLst>
                  <a:ext uri="{FF2B5EF4-FFF2-40B4-BE49-F238E27FC236}">
                    <a16:creationId xmlns:a16="http://schemas.microsoft.com/office/drawing/2014/main" id="{B0D7DBF9-401C-CD44-9543-1523E4E9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4" name="Freeform 46">
                <a:extLst>
                  <a:ext uri="{FF2B5EF4-FFF2-40B4-BE49-F238E27FC236}">
                    <a16:creationId xmlns:a16="http://schemas.microsoft.com/office/drawing/2014/main" id="{A575CFD9-375B-754C-B04B-92FCB9BD71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60" name="Group 44">
              <a:extLst>
                <a:ext uri="{FF2B5EF4-FFF2-40B4-BE49-F238E27FC236}">
                  <a16:creationId xmlns:a16="http://schemas.microsoft.com/office/drawing/2014/main" id="{89E2D833-C5F0-7D4C-931F-4B3742677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261" name="Picture 45" descr="desktop_computer_stylized_medium">
                <a:extLst>
                  <a:ext uri="{FF2B5EF4-FFF2-40B4-BE49-F238E27FC236}">
                    <a16:creationId xmlns:a16="http://schemas.microsoft.com/office/drawing/2014/main" id="{548CE23B-194D-254B-8DDD-77CBA1F3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2" name="Freeform 46">
                <a:extLst>
                  <a:ext uri="{FF2B5EF4-FFF2-40B4-BE49-F238E27FC236}">
                    <a16:creationId xmlns:a16="http://schemas.microsoft.com/office/drawing/2014/main" id="{AA81A17E-A136-9648-BEC6-6585B4A580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自学习与转发：示例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链路层：6-111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74" name="Group 32">
            <a:extLst>
              <a:ext uri="{FF2B5EF4-FFF2-40B4-BE49-F238E27FC236}">
                <a16:creationId xmlns:a16="http://schemas.microsoft.com/office/drawing/2014/main" id="{C266851A-F364-8B48-9090-9CB1462826F1}"/>
              </a:ext>
            </a:extLst>
          </p:cNvPr>
          <p:cNvGrpSpPr>
            <a:grpSpLocks/>
          </p:cNvGrpSpPr>
          <p:nvPr/>
        </p:nvGrpSpPr>
        <p:grpSpPr bwMode="auto">
          <a:xfrm>
            <a:off x="9177051" y="1598718"/>
            <a:ext cx="1428750" cy="369887"/>
            <a:chOff x="1750" y="3514"/>
            <a:chExt cx="900" cy="233"/>
          </a:xfrm>
        </p:grpSpPr>
        <p:sp>
          <p:nvSpPr>
            <p:cNvPr id="175" name="Rectangle 33">
              <a:extLst>
                <a:ext uri="{FF2B5EF4-FFF2-40B4-BE49-F238E27FC236}">
                  <a16:creationId xmlns:a16="http://schemas.microsoft.com/office/drawing/2014/main" id="{485FB877-F911-EB4F-A49F-95B5441A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6" name="Text Box 34">
              <a:extLst>
                <a:ext uri="{FF2B5EF4-FFF2-40B4-BE49-F238E27FC236}">
                  <a16:creationId xmlns:a16="http://schemas.microsoft.com/office/drawing/2014/main" id="{9647B7AF-99C3-0645-BCDD-C2443A75E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7" name="Line 35">
              <a:extLst>
                <a:ext uri="{FF2B5EF4-FFF2-40B4-BE49-F238E27FC236}">
                  <a16:creationId xmlns:a16="http://schemas.microsoft.com/office/drawing/2014/main" id="{5F1C54FA-0D0F-9F4A-AF40-1A6B11BE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1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Line 36">
              <a:extLst>
                <a:ext uri="{FF2B5EF4-FFF2-40B4-BE49-F238E27FC236}">
                  <a16:creationId xmlns:a16="http://schemas.microsoft.com/office/drawing/2014/main" id="{591F0F0F-4084-B44F-BF0B-206ADFFC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9" name="Group 37">
            <a:extLst>
              <a:ext uri="{FF2B5EF4-FFF2-40B4-BE49-F238E27FC236}">
                <a16:creationId xmlns:a16="http://schemas.microsoft.com/office/drawing/2014/main" id="{84CB8778-552F-DC47-8381-8923E80DD487}"/>
              </a:ext>
            </a:extLst>
          </p:cNvPr>
          <p:cNvGrpSpPr>
            <a:grpSpLocks/>
          </p:cNvGrpSpPr>
          <p:nvPr/>
        </p:nvGrpSpPr>
        <p:grpSpPr bwMode="auto">
          <a:xfrm>
            <a:off x="9392951" y="900218"/>
            <a:ext cx="1450975" cy="714375"/>
            <a:chOff x="4406" y="331"/>
            <a:chExt cx="914" cy="450"/>
          </a:xfrm>
        </p:grpSpPr>
        <p:sp>
          <p:nvSpPr>
            <p:cNvPr id="180" name="Line 38">
              <a:extLst>
                <a:ext uri="{FF2B5EF4-FFF2-40B4-BE49-F238E27FC236}">
                  <a16:creationId xmlns:a16="http://schemas.microsoft.com/office/drawing/2014/main" id="{68CD449D-9E6F-2743-9791-A674C2479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Line 39">
              <a:extLst>
                <a:ext uri="{FF2B5EF4-FFF2-40B4-BE49-F238E27FC236}">
                  <a16:creationId xmlns:a16="http://schemas.microsoft.com/office/drawing/2014/main" id="{8B49B4ED-E730-9C48-A972-53ED32223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40">
              <a:extLst>
                <a:ext uri="{FF2B5EF4-FFF2-40B4-BE49-F238E27FC236}">
                  <a16:creationId xmlns:a16="http://schemas.microsoft.com/office/drawing/2014/main" id="{D92E1CF2-C9E4-FF4B-B342-D208EAA41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源：A</a:t>
              </a:r>
            </a:p>
          </p:txBody>
        </p:sp>
        <p:sp>
          <p:nvSpPr>
            <p:cNvPr id="183" name="Text Box 41">
              <a:extLst>
                <a:ext uri="{FF2B5EF4-FFF2-40B4-BE49-F238E27FC236}">
                  <a16:creationId xmlns:a16="http://schemas.microsoft.com/office/drawing/2014/main" id="{6F725A7E-9279-3D44-A43B-0C1275684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目的：A’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/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84" name="Group 42">
            <a:extLst>
              <a:ext uri="{FF2B5EF4-FFF2-40B4-BE49-F238E27FC236}">
                <a16:creationId xmlns:a16="http://schemas.microsoft.com/office/drawing/2014/main" id="{02E491F0-F4A4-3B4A-8F02-FCFB333B8BB2}"/>
              </a:ext>
            </a:extLst>
          </p:cNvPr>
          <p:cNvGrpSpPr>
            <a:grpSpLocks/>
          </p:cNvGrpSpPr>
          <p:nvPr/>
        </p:nvGrpSpPr>
        <p:grpSpPr bwMode="auto">
          <a:xfrm>
            <a:off x="6664038" y="5116671"/>
            <a:ext cx="3017838" cy="1444625"/>
            <a:chOff x="3441" y="3154"/>
            <a:chExt cx="1901" cy="910"/>
          </a:xfrm>
        </p:grpSpPr>
        <p:sp>
          <p:nvSpPr>
            <p:cNvPr id="185" name="Rectangle 43">
              <a:extLst>
                <a:ext uri="{FF2B5EF4-FFF2-40B4-BE49-F238E27FC236}">
                  <a16:creationId xmlns:a16="http://schemas.microsoft.com/office/drawing/2014/main" id="{17639B98-3172-DF4E-8DA8-73C48C52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Text Box 44">
              <a:extLst>
                <a:ext uri="{FF2B5EF4-FFF2-40B4-BE49-F238E27FC236}">
                  <a16:creationId xmlns:a16="http://schemas.microsoft.com/office/drawing/2014/main" id="{8FDEFC82-5E34-0D43-BB68-E0C8B076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MAC 地址 接口 TTL</a:t>
              </a:r>
            </a:p>
          </p:txBody>
        </p:sp>
        <p:sp>
          <p:nvSpPr>
            <p:cNvPr id="187" name="Line 45">
              <a:extLst>
                <a:ext uri="{FF2B5EF4-FFF2-40B4-BE49-F238E27FC236}">
                  <a16:creationId xmlns:a16="http://schemas.microsoft.com/office/drawing/2014/main" id="{1CAFF5B7-050E-B24B-984E-13EE05E15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46">
              <a:extLst>
                <a:ext uri="{FF2B5EF4-FFF2-40B4-BE49-F238E27FC236}">
                  <a16:creationId xmlns:a16="http://schemas.microsoft.com/office/drawing/2014/main" id="{5DD71EFC-96E5-5644-864B-DE9F18945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47">
              <a:extLst>
                <a:ext uri="{FF2B5EF4-FFF2-40B4-BE49-F238E27FC236}">
                  <a16:creationId xmlns:a16="http://schemas.microsoft.com/office/drawing/2014/main" id="{EA938DD2-F21D-AD48-AC6C-D011FD853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0" name="Text Box 48">
            <a:extLst>
              <a:ext uri="{FF2B5EF4-FFF2-40B4-BE49-F238E27FC236}">
                <a16:creationId xmlns:a16="http://schemas.microsoft.com/office/drawing/2014/main" id="{6BD98D70-4DED-E244-91B4-CC2840F0D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4426" y="5505609"/>
            <a:ext cx="1778000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交换表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（初始为空）</a:t>
            </a:r>
          </a:p>
        </p:txBody>
      </p:sp>
      <p:grpSp>
        <p:nvGrpSpPr>
          <p:cNvPr id="191" name="Group 49">
            <a:extLst>
              <a:ext uri="{FF2B5EF4-FFF2-40B4-BE49-F238E27FC236}">
                <a16:creationId xmlns:a16="http://schemas.microsoft.com/office/drawing/2014/main" id="{8B9081E4-811C-DA49-AFAB-29F72B60D4BB}"/>
              </a:ext>
            </a:extLst>
          </p:cNvPr>
          <p:cNvGrpSpPr>
            <a:grpSpLocks/>
          </p:cNvGrpSpPr>
          <p:nvPr/>
        </p:nvGrpSpPr>
        <p:grpSpPr bwMode="auto">
          <a:xfrm>
            <a:off x="7099013" y="5550059"/>
            <a:ext cx="2471738" cy="376237"/>
            <a:chOff x="2376" y="3383"/>
            <a:chExt cx="1557" cy="237"/>
          </a:xfrm>
        </p:grpSpPr>
        <p:sp>
          <p:nvSpPr>
            <p:cNvPr id="192" name="Text Box 50">
              <a:extLst>
                <a:ext uri="{FF2B5EF4-FFF2-40B4-BE49-F238E27FC236}">
                  <a16:creationId xmlns:a16="http://schemas.microsoft.com/office/drawing/2014/main" id="{97D41679-78B9-5343-BEC1-DA708964B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93" name="Text Box 51">
              <a:extLst>
                <a:ext uri="{FF2B5EF4-FFF2-40B4-BE49-F238E27FC236}">
                  <a16:creationId xmlns:a16="http://schemas.microsoft.com/office/drawing/2014/main" id="{D9DF1D7D-9670-A247-8047-BB6719D26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94" name="Text Box 52">
              <a:extLst>
                <a:ext uri="{FF2B5EF4-FFF2-40B4-BE49-F238E27FC236}">
                  <a16:creationId xmlns:a16="http://schemas.microsoft.com/office/drawing/2014/main" id="{2260A1CA-8A5E-9C4E-8BAE-4138F78D8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grpSp>
        <p:nvGrpSpPr>
          <p:cNvPr id="195" name="Group 59">
            <a:extLst>
              <a:ext uri="{FF2B5EF4-FFF2-40B4-BE49-F238E27FC236}">
                <a16:creationId xmlns:a16="http://schemas.microsoft.com/office/drawing/2014/main" id="{903E115E-BC14-4748-858A-D5FFC60F6755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6068"/>
            <a:ext cx="1428750" cy="369887"/>
            <a:chOff x="1750" y="3514"/>
            <a:chExt cx="900" cy="233"/>
          </a:xfrm>
        </p:grpSpPr>
        <p:sp>
          <p:nvSpPr>
            <p:cNvPr id="196" name="Rectangle 60">
              <a:extLst>
                <a:ext uri="{FF2B5EF4-FFF2-40B4-BE49-F238E27FC236}">
                  <a16:creationId xmlns:a16="http://schemas.microsoft.com/office/drawing/2014/main" id="{644AB50C-EFB0-AF45-B9A3-6D66B407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Text Box 61">
              <a:extLst>
                <a:ext uri="{FF2B5EF4-FFF2-40B4-BE49-F238E27FC236}">
                  <a16:creationId xmlns:a16="http://schemas.microsoft.com/office/drawing/2014/main" id="{B284E544-83C3-AB4A-BC66-AA0DF1C5B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Line 62">
              <a:extLst>
                <a:ext uri="{FF2B5EF4-FFF2-40B4-BE49-F238E27FC236}">
                  <a16:creationId xmlns:a16="http://schemas.microsoft.com/office/drawing/2014/main" id="{2CA577B3-39AE-804C-864D-443D5711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Line 63">
              <a:extLst>
                <a:ext uri="{FF2B5EF4-FFF2-40B4-BE49-F238E27FC236}">
                  <a16:creationId xmlns:a16="http://schemas.microsoft.com/office/drawing/2014/main" id="{74F06A00-0D46-7749-BC9F-11E00CDBB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0" name="Group 64">
            <a:extLst>
              <a:ext uri="{FF2B5EF4-FFF2-40B4-BE49-F238E27FC236}">
                <a16:creationId xmlns:a16="http://schemas.microsoft.com/office/drawing/2014/main" id="{36F25405-B90C-2C46-B956-67AF3C9F032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4480"/>
            <a:ext cx="1428750" cy="369888"/>
            <a:chOff x="1750" y="3514"/>
            <a:chExt cx="900" cy="233"/>
          </a:xfrm>
        </p:grpSpPr>
        <p:sp>
          <p:nvSpPr>
            <p:cNvPr id="201" name="Rectangle 65">
              <a:extLst>
                <a:ext uri="{FF2B5EF4-FFF2-40B4-BE49-F238E27FC236}">
                  <a16:creationId xmlns:a16="http://schemas.microsoft.com/office/drawing/2014/main" id="{37F60D01-9E8D-FE4E-BD36-4CD88667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2" name="Text Box 66">
              <a:extLst>
                <a:ext uri="{FF2B5EF4-FFF2-40B4-BE49-F238E27FC236}">
                  <a16:creationId xmlns:a16="http://schemas.microsoft.com/office/drawing/2014/main" id="{A6DF3585-9FEA-0140-8050-A22A987FE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3" name="Line 67">
              <a:extLst>
                <a:ext uri="{FF2B5EF4-FFF2-40B4-BE49-F238E27FC236}">
                  <a16:creationId xmlns:a16="http://schemas.microsoft.com/office/drawing/2014/main" id="{C515ADCC-D409-2C42-BCFA-38F14064C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4" name="Line 68">
              <a:extLst>
                <a:ext uri="{FF2B5EF4-FFF2-40B4-BE49-F238E27FC236}">
                  <a16:creationId xmlns:a16="http://schemas.microsoft.com/office/drawing/2014/main" id="{51ACED30-867C-7C4E-B7D2-EFBC84B12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5" name="Group 69">
            <a:extLst>
              <a:ext uri="{FF2B5EF4-FFF2-40B4-BE49-F238E27FC236}">
                <a16:creationId xmlns:a16="http://schemas.microsoft.com/office/drawing/2014/main" id="{B4E87009-38ED-E940-9BFA-C6965D3C976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06" name="Rectangle 70">
              <a:extLst>
                <a:ext uri="{FF2B5EF4-FFF2-40B4-BE49-F238E27FC236}">
                  <a16:creationId xmlns:a16="http://schemas.microsoft.com/office/drawing/2014/main" id="{6248BF62-3EA1-6A49-93A8-FC813DA0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7" name="Text Box 71">
              <a:extLst>
                <a:ext uri="{FF2B5EF4-FFF2-40B4-BE49-F238E27FC236}">
                  <a16:creationId xmlns:a16="http://schemas.microsoft.com/office/drawing/2014/main" id="{00AA1FEE-7000-E747-9173-C6842FE06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8" name="Line 72">
              <a:extLst>
                <a:ext uri="{FF2B5EF4-FFF2-40B4-BE49-F238E27FC236}">
                  <a16:creationId xmlns:a16="http://schemas.microsoft.com/office/drawing/2014/main" id="{5FDDCB7C-81BC-B34E-AFC3-3CDA9605B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9" name="Line 73">
              <a:extLst>
                <a:ext uri="{FF2B5EF4-FFF2-40B4-BE49-F238E27FC236}">
                  <a16:creationId xmlns:a16="http://schemas.microsoft.com/office/drawing/2014/main" id="{EF8FD2D7-2282-C840-8B09-C82ADFC54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74">
            <a:extLst>
              <a:ext uri="{FF2B5EF4-FFF2-40B4-BE49-F238E27FC236}">
                <a16:creationId xmlns:a16="http://schemas.microsoft.com/office/drawing/2014/main" id="{7FD60212-2FF9-404A-9485-023D84866317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11" name="Rectangle 75">
              <a:extLst>
                <a:ext uri="{FF2B5EF4-FFF2-40B4-BE49-F238E27FC236}">
                  <a16:creationId xmlns:a16="http://schemas.microsoft.com/office/drawing/2014/main" id="{7D54E101-A7C1-BF47-A4DF-2F2002E4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2" name="Text Box 76">
              <a:extLst>
                <a:ext uri="{FF2B5EF4-FFF2-40B4-BE49-F238E27FC236}">
                  <a16:creationId xmlns:a16="http://schemas.microsoft.com/office/drawing/2014/main" id="{E561303C-0E60-284F-98F1-C49081A2F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Line 77">
              <a:extLst>
                <a:ext uri="{FF2B5EF4-FFF2-40B4-BE49-F238E27FC236}">
                  <a16:creationId xmlns:a16="http://schemas.microsoft.com/office/drawing/2014/main" id="{90071223-4F6D-B645-B6BA-5C215A4D1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Line 78">
              <a:extLst>
                <a:ext uri="{FF2B5EF4-FFF2-40B4-BE49-F238E27FC236}">
                  <a16:creationId xmlns:a16="http://schemas.microsoft.com/office/drawing/2014/main" id="{58840410-3DD1-334E-8F95-AA19BCF6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5" name="Group 79">
            <a:extLst>
              <a:ext uri="{FF2B5EF4-FFF2-40B4-BE49-F238E27FC236}">
                <a16:creationId xmlns:a16="http://schemas.microsoft.com/office/drawing/2014/main" id="{B58C14CA-6C0A-E64E-95A3-6BDCBDD04063}"/>
              </a:ext>
            </a:extLst>
          </p:cNvPr>
          <p:cNvGrpSpPr>
            <a:grpSpLocks/>
          </p:cNvGrpSpPr>
          <p:nvPr/>
        </p:nvGrpSpPr>
        <p:grpSpPr bwMode="auto">
          <a:xfrm>
            <a:off x="8194389" y="3254480"/>
            <a:ext cx="1428750" cy="369888"/>
            <a:chOff x="1750" y="3514"/>
            <a:chExt cx="900" cy="233"/>
          </a:xfrm>
        </p:grpSpPr>
        <p:sp>
          <p:nvSpPr>
            <p:cNvPr id="216" name="Rectangle 80">
              <a:extLst>
                <a:ext uri="{FF2B5EF4-FFF2-40B4-BE49-F238E27FC236}">
                  <a16:creationId xmlns:a16="http://schemas.microsoft.com/office/drawing/2014/main" id="{53031030-6075-9644-9CD4-E1BE9D15D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Text Box 81">
              <a:extLst>
                <a:ext uri="{FF2B5EF4-FFF2-40B4-BE49-F238E27FC236}">
                  <a16:creationId xmlns:a16="http://schemas.microsoft.com/office/drawing/2014/main" id="{0EA82F91-189F-4D41-AFA6-0FA95AA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Line 82">
              <a:extLst>
                <a:ext uri="{FF2B5EF4-FFF2-40B4-BE49-F238E27FC236}">
                  <a16:creationId xmlns:a16="http://schemas.microsoft.com/office/drawing/2014/main" id="{8D0DFD4D-816F-A24A-A991-659C66E5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Line 83">
              <a:extLst>
                <a:ext uri="{FF2B5EF4-FFF2-40B4-BE49-F238E27FC236}">
                  <a16:creationId xmlns:a16="http://schemas.microsoft.com/office/drawing/2014/main" id="{D760E2ED-6F20-9D4E-AE11-C1B99B28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1" name="Group 92">
            <a:extLst>
              <a:ext uri="{FF2B5EF4-FFF2-40B4-BE49-F238E27FC236}">
                <a16:creationId xmlns:a16="http://schemas.microsoft.com/office/drawing/2014/main" id="{3370A2C8-4CE7-C741-8929-9217859A0561}"/>
              </a:ext>
            </a:extLst>
          </p:cNvPr>
          <p:cNvGrpSpPr>
            <a:grpSpLocks/>
          </p:cNvGrpSpPr>
          <p:nvPr/>
        </p:nvGrpSpPr>
        <p:grpSpPr bwMode="auto">
          <a:xfrm>
            <a:off x="8529351" y="4356205"/>
            <a:ext cx="1428750" cy="369888"/>
            <a:chOff x="730" y="2472"/>
            <a:chExt cx="900" cy="233"/>
          </a:xfrm>
        </p:grpSpPr>
        <p:sp>
          <p:nvSpPr>
            <p:cNvPr id="222" name="Rectangle 88">
              <a:extLst>
                <a:ext uri="{FF2B5EF4-FFF2-40B4-BE49-F238E27FC236}">
                  <a16:creationId xmlns:a16="http://schemas.microsoft.com/office/drawing/2014/main" id="{E50BA891-DC66-6748-9209-EA9D4F2B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500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3" name="Text Box 89">
              <a:extLst>
                <a:ext uri="{FF2B5EF4-FFF2-40B4-BE49-F238E27FC236}">
                  <a16:creationId xmlns:a16="http://schemas.microsoft.com/office/drawing/2014/main" id="{17C11772-AB70-0344-B94C-1B06764A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" y="2472"/>
              <a:ext cx="35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cs typeface="Arial" charset="0"/>
                </a:rPr>
                <a:t>’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A</a:t>
              </a:r>
            </a:p>
          </p:txBody>
        </p:sp>
        <p:sp>
          <p:nvSpPr>
            <p:cNvPr id="224" name="Line 90">
              <a:extLst>
                <a:ext uri="{FF2B5EF4-FFF2-40B4-BE49-F238E27FC236}">
                  <a16:creationId xmlns:a16="http://schemas.microsoft.com/office/drawing/2014/main" id="{92A1D7A9-6B7D-6245-8648-0585E752C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" y="2499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91">
              <a:extLst>
                <a:ext uri="{FF2B5EF4-FFF2-40B4-BE49-F238E27FC236}">
                  <a16:creationId xmlns:a16="http://schemas.microsoft.com/office/drawing/2014/main" id="{F9EF27B4-FE96-D148-89C0-7A525840F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498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6" name="Group 94">
            <a:extLst>
              <a:ext uri="{FF2B5EF4-FFF2-40B4-BE49-F238E27FC236}">
                <a16:creationId xmlns:a16="http://schemas.microsoft.com/office/drawing/2014/main" id="{EC5CFC4C-B38C-5948-9557-ADD689122F82}"/>
              </a:ext>
            </a:extLst>
          </p:cNvPr>
          <p:cNvGrpSpPr>
            <a:grpSpLocks/>
          </p:cNvGrpSpPr>
          <p:nvPr/>
        </p:nvGrpSpPr>
        <p:grpSpPr bwMode="auto">
          <a:xfrm>
            <a:off x="7095838" y="5835809"/>
            <a:ext cx="2471738" cy="374650"/>
            <a:chOff x="2376" y="3383"/>
            <a:chExt cx="1557" cy="236"/>
          </a:xfrm>
        </p:grpSpPr>
        <p:sp>
          <p:nvSpPr>
            <p:cNvPr id="227" name="Text Box 95">
              <a:extLst>
                <a:ext uri="{FF2B5EF4-FFF2-40B4-BE49-F238E27FC236}">
                  <a16:creationId xmlns:a16="http://schemas.microsoft.com/office/drawing/2014/main" id="{9D1F6511-0EBF-3C44-9268-558C639B4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>
                  <a:solidFill>
                    <a:srgbClr val="000000"/>
                  </a:solidFill>
                  <a:latin typeface="Arial" charset="0"/>
                  <a:cs typeface="Arial" charset="0"/>
                </a:rPr>
                <a:t>’</a:t>
              </a: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28" name="Text Box 96">
              <a:extLst>
                <a:ext uri="{FF2B5EF4-FFF2-40B4-BE49-F238E27FC236}">
                  <a16:creationId xmlns:a16="http://schemas.microsoft.com/office/drawing/2014/main" id="{44CF8BAE-BCDF-884C-B092-5D9BC5021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229" name="Text Box 97">
              <a:extLst>
                <a:ext uri="{FF2B5EF4-FFF2-40B4-BE49-F238E27FC236}">
                  <a16:creationId xmlns:a16="http://schemas.microsoft.com/office/drawing/2014/main" id="{E14D8E40-E7CD-ED4A-9731-066C0736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278" name="Rectangle 84">
            <a:extLst>
              <a:ext uri="{FF2B5EF4-FFF2-40B4-BE49-F238E27FC236}">
                <a16:creationId xmlns:a16="http://schemas.microsoft.com/office/drawing/2014/main" id="{78229FD9-9E00-354C-8B01-81EA9369D550}"/>
              </a:ext>
            </a:extLst>
          </p:cNvPr>
          <p:cNvSpPr txBox="1">
            <a:spLocks noChangeArrowheads="1"/>
          </p:cNvSpPr>
          <p:nvPr/>
        </p:nvSpPr>
        <p:spPr>
          <a:xfrm>
            <a:off x="870366" y="1583075"/>
            <a:ext cx="4044950" cy="9445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帧目的 A’，位置未知：</a:t>
            </a:r>
            <a:endParaRPr lang="en-US" i="1" dirty="0"/>
          </a:p>
        </p:txBody>
      </p:sp>
      <p:sp>
        <p:nvSpPr>
          <p:cNvPr id="279" name="Text Box 86">
            <a:extLst>
              <a:ext uri="{FF2B5EF4-FFF2-40B4-BE49-F238E27FC236}">
                <a16:creationId xmlns:a16="http://schemas.microsoft.com/office/drawing/2014/main" id="{8EB576ED-EEAB-4740-B1E7-8093AC54C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4181" y="1937790"/>
            <a:ext cx="94288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泛洪</a:t>
            </a:r>
          </a:p>
        </p:txBody>
      </p:sp>
      <p:sp>
        <p:nvSpPr>
          <p:cNvPr id="280" name="Rectangle 93">
            <a:extLst>
              <a:ext uri="{FF2B5EF4-FFF2-40B4-BE49-F238E27FC236}">
                <a16:creationId xmlns:a16="http://schemas.microsoft.com/office/drawing/2014/main" id="{03EE78BF-359C-A14B-BDC2-3A060C04D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654" y="2500650"/>
            <a:ext cx="4044950" cy="944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9400" indent="-2794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cs typeface="+mn-cs"/>
              </a:rPr>
              <a:t>目的 A 的位置已知：</a:t>
            </a:r>
            <a:endParaRPr lang="en-US" sz="2800" dirty="0">
              <a:solidFill>
                <a:srgbClr val="FF0000"/>
              </a:solidFill>
              <a:cs typeface="+mn-cs"/>
            </a:endParaRPr>
          </a:p>
        </p:txBody>
      </p:sp>
      <p:sp>
        <p:nvSpPr>
          <p:cNvPr id="281" name="Rectangle 98">
            <a:extLst>
              <a:ext uri="{FF2B5EF4-FFF2-40B4-BE49-F238E27FC236}">
                <a16:creationId xmlns:a16="http://schemas.microsoft.com/office/drawing/2014/main" id="{4A0C0776-2D33-A54C-8754-1AB68422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835" y="2974429"/>
            <a:ext cx="4417575" cy="12527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                选择性发送 </a:t>
            </a:r>
          </a:p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只在一条链路上</a:t>
            </a:r>
          </a:p>
        </p:txBody>
      </p:sp>
    </p:spTree>
    <p:extLst>
      <p:ext uri="{BB962C8B-B14F-4D97-AF65-F5344CB8AC3E}">
        <p14:creationId xmlns:p14="http://schemas.microsoft.com/office/powerpoint/2010/main" val="216990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-0.1069 0.11482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-0.12122 -0.0981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490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111E-6 L -0.10365 0.0944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82" y="472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0349 0.1550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5" y="775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12083 0.0520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42" y="259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11549 -0.1023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68" y="-5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3 -0.0051 L -0.03763 -0.17014 " pathEditMode="relative" rAng="0" ptsTypes="AA">
                                      <p:cBhvr>
                                        <p:cTn id="77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10" y="-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06 -0.1588 L -0.03476 -0.328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8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78" grpId="0" build="p"/>
      <p:bldP spid="279" grpId="0"/>
      <p:bldP spid="280" grpId="0" build="p"/>
      <p:bldP spid="281" grpId="0" uiExpand="1" build="p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互连交换机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链路层：6-112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70" name="Rectangle 6">
            <a:extLst>
              <a:ext uri="{FF2B5EF4-FFF2-40B4-BE49-F238E27FC236}">
                <a16:creationId xmlns:a16="http://schemas.microsoft.com/office/drawing/2014/main" id="{D00993B5-4690-E140-B05C-69E88A020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264" y="1335790"/>
            <a:ext cx="7881938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kern="0" dirty="0">
                <a:cs typeface="+mn-cs"/>
              </a:rPr>
              <a:t>自学习交换机可以连接在一起：</a:t>
            </a:r>
          </a:p>
        </p:txBody>
      </p:sp>
      <p:sp>
        <p:nvSpPr>
          <p:cNvPr id="171" name="Rectangle 70">
            <a:extLst>
              <a:ext uri="{FF2B5EF4-FFF2-40B4-BE49-F238E27FC236}">
                <a16:creationId xmlns:a16="http://schemas.microsoft.com/office/drawing/2014/main" id="{4FA79001-8106-D44D-B7AE-1DA5FDFF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308" y="4550478"/>
            <a:ext cx="10746932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60375" indent="-3968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问：从 A 发送到 G 时，S1 如何知道应经 S4 和 S3 转发目的为 G 的帧？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457200" indent="-2873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答：自学习！（与单交换机场景完全相同！）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grpSp>
        <p:nvGrpSpPr>
          <p:cNvPr id="172" name="Group 1">
            <a:extLst>
              <a:ext uri="{FF2B5EF4-FFF2-40B4-BE49-F238E27FC236}">
                <a16:creationId xmlns:a16="http://schemas.microsoft.com/office/drawing/2014/main" id="{6ACB2ECE-A6EE-2F42-BFE2-A88609E9FC4C}"/>
              </a:ext>
            </a:extLst>
          </p:cNvPr>
          <p:cNvGrpSpPr>
            <a:grpSpLocks/>
          </p:cNvGrpSpPr>
          <p:nvPr/>
        </p:nvGrpSpPr>
        <p:grpSpPr bwMode="auto">
          <a:xfrm>
            <a:off x="2517827" y="2654612"/>
            <a:ext cx="2005135" cy="1358900"/>
            <a:chOff x="958850" y="2444750"/>
            <a:chExt cx="2005665" cy="1358710"/>
          </a:xfrm>
        </p:grpSpPr>
        <p:sp>
          <p:nvSpPr>
            <p:cNvPr id="173" name="Line 20">
              <a:extLst>
                <a:ext uri="{FF2B5EF4-FFF2-40B4-BE49-F238E27FC236}">
                  <a16:creationId xmlns:a16="http://schemas.microsoft.com/office/drawing/2014/main" id="{A3FD6BE2-2CD4-6143-B6C7-1587A108B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20" name="Line 21">
              <a:extLst>
                <a:ext uri="{FF2B5EF4-FFF2-40B4-BE49-F238E27FC236}">
                  <a16:creationId xmlns:a16="http://schemas.microsoft.com/office/drawing/2014/main" id="{3DA59D3F-F827-094B-A805-1A54870E1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2" name="Line 22">
              <a:extLst>
                <a:ext uri="{FF2B5EF4-FFF2-40B4-BE49-F238E27FC236}">
                  <a16:creationId xmlns:a16="http://schemas.microsoft.com/office/drawing/2014/main" id="{2168E2D5-CF45-3B47-AB69-F33DF11C9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82" name="Text Box 64">
              <a:extLst>
                <a:ext uri="{FF2B5EF4-FFF2-40B4-BE49-F238E27FC236}">
                  <a16:creationId xmlns:a16="http://schemas.microsoft.com/office/drawing/2014/main" id="{0105097B-F91D-A240-ACB8-B8FE8F879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17800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83" name="Text Box 65">
              <a:extLst>
                <a:ext uri="{FF2B5EF4-FFF2-40B4-BE49-F238E27FC236}">
                  <a16:creationId xmlns:a16="http://schemas.microsoft.com/office/drawing/2014/main" id="{1C6222BA-8E34-C046-9685-A8AA4450E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09782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84" name="Text Box 73">
              <a:extLst>
                <a:ext uri="{FF2B5EF4-FFF2-40B4-BE49-F238E27FC236}">
                  <a16:creationId xmlns:a16="http://schemas.microsoft.com/office/drawing/2014/main" id="{54488D61-5701-C14F-AE1F-1F70DE4CE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1548" y="2444750"/>
              <a:ext cx="36910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85" name="Text Box 66">
              <a:extLst>
                <a:ext uri="{FF2B5EF4-FFF2-40B4-BE49-F238E27FC236}">
                  <a16:creationId xmlns:a16="http://schemas.microsoft.com/office/drawing/2014/main" id="{1CC25A49-338C-1F44-9BAE-7CAED2A9A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0817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86" name="Group 44">
              <a:extLst>
                <a:ext uri="{FF2B5EF4-FFF2-40B4-BE49-F238E27FC236}">
                  <a16:creationId xmlns:a16="http://schemas.microsoft.com/office/drawing/2014/main" id="{202C5460-F11A-2D44-9706-A94732DA7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294" name="Picture 45" descr="desktop_computer_stylized_medium">
                <a:extLst>
                  <a:ext uri="{FF2B5EF4-FFF2-40B4-BE49-F238E27FC236}">
                    <a16:creationId xmlns:a16="http://schemas.microsoft.com/office/drawing/2014/main" id="{7120F0F2-50A9-3C4D-910D-4BB9142A0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5" name="Freeform 46">
                <a:extLst>
                  <a:ext uri="{FF2B5EF4-FFF2-40B4-BE49-F238E27FC236}">
                    <a16:creationId xmlns:a16="http://schemas.microsoft.com/office/drawing/2014/main" id="{C9BEE683-FE6F-D043-B338-7EB0184590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7" name="Group 44">
              <a:extLst>
                <a:ext uri="{FF2B5EF4-FFF2-40B4-BE49-F238E27FC236}">
                  <a16:creationId xmlns:a16="http://schemas.microsoft.com/office/drawing/2014/main" id="{A92DFDE4-2038-4B47-B1BF-86DCDC002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292" name="Picture 45" descr="desktop_computer_stylized_medium">
                <a:extLst>
                  <a:ext uri="{FF2B5EF4-FFF2-40B4-BE49-F238E27FC236}">
                    <a16:creationId xmlns:a16="http://schemas.microsoft.com/office/drawing/2014/main" id="{E569455D-4E55-0044-83EF-B08B7B4ED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3" name="Freeform 46">
                <a:extLst>
                  <a:ext uri="{FF2B5EF4-FFF2-40B4-BE49-F238E27FC236}">
                    <a16:creationId xmlns:a16="http://schemas.microsoft.com/office/drawing/2014/main" id="{306E34CC-1F03-244B-B814-D6B9650DD4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8" name="Group 44">
              <a:extLst>
                <a:ext uri="{FF2B5EF4-FFF2-40B4-BE49-F238E27FC236}">
                  <a16:creationId xmlns:a16="http://schemas.microsoft.com/office/drawing/2014/main" id="{48CCA417-6C89-B64D-98DA-51EE4AF3D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290" name="Picture 45" descr="desktop_computer_stylized_medium">
                <a:extLst>
                  <a:ext uri="{FF2B5EF4-FFF2-40B4-BE49-F238E27FC236}">
                    <a16:creationId xmlns:a16="http://schemas.microsoft.com/office/drawing/2014/main" id="{074846CF-8FFE-1E48-8A24-4F106758E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46">
                <a:extLst>
                  <a:ext uri="{FF2B5EF4-FFF2-40B4-BE49-F238E27FC236}">
                    <a16:creationId xmlns:a16="http://schemas.microsoft.com/office/drawing/2014/main" id="{7DA76408-C614-1A41-A0F3-713C04FAF6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89" name="Picture 3">
              <a:extLst>
                <a:ext uri="{FF2B5EF4-FFF2-40B4-BE49-F238E27FC236}">
                  <a16:creationId xmlns:a16="http://schemas.microsoft.com/office/drawing/2014/main" id="{8CEF6460-C3D7-8046-8A73-96F0A807C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7404B8-E1BB-474B-A99A-C610AFAFCB65}"/>
              </a:ext>
            </a:extLst>
          </p:cNvPr>
          <p:cNvGrpSpPr/>
          <p:nvPr/>
        </p:nvGrpSpPr>
        <p:grpSpPr>
          <a:xfrm>
            <a:off x="3950752" y="2194237"/>
            <a:ext cx="4856162" cy="2044145"/>
            <a:chOff x="3950752" y="2194237"/>
            <a:chExt cx="4856162" cy="2044145"/>
          </a:xfrm>
        </p:grpSpPr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250CAC08-1B66-E940-BD6A-FDFBCA415B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0752" y="2194237"/>
              <a:ext cx="4856162" cy="2044145"/>
              <a:chOff x="2379663" y="1984375"/>
              <a:chExt cx="4855711" cy="2043590"/>
            </a:xfrm>
          </p:grpSpPr>
          <p:sp>
            <p:nvSpPr>
              <p:cNvPr id="297" name="Line 23">
                <a:extLst>
                  <a:ext uri="{FF2B5EF4-FFF2-40B4-BE49-F238E27FC236}">
                    <a16:creationId xmlns:a16="http://schemas.microsoft.com/office/drawing/2014/main" id="{49AAAEFF-FE53-5C4F-9879-CAE69B40D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35258" y="3068344"/>
                <a:ext cx="346043" cy="21584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8" name="Line 24">
                <a:extLst>
                  <a:ext uri="{FF2B5EF4-FFF2-40B4-BE49-F238E27FC236}">
                    <a16:creationId xmlns:a16="http://schemas.microsoft.com/office/drawing/2014/main" id="{DD18F58C-CBA1-334F-87D1-D27087E0A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49554" y="3087389"/>
                <a:ext cx="125401" cy="58721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9" name="Line 25">
                <a:extLst>
                  <a:ext uri="{FF2B5EF4-FFF2-40B4-BE49-F238E27FC236}">
                    <a16:creationId xmlns:a16="http://schemas.microsoft.com/office/drawing/2014/main" id="{0810A11B-6CE3-4B4A-892A-D88467FF0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4326" y="3030254"/>
                <a:ext cx="230167" cy="3618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0" name="Line 26">
                <a:extLst>
                  <a:ext uri="{FF2B5EF4-FFF2-40B4-BE49-F238E27FC236}">
                    <a16:creationId xmlns:a16="http://schemas.microsoft.com/office/drawing/2014/main" id="{D3BCC038-234F-EE40-8E10-0F7AEA907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2145" y="3106433"/>
                <a:ext cx="428585" cy="2444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1" name="Line 27">
                <a:extLst>
                  <a:ext uri="{FF2B5EF4-FFF2-40B4-BE49-F238E27FC236}">
                    <a16:creationId xmlns:a16="http://schemas.microsoft.com/office/drawing/2014/main" id="{CAF3C678-3D9A-294A-92F0-F6754B906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035335" y="3077866"/>
                <a:ext cx="9524" cy="4697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2" name="Line 35">
                <a:extLst>
                  <a:ext uri="{FF2B5EF4-FFF2-40B4-BE49-F238E27FC236}">
                    <a16:creationId xmlns:a16="http://schemas.microsoft.com/office/drawing/2014/main" id="{35D390D2-019E-0B44-9120-1A7C03C98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9663" y="2355749"/>
                <a:ext cx="1517509" cy="53642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3" name="Line 36">
                <a:extLst>
                  <a:ext uri="{FF2B5EF4-FFF2-40B4-BE49-F238E27FC236}">
                    <a16:creationId xmlns:a16="http://schemas.microsoft.com/office/drawing/2014/main" id="{07E72922-2BC5-824E-B2F0-2A0C9BBF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0356" y="2322421"/>
                <a:ext cx="0" cy="599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4" name="Line 37">
                <a:extLst>
                  <a:ext uri="{FF2B5EF4-FFF2-40B4-BE49-F238E27FC236}">
                    <a16:creationId xmlns:a16="http://schemas.microsoft.com/office/drawing/2014/main" id="{EB84757E-562A-C946-8296-30C6238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49571" y="2306551"/>
                <a:ext cx="1406394" cy="6840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5" name="Line 63">
                <a:extLst>
                  <a:ext uri="{FF2B5EF4-FFF2-40B4-BE49-F238E27FC236}">
                    <a16:creationId xmlns:a16="http://schemas.microsoft.com/office/drawing/2014/main" id="{CBB1E0F6-DA9A-234C-8F78-2F42A9BA4E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1539" y="3131826"/>
                <a:ext cx="285723" cy="15870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6" name="Text Box 67">
                <a:extLst>
                  <a:ext uri="{FF2B5EF4-FFF2-40B4-BE49-F238E27FC236}">
                    <a16:creationId xmlns:a16="http://schemas.microsoft.com/office/drawing/2014/main" id="{65DA7922-1FE3-A54E-B585-6D332125E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0973" y="3222289"/>
                <a:ext cx="327304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</a:t>
                </a:r>
              </a:p>
            </p:txBody>
          </p:sp>
          <p:sp>
            <p:nvSpPr>
              <p:cNvPr id="307" name="Text Box 68">
                <a:extLst>
                  <a:ext uri="{FF2B5EF4-FFF2-40B4-BE49-F238E27FC236}">
                    <a16:creationId xmlns:a16="http://schemas.microsoft.com/office/drawing/2014/main" id="{3343D53D-3E0E-2A4D-A833-D3A2A9F3B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94004" y="3658733"/>
                <a:ext cx="29684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E</a:t>
                </a:r>
              </a:p>
            </p:txBody>
          </p:sp>
          <p:sp>
            <p:nvSpPr>
              <p:cNvPr id="308" name="Text Box 69">
                <a:extLst>
                  <a:ext uri="{FF2B5EF4-FFF2-40B4-BE49-F238E27FC236}">
                    <a16:creationId xmlns:a16="http://schemas.microsoft.com/office/drawing/2014/main" id="{0A60F714-DC84-1843-A5C5-D915B65F12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7035" y="3057234"/>
                <a:ext cx="290437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F</a:t>
                </a:r>
              </a:p>
            </p:txBody>
          </p:sp>
          <p:sp>
            <p:nvSpPr>
              <p:cNvPr id="309" name="Text Box 74">
                <a:extLst>
                  <a:ext uri="{FF2B5EF4-FFF2-40B4-BE49-F238E27FC236}">
                    <a16:creationId xmlns:a16="http://schemas.microsoft.com/office/drawing/2014/main" id="{D0CA346A-C9B0-5B42-8D05-2411A6B2D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8267" y="2768387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2</a:t>
                </a:r>
              </a:p>
            </p:txBody>
          </p:sp>
          <p:sp>
            <p:nvSpPr>
              <p:cNvPr id="310" name="Text Box 75">
                <a:extLst>
                  <a:ext uri="{FF2B5EF4-FFF2-40B4-BE49-F238E27FC236}">
                    <a16:creationId xmlns:a16="http://schemas.microsoft.com/office/drawing/2014/main" id="{F0F5C6E8-D75A-DE41-9CA5-225DDACA8B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290" y="1984375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4</a:t>
                </a:r>
              </a:p>
            </p:txBody>
          </p:sp>
          <p:sp>
            <p:nvSpPr>
              <p:cNvPr id="311" name="Text Box 76">
                <a:extLst>
                  <a:ext uri="{FF2B5EF4-FFF2-40B4-BE49-F238E27FC236}">
                    <a16:creationId xmlns:a16="http://schemas.microsoft.com/office/drawing/2014/main" id="{70567B04-06CD-C745-BE8D-1EA39B3A8F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09938" y="2570004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3</a:t>
                </a:r>
              </a:p>
            </p:txBody>
          </p:sp>
          <p:sp>
            <p:nvSpPr>
              <p:cNvPr id="312" name="Text Box 78">
                <a:extLst>
                  <a:ext uri="{FF2B5EF4-FFF2-40B4-BE49-F238E27FC236}">
                    <a16:creationId xmlns:a16="http://schemas.microsoft.com/office/drawing/2014/main" id="{92C2CEEA-E74F-CD4F-9E93-4106B97116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0104" y="3541290"/>
                <a:ext cx="328905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H</a:t>
                </a:r>
              </a:p>
            </p:txBody>
          </p:sp>
          <p:sp>
            <p:nvSpPr>
              <p:cNvPr id="313" name="Text Box 79">
                <a:extLst>
                  <a:ext uri="{FF2B5EF4-FFF2-40B4-BE49-F238E27FC236}">
                    <a16:creationId xmlns:a16="http://schemas.microsoft.com/office/drawing/2014/main" id="{767F8C52-0473-094B-81C9-B0074DCAC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6160" y="3179439"/>
                <a:ext cx="249214" cy="36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I</a:t>
                </a:r>
              </a:p>
            </p:txBody>
          </p:sp>
          <p:sp>
            <p:nvSpPr>
              <p:cNvPr id="314" name="Text Box 80">
                <a:extLst>
                  <a:ext uri="{FF2B5EF4-FFF2-40B4-BE49-F238E27FC236}">
                    <a16:creationId xmlns:a16="http://schemas.microsoft.com/office/drawing/2014/main" id="{AD433860-39B4-F94C-97D1-8ED2BC51F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560" y="3595251"/>
                <a:ext cx="330509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G</a:t>
                </a:r>
              </a:p>
            </p:txBody>
          </p:sp>
          <p:pic>
            <p:nvPicPr>
              <p:cNvPr id="315" name="Picture 3">
                <a:extLst>
                  <a:ext uri="{FF2B5EF4-FFF2-40B4-BE49-F238E27FC236}">
                    <a16:creationId xmlns:a16="http://schemas.microsoft.com/office/drawing/2014/main" id="{14EE1F48-9E60-234B-9CCF-63F7C147B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3899" y="2930268"/>
                <a:ext cx="677799" cy="2999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grpSp>
            <p:nvGrpSpPr>
              <p:cNvPr id="316" name="Group 44">
                <a:extLst>
                  <a:ext uri="{FF2B5EF4-FFF2-40B4-BE49-F238E27FC236}">
                    <a16:creationId xmlns:a16="http://schemas.microsoft.com/office/drawing/2014/main" id="{843B54DD-D810-6746-9846-37B2CA4C41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9440" y="3180080"/>
                <a:ext cx="568960" cy="481140"/>
                <a:chOff x="-44" y="1473"/>
                <a:chExt cx="981" cy="1105"/>
              </a:xfrm>
            </p:grpSpPr>
            <p:pic>
              <p:nvPicPr>
                <p:cNvPr id="334" name="Picture 45" descr="desktop_computer_stylized_medium">
                  <a:extLst>
                    <a:ext uri="{FF2B5EF4-FFF2-40B4-BE49-F238E27FC236}">
                      <a16:creationId xmlns:a16="http://schemas.microsoft.com/office/drawing/2014/main" id="{3D52FA82-0F33-BF48-BE19-E000988EA1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5" name="Freeform 46">
                  <a:extLst>
                    <a:ext uri="{FF2B5EF4-FFF2-40B4-BE49-F238E27FC236}">
                      <a16:creationId xmlns:a16="http://schemas.microsoft.com/office/drawing/2014/main" id="{2C894004-AB5E-DE41-B89A-F88D90E6D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7" name="Group 44">
                <a:extLst>
                  <a:ext uri="{FF2B5EF4-FFF2-40B4-BE49-F238E27FC236}">
                    <a16:creationId xmlns:a16="http://schemas.microsoft.com/office/drawing/2014/main" id="{B697333C-8F88-6F49-AA8F-4C9781CC4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6320" y="3525520"/>
                <a:ext cx="568960" cy="481140"/>
                <a:chOff x="-44" y="1473"/>
                <a:chExt cx="981" cy="1105"/>
              </a:xfrm>
            </p:grpSpPr>
            <p:pic>
              <p:nvPicPr>
                <p:cNvPr id="332" name="Picture 45" descr="desktop_computer_stylized_medium">
                  <a:extLst>
                    <a:ext uri="{FF2B5EF4-FFF2-40B4-BE49-F238E27FC236}">
                      <a16:creationId xmlns:a16="http://schemas.microsoft.com/office/drawing/2014/main" id="{5D4339C7-D62D-5C40-8498-60F25F7FD1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3" name="Freeform 46">
                  <a:extLst>
                    <a:ext uri="{FF2B5EF4-FFF2-40B4-BE49-F238E27FC236}">
                      <a16:creationId xmlns:a16="http://schemas.microsoft.com/office/drawing/2014/main" id="{B5C6667F-C532-F44B-B08E-ED6763A83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8" name="Group 44">
                <a:extLst>
                  <a:ext uri="{FF2B5EF4-FFF2-40B4-BE49-F238E27FC236}">
                    <a16:creationId xmlns:a16="http://schemas.microsoft.com/office/drawing/2014/main" id="{2B5BB1C4-0E8F-B54A-9FC0-4F56ED5EC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35120" y="3281680"/>
                <a:ext cx="568960" cy="481140"/>
                <a:chOff x="-44" y="1473"/>
                <a:chExt cx="981" cy="1105"/>
              </a:xfrm>
            </p:grpSpPr>
            <p:pic>
              <p:nvPicPr>
                <p:cNvPr id="330" name="Picture 45" descr="desktop_computer_stylized_medium">
                  <a:extLst>
                    <a:ext uri="{FF2B5EF4-FFF2-40B4-BE49-F238E27FC236}">
                      <a16:creationId xmlns:a16="http://schemas.microsoft.com/office/drawing/2014/main" id="{A8C81D48-C92D-CB48-8DCD-645F4CADBD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1" name="Freeform 46">
                  <a:extLst>
                    <a:ext uri="{FF2B5EF4-FFF2-40B4-BE49-F238E27FC236}">
                      <a16:creationId xmlns:a16="http://schemas.microsoft.com/office/drawing/2014/main" id="{9B794396-471F-E040-88AC-B51C16761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E0884B22-EEAE-D248-A754-2308A9D24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520" y="3261360"/>
                <a:ext cx="568960" cy="481140"/>
                <a:chOff x="-44" y="1473"/>
                <a:chExt cx="981" cy="1105"/>
              </a:xfrm>
            </p:grpSpPr>
            <p:pic>
              <p:nvPicPr>
                <p:cNvPr id="328" name="Picture 45" descr="desktop_computer_stylized_medium">
                  <a:extLst>
                    <a:ext uri="{FF2B5EF4-FFF2-40B4-BE49-F238E27FC236}">
                      <a16:creationId xmlns:a16="http://schemas.microsoft.com/office/drawing/2014/main" id="{71042587-5DB5-414E-BCB6-1C166E167C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9" name="Freeform 46">
                  <a:extLst>
                    <a:ext uri="{FF2B5EF4-FFF2-40B4-BE49-F238E27FC236}">
                      <a16:creationId xmlns:a16="http://schemas.microsoft.com/office/drawing/2014/main" id="{8C2EA73F-6D60-594A-AE51-D16A3EA7E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0" name="Group 44">
                <a:extLst>
                  <a:ext uri="{FF2B5EF4-FFF2-40B4-BE49-F238E27FC236}">
                    <a16:creationId xmlns:a16="http://schemas.microsoft.com/office/drawing/2014/main" id="{A0D7C560-9874-664B-BBED-733D586AA0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88000" y="3434080"/>
                <a:ext cx="568960" cy="481140"/>
                <a:chOff x="-44" y="1473"/>
                <a:chExt cx="981" cy="1105"/>
              </a:xfrm>
            </p:grpSpPr>
            <p:pic>
              <p:nvPicPr>
                <p:cNvPr id="326" name="Picture 45" descr="desktop_computer_stylized_medium">
                  <a:extLst>
                    <a:ext uri="{FF2B5EF4-FFF2-40B4-BE49-F238E27FC236}">
                      <a16:creationId xmlns:a16="http://schemas.microsoft.com/office/drawing/2014/main" id="{650C7B5B-E94A-604C-9410-81943E94DB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7" name="Freeform 46">
                  <a:extLst>
                    <a:ext uri="{FF2B5EF4-FFF2-40B4-BE49-F238E27FC236}">
                      <a16:creationId xmlns:a16="http://schemas.microsoft.com/office/drawing/2014/main" id="{7AA9C5DC-63F6-3F4E-8635-3EE72EAD4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1" name="Group 44">
                <a:extLst>
                  <a:ext uri="{FF2B5EF4-FFF2-40B4-BE49-F238E27FC236}">
                    <a16:creationId xmlns:a16="http://schemas.microsoft.com/office/drawing/2014/main" id="{BCE68852-14F6-9845-8C5C-6CDD723AF6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80480" y="3149600"/>
                <a:ext cx="568960" cy="481140"/>
                <a:chOff x="-44" y="1473"/>
                <a:chExt cx="981" cy="1105"/>
              </a:xfrm>
            </p:grpSpPr>
            <p:pic>
              <p:nvPicPr>
                <p:cNvPr id="324" name="Picture 45" descr="desktop_computer_stylized_medium">
                  <a:extLst>
                    <a:ext uri="{FF2B5EF4-FFF2-40B4-BE49-F238E27FC236}">
                      <a16:creationId xmlns:a16="http://schemas.microsoft.com/office/drawing/2014/main" id="{949A9AE4-491E-BF40-A346-2463B1309F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5" name="Freeform 46">
                  <a:extLst>
                    <a:ext uri="{FF2B5EF4-FFF2-40B4-BE49-F238E27FC236}">
                      <a16:creationId xmlns:a16="http://schemas.microsoft.com/office/drawing/2014/main" id="{87843F82-764B-4044-9508-F2FD38BC1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322" name="Picture 3">
                <a:extLst>
                  <a:ext uri="{FF2B5EF4-FFF2-40B4-BE49-F238E27FC236}">
                    <a16:creationId xmlns:a16="http://schemas.microsoft.com/office/drawing/2014/main" id="{1165B26C-61A1-EA46-8168-13B1A6537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4313" y="2847741"/>
                <a:ext cx="677800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pic>
            <p:nvPicPr>
              <p:cNvPr id="323" name="Picture 3">
                <a:extLst>
                  <a:ext uri="{FF2B5EF4-FFF2-40B4-BE49-F238E27FC236}">
                    <a16:creationId xmlns:a16="http://schemas.microsoft.com/office/drawing/2014/main" id="{A24E10B4-3314-8346-B6DA-C6D2CF4D7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74949" y="2116102"/>
                <a:ext cx="676212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344" name="Group 343">
              <a:extLst>
                <a:ext uri="{FF2B5EF4-FFF2-40B4-BE49-F238E27FC236}">
                  <a16:creationId xmlns:a16="http://schemas.microsoft.com/office/drawing/2014/main" id="{0D6DB29E-8183-5D4A-A6C1-D8FB12A01668}"/>
                </a:ext>
              </a:extLst>
            </p:cNvPr>
            <p:cNvGrpSpPr/>
            <p:nvPr/>
          </p:nvGrpSpPr>
          <p:grpSpPr>
            <a:xfrm>
              <a:off x="5398824" y="2310984"/>
              <a:ext cx="746763" cy="344773"/>
              <a:chOff x="3668110" y="2448910"/>
              <a:chExt cx="3794234" cy="2165130"/>
            </a:xfrm>
          </p:grpSpPr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02115A91-641C-E845-93FC-31B53FD5B8B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F1A867AC-0657-BC47-AC4D-010D15AD77FA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CF10FB39-5E1F-B248-9A7A-4C01C4EFD35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6762CBB0-CBF1-DC47-8A14-38F59E1135B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D05CC814-ADCE-AE43-B2BF-2E57EE6D6E9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90D34BF2-9267-B246-BC83-C97A4D97DEE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1925F9C3-6A09-134C-8318-7290AD8B60A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E61C4667-123F-A845-BCC0-8455101ACF2F}"/>
                </a:ext>
              </a:extLst>
            </p:cNvPr>
            <p:cNvGrpSpPr/>
            <p:nvPr/>
          </p:nvGrpSpPr>
          <p:grpSpPr>
            <a:xfrm>
              <a:off x="7290083" y="3122951"/>
              <a:ext cx="746763" cy="344773"/>
              <a:chOff x="3668110" y="2448910"/>
              <a:chExt cx="3794234" cy="2165130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7B7E719E-C4A3-4940-BB4F-671C6F1E7357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71CB114A-BFFE-4245-9969-879EF7F16EA8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72121964-7151-184E-B215-6FFAE4FA284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BB494E8E-F2D9-8D4C-8855-005A1DEE03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21953B9A-7B59-5B48-B542-2BE643E43FA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64E057B3-0410-8944-96E8-A73328F40DF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4F3BC6AC-6740-644B-B895-210B6ABEA3B6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5C1BDD41-89CC-5142-82E0-31AD1AEA5928}"/>
                </a:ext>
              </a:extLst>
            </p:cNvPr>
            <p:cNvGrpSpPr/>
            <p:nvPr/>
          </p:nvGrpSpPr>
          <p:grpSpPr>
            <a:xfrm>
              <a:off x="5371262" y="3020518"/>
              <a:ext cx="746763" cy="344773"/>
              <a:chOff x="3668110" y="2448910"/>
              <a:chExt cx="3794234" cy="2165130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8CAAD1B8-7EF7-104B-A99C-66500B373B1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C3709934-88FB-7B49-8DD5-B867C648DC4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A129641A-31D4-0744-9BA2-E6B8031E0C7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AC8F2956-A0C1-9347-A821-CF7760F8BF1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Freeform 364">
                  <a:extLst>
                    <a:ext uri="{FF2B5EF4-FFF2-40B4-BE49-F238E27FC236}">
                      <a16:creationId xmlns:a16="http://schemas.microsoft.com/office/drawing/2014/main" id="{3A2DD6F3-4BB4-7344-8796-936E8627C7EA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B108877-A9F2-B740-94FB-2FACB13C189C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4E7367F-EA46-6943-A52D-D2D39663AFD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E7BFFEF5-1E5A-214E-815E-5352DB1D8B9D}"/>
              </a:ext>
            </a:extLst>
          </p:cNvPr>
          <p:cNvGrpSpPr/>
          <p:nvPr/>
        </p:nvGrpSpPr>
        <p:grpSpPr>
          <a:xfrm>
            <a:off x="3510443" y="3070406"/>
            <a:ext cx="746763" cy="344773"/>
            <a:chOff x="3668110" y="2448910"/>
            <a:chExt cx="3794234" cy="216513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3882DC2F-B27B-0C40-807D-179D4FF6760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45558C7-AA03-9549-BB76-2D627A97AB4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C5245A52-75E9-4F43-901F-B3CDDA16D9AB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5719E44D-592D-2B40-8629-8CAC92FD289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8F866AE4-8716-1943-A767-116C65DECED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5286B54F-3F16-8E4C-9916-F5AD40E1D77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A4B59C80-FD6E-ED49-8253-93F2FF9267E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849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自学习多交换机示例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链路层：6-113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99" name="Rectangle 3">
            <a:extLst>
              <a:ext uri="{FF2B5EF4-FFF2-40B4-BE49-F238E27FC236}">
                <a16:creationId xmlns:a16="http://schemas.microsoft.com/office/drawing/2014/main" id="{568450DB-9CD6-EE43-953D-FA5EF552531B}"/>
              </a:ext>
            </a:extLst>
          </p:cNvPr>
          <p:cNvSpPr txBox="1">
            <a:spLocks noChangeArrowheads="1"/>
          </p:cNvSpPr>
          <p:nvPr/>
        </p:nvSpPr>
        <p:spPr>
          <a:xfrm>
            <a:off x="1060528" y="1364678"/>
            <a:ext cx="8743038" cy="8088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假设 C 向 I 发送帧，I 响应 C</a:t>
            </a:r>
            <a:endParaRPr lang="en-US" sz="3600" dirty="0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B511F9CE-E792-7F49-809B-1ABFB62E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030" y="4858947"/>
            <a:ext cx="10952969" cy="184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3200" u="sng" dirty="0">
                <a:solidFill>
                  <a:srgbClr val="CC0000"/>
                </a:solidFill>
                <a:cs typeface="+mn-cs"/>
              </a:rPr>
              <a:t>问：给出 S1、S2、S3、S4 中的交换表和分组转发过程 </a:t>
            </a:r>
            <a:r>
              <a:rPr lang="en-US" sz="3200" i="0" dirty="0">
                <a:solidFill>
                  <a:srgbClr val="CC0000"/>
                </a:solidFill>
                <a:cs typeface="+mn-cs"/>
              </a:rPr>
              <a:t/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/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/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21FFF95-C7EA-144E-84F5-63512E675D5A}"/>
              </a:ext>
            </a:extLst>
          </p:cNvPr>
          <p:cNvGrpSpPr/>
          <p:nvPr/>
        </p:nvGrpSpPr>
        <p:grpSpPr>
          <a:xfrm>
            <a:off x="2517827" y="2194237"/>
            <a:ext cx="6289087" cy="2044145"/>
            <a:chOff x="2517827" y="2194237"/>
            <a:chExt cx="6289087" cy="2044145"/>
          </a:xfrm>
        </p:grpSpPr>
        <p:grpSp>
          <p:nvGrpSpPr>
            <p:cNvPr id="101" name="Group 1">
              <a:extLst>
                <a:ext uri="{FF2B5EF4-FFF2-40B4-BE49-F238E27FC236}">
                  <a16:creationId xmlns:a16="http://schemas.microsoft.com/office/drawing/2014/main" id="{E174CED5-AC35-D54C-8BF6-1C9463848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827" y="2654612"/>
              <a:ext cx="2005135" cy="1358900"/>
              <a:chOff x="958850" y="2444750"/>
              <a:chExt cx="2005665" cy="1358710"/>
            </a:xfrm>
          </p:grpSpPr>
          <p:sp>
            <p:nvSpPr>
              <p:cNvPr id="102" name="Line 20">
                <a:extLst>
                  <a:ext uri="{FF2B5EF4-FFF2-40B4-BE49-F238E27FC236}">
                    <a16:creationId xmlns:a16="http://schemas.microsoft.com/office/drawing/2014/main" id="{99456C36-8A4C-D04A-935F-F188E1160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2903" y="3030456"/>
                <a:ext cx="55577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3" name="Line 21">
                <a:extLst>
                  <a:ext uri="{FF2B5EF4-FFF2-40B4-BE49-F238E27FC236}">
                    <a16:creationId xmlns:a16="http://schemas.microsoft.com/office/drawing/2014/main" id="{55CE708E-2A34-9F40-8A40-EC8F4808B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0355" y="3078074"/>
                <a:ext cx="271534" cy="31428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4" name="Line 22">
                <a:extLst>
                  <a:ext uri="{FF2B5EF4-FFF2-40B4-BE49-F238E27FC236}">
                    <a16:creationId xmlns:a16="http://schemas.microsoft.com/office/drawing/2014/main" id="{25CA20B9-2A94-684B-9200-B43A5DC1A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9566" y="3106645"/>
                <a:ext cx="73044" cy="2952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5" name="Text Box 64">
                <a:extLst>
                  <a:ext uri="{FF2B5EF4-FFF2-40B4-BE49-F238E27FC236}">
                    <a16:creationId xmlns:a16="http://schemas.microsoft.com/office/drawing/2014/main" id="{4DEB5825-2375-754E-8531-766CDA61CD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8850" y="2844744"/>
                <a:ext cx="317800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A</a:t>
                </a:r>
              </a:p>
            </p:txBody>
          </p:sp>
          <p:sp>
            <p:nvSpPr>
              <p:cNvPr id="106" name="Text Box 65">
                <a:extLst>
                  <a:ext uri="{FF2B5EF4-FFF2-40B4-BE49-F238E27FC236}">
                    <a16:creationId xmlns:a16="http://schemas.microsoft.com/office/drawing/2014/main" id="{799C545E-6574-C94C-A803-1B1F400DC0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232" y="3306642"/>
                <a:ext cx="309782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B</a:t>
                </a:r>
              </a:p>
            </p:txBody>
          </p:sp>
          <p:sp>
            <p:nvSpPr>
              <p:cNvPr id="107" name="Text Box 73">
                <a:extLst>
                  <a:ext uri="{FF2B5EF4-FFF2-40B4-BE49-F238E27FC236}">
                    <a16:creationId xmlns:a16="http://schemas.microsoft.com/office/drawing/2014/main" id="{0DF107CE-E588-A94A-88C7-2C3915755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81548" y="2444750"/>
                <a:ext cx="36910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108" name="Text Box 66">
                <a:extLst>
                  <a:ext uri="{FF2B5EF4-FFF2-40B4-BE49-F238E27FC236}">
                    <a16:creationId xmlns:a16="http://schemas.microsoft.com/office/drawing/2014/main" id="{BFDB47B6-1E5E-BD42-AC91-800C3CCA6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6336" y="3298706"/>
                <a:ext cx="30817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C</a:t>
                </a:r>
              </a:p>
            </p:txBody>
          </p:sp>
          <p:grpSp>
            <p:nvGrpSpPr>
              <p:cNvPr id="109" name="Group 44">
                <a:extLst>
                  <a:ext uri="{FF2B5EF4-FFF2-40B4-BE49-F238E27FC236}">
                    <a16:creationId xmlns:a16="http://schemas.microsoft.com/office/drawing/2014/main" id="{DC837921-0D64-BD47-861E-F31CC635EE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27760" y="2834640"/>
                <a:ext cx="568960" cy="481140"/>
                <a:chOff x="-44" y="1473"/>
                <a:chExt cx="981" cy="1105"/>
              </a:xfrm>
            </p:grpSpPr>
            <p:pic>
              <p:nvPicPr>
                <p:cNvPr id="117" name="Picture 45" descr="desktop_computer_stylized_medium">
                  <a:extLst>
                    <a:ext uri="{FF2B5EF4-FFF2-40B4-BE49-F238E27FC236}">
                      <a16:creationId xmlns:a16="http://schemas.microsoft.com/office/drawing/2014/main" id="{99A10DAA-F025-3840-A597-986C2A27A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8" name="Freeform 46">
                  <a:extLst>
                    <a:ext uri="{FF2B5EF4-FFF2-40B4-BE49-F238E27FC236}">
                      <a16:creationId xmlns:a16="http://schemas.microsoft.com/office/drawing/2014/main" id="{83738852-B2D6-8A45-99DE-7F2DF5918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0" name="Group 44">
                <a:extLst>
                  <a:ext uri="{FF2B5EF4-FFF2-40B4-BE49-F238E27FC236}">
                    <a16:creationId xmlns:a16="http://schemas.microsoft.com/office/drawing/2014/main" id="{A033586C-CAEE-E347-8D88-3B31D913E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4160" y="3291840"/>
                <a:ext cx="568960" cy="481140"/>
                <a:chOff x="-44" y="1473"/>
                <a:chExt cx="981" cy="1105"/>
              </a:xfrm>
            </p:grpSpPr>
            <p:pic>
              <p:nvPicPr>
                <p:cNvPr id="115" name="Picture 45" descr="desktop_computer_stylized_medium">
                  <a:extLst>
                    <a:ext uri="{FF2B5EF4-FFF2-40B4-BE49-F238E27FC236}">
                      <a16:creationId xmlns:a16="http://schemas.microsoft.com/office/drawing/2014/main" id="{21CE84B5-06A2-D14C-AEBE-CFD46034D4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6" name="Freeform 46">
                  <a:extLst>
                    <a:ext uri="{FF2B5EF4-FFF2-40B4-BE49-F238E27FC236}">
                      <a16:creationId xmlns:a16="http://schemas.microsoft.com/office/drawing/2014/main" id="{5FD3094A-1859-F648-BB49-F2B23B15C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1" name="Group 44">
                <a:extLst>
                  <a:ext uri="{FF2B5EF4-FFF2-40B4-BE49-F238E27FC236}">
                    <a16:creationId xmlns:a16="http://schemas.microsoft.com/office/drawing/2014/main" id="{655FEA45-4989-2C4A-8309-EA2DBF28B5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2480" y="3322320"/>
                <a:ext cx="568960" cy="481140"/>
                <a:chOff x="-44" y="1473"/>
                <a:chExt cx="981" cy="1105"/>
              </a:xfrm>
            </p:grpSpPr>
            <p:pic>
              <p:nvPicPr>
                <p:cNvPr id="113" name="Picture 45" descr="desktop_computer_stylized_medium">
                  <a:extLst>
                    <a:ext uri="{FF2B5EF4-FFF2-40B4-BE49-F238E27FC236}">
                      <a16:creationId xmlns:a16="http://schemas.microsoft.com/office/drawing/2014/main" id="{C2B6BF88-F812-964A-96C8-B3552CB52B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4" name="Freeform 46">
                  <a:extLst>
                    <a:ext uri="{FF2B5EF4-FFF2-40B4-BE49-F238E27FC236}">
                      <a16:creationId xmlns:a16="http://schemas.microsoft.com/office/drawing/2014/main" id="{C7D61B70-C386-EB44-94E6-4FCDCA9C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112" name="Picture 3">
                <a:extLst>
                  <a:ext uri="{FF2B5EF4-FFF2-40B4-BE49-F238E27FC236}">
                    <a16:creationId xmlns:a16="http://schemas.microsoft.com/office/drawing/2014/main" id="{B5A71CE8-50DE-B246-AE60-22D59D712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4817" y="2879664"/>
                <a:ext cx="678041" cy="2999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2816478B-C7BF-3A4B-9910-57E846BFA2AE}"/>
                </a:ext>
              </a:extLst>
            </p:cNvPr>
            <p:cNvGrpSpPr/>
            <p:nvPr/>
          </p:nvGrpSpPr>
          <p:grpSpPr>
            <a:xfrm>
              <a:off x="3950752" y="2194237"/>
              <a:ext cx="4856162" cy="2044145"/>
              <a:chOff x="3950752" y="2194237"/>
              <a:chExt cx="4856162" cy="2044145"/>
            </a:xfrm>
          </p:grpSpPr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BDB365C-75DD-BA4C-8483-F86287AD44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50752" y="2194237"/>
                <a:ext cx="4856162" cy="2044145"/>
                <a:chOff x="2379663" y="1984375"/>
                <a:chExt cx="4855711" cy="2043590"/>
              </a:xfrm>
            </p:grpSpPr>
            <p:sp>
              <p:nvSpPr>
                <p:cNvPr id="145" name="Line 23">
                  <a:extLst>
                    <a:ext uri="{FF2B5EF4-FFF2-40B4-BE49-F238E27FC236}">
                      <a16:creationId xmlns:a16="http://schemas.microsoft.com/office/drawing/2014/main" id="{68A6B2AD-4A9F-214F-BE1D-B7DF7E1C6E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5258" y="3068344"/>
                  <a:ext cx="346043" cy="21584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6" name="Line 24">
                  <a:extLst>
                    <a:ext uri="{FF2B5EF4-FFF2-40B4-BE49-F238E27FC236}">
                      <a16:creationId xmlns:a16="http://schemas.microsoft.com/office/drawing/2014/main" id="{D84ED115-8A00-2C43-AB0E-B0231CCF9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9554" y="3087389"/>
                  <a:ext cx="125401" cy="5872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7" name="Line 25">
                  <a:extLst>
                    <a:ext uri="{FF2B5EF4-FFF2-40B4-BE49-F238E27FC236}">
                      <a16:creationId xmlns:a16="http://schemas.microsoft.com/office/drawing/2014/main" id="{B1AA3E0A-B9A5-294C-A748-5E42A95E37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54326" y="3030254"/>
                  <a:ext cx="230167" cy="36185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8" name="Line 26">
                  <a:extLst>
                    <a:ext uri="{FF2B5EF4-FFF2-40B4-BE49-F238E27FC236}">
                      <a16:creationId xmlns:a16="http://schemas.microsoft.com/office/drawing/2014/main" id="{CC0F30F5-BEDC-5D4D-B554-BBE6A2062F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2145" y="3106433"/>
                  <a:ext cx="428585" cy="24440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9" name="Line 27">
                  <a:extLst>
                    <a:ext uri="{FF2B5EF4-FFF2-40B4-BE49-F238E27FC236}">
                      <a16:creationId xmlns:a16="http://schemas.microsoft.com/office/drawing/2014/main" id="{306D12EE-4853-A448-A0E4-6AA00BE66B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035335" y="3077866"/>
                  <a:ext cx="9524" cy="4697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0" name="Line 35">
                  <a:extLst>
                    <a:ext uri="{FF2B5EF4-FFF2-40B4-BE49-F238E27FC236}">
                      <a16:creationId xmlns:a16="http://schemas.microsoft.com/office/drawing/2014/main" id="{2F390777-5412-4D49-92B7-E21F0873B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9663" y="2355749"/>
                  <a:ext cx="1517509" cy="53642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1" name="Line 36">
                  <a:extLst>
                    <a:ext uri="{FF2B5EF4-FFF2-40B4-BE49-F238E27FC236}">
                      <a16:creationId xmlns:a16="http://schemas.microsoft.com/office/drawing/2014/main" id="{2A8B696B-9EF3-6144-9251-35E77662F2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00356" y="2322421"/>
                  <a:ext cx="0" cy="59991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2" name="Line 37">
                  <a:extLst>
                    <a:ext uri="{FF2B5EF4-FFF2-40B4-BE49-F238E27FC236}">
                      <a16:creationId xmlns:a16="http://schemas.microsoft.com/office/drawing/2014/main" id="{EE382A21-6506-2149-B95A-87DC8F5C2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449571" y="2306551"/>
                  <a:ext cx="1406394" cy="68402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3" name="Line 63">
                  <a:extLst>
                    <a:ext uri="{FF2B5EF4-FFF2-40B4-BE49-F238E27FC236}">
                      <a16:creationId xmlns:a16="http://schemas.microsoft.com/office/drawing/2014/main" id="{BDF97CF4-DC42-E04A-B487-6437DFE7C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1539" y="3131826"/>
                  <a:ext cx="285723" cy="15870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4" name="Text Box 67">
                  <a:extLst>
                    <a:ext uri="{FF2B5EF4-FFF2-40B4-BE49-F238E27FC236}">
                      <a16:creationId xmlns:a16="http://schemas.microsoft.com/office/drawing/2014/main" id="{2188C4D3-BD36-E047-9559-CABADC9F0F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20973" y="3222289"/>
                  <a:ext cx="327304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</a:t>
                  </a:r>
                </a:p>
              </p:txBody>
            </p:sp>
            <p:sp>
              <p:nvSpPr>
                <p:cNvPr id="155" name="Text Box 68">
                  <a:extLst>
                    <a:ext uri="{FF2B5EF4-FFF2-40B4-BE49-F238E27FC236}">
                      <a16:creationId xmlns:a16="http://schemas.microsoft.com/office/drawing/2014/main" id="{D377AFD9-065B-0D42-89D3-C837E5B125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94004" y="3658733"/>
                  <a:ext cx="29684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E</a:t>
                  </a:r>
                </a:p>
              </p:txBody>
            </p:sp>
            <p:sp>
              <p:nvSpPr>
                <p:cNvPr id="156" name="Text Box 69">
                  <a:extLst>
                    <a:ext uri="{FF2B5EF4-FFF2-40B4-BE49-F238E27FC236}">
                      <a16:creationId xmlns:a16="http://schemas.microsoft.com/office/drawing/2014/main" id="{0CFCAF43-7430-1543-B71F-013915B7D5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67035" y="3057234"/>
                  <a:ext cx="290437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F</a:t>
                  </a:r>
                </a:p>
              </p:txBody>
            </p:sp>
            <p:sp>
              <p:nvSpPr>
                <p:cNvPr id="157" name="Text Box 74">
                  <a:extLst>
                    <a:ext uri="{FF2B5EF4-FFF2-40B4-BE49-F238E27FC236}">
                      <a16:creationId xmlns:a16="http://schemas.microsoft.com/office/drawing/2014/main" id="{09D60F24-0E65-E540-A132-B2087CA454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8267" y="2768387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2</a:t>
                  </a:r>
                </a:p>
              </p:txBody>
            </p:sp>
            <p:sp>
              <p:nvSpPr>
                <p:cNvPr id="158" name="Text Box 75">
                  <a:extLst>
                    <a:ext uri="{FF2B5EF4-FFF2-40B4-BE49-F238E27FC236}">
                      <a16:creationId xmlns:a16="http://schemas.microsoft.com/office/drawing/2014/main" id="{61B735CA-251A-CF4F-988F-56BD7EB991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35290" y="1984375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4</a:t>
                  </a:r>
                </a:p>
              </p:txBody>
            </p:sp>
            <p:sp>
              <p:nvSpPr>
                <p:cNvPr id="159" name="Text Box 76">
                  <a:extLst>
                    <a:ext uri="{FF2B5EF4-FFF2-40B4-BE49-F238E27FC236}">
                      <a16:creationId xmlns:a16="http://schemas.microsoft.com/office/drawing/2014/main" id="{5684E9B9-6F8F-9B49-87D7-884038727F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938" y="2570004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3</a:t>
                  </a:r>
                </a:p>
              </p:txBody>
            </p:sp>
            <p:sp>
              <p:nvSpPr>
                <p:cNvPr id="160" name="Text Box 78">
                  <a:extLst>
                    <a:ext uri="{FF2B5EF4-FFF2-40B4-BE49-F238E27FC236}">
                      <a16:creationId xmlns:a16="http://schemas.microsoft.com/office/drawing/2014/main" id="{811B64AB-D4E5-1E43-81FE-A68C071F63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0104" y="3541290"/>
                  <a:ext cx="328905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H</a:t>
                  </a:r>
                </a:p>
              </p:txBody>
            </p:sp>
            <p:sp>
              <p:nvSpPr>
                <p:cNvPr id="161" name="Text Box 79">
                  <a:extLst>
                    <a:ext uri="{FF2B5EF4-FFF2-40B4-BE49-F238E27FC236}">
                      <a16:creationId xmlns:a16="http://schemas.microsoft.com/office/drawing/2014/main" id="{5D07C5EE-CF96-1441-A8A4-14B2C1E5BC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986160" y="3179439"/>
                  <a:ext cx="249214" cy="36978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I</a:t>
                  </a:r>
                </a:p>
              </p:txBody>
            </p:sp>
            <p:sp>
              <p:nvSpPr>
                <p:cNvPr id="162" name="Text Box 80">
                  <a:extLst>
                    <a:ext uri="{FF2B5EF4-FFF2-40B4-BE49-F238E27FC236}">
                      <a16:creationId xmlns:a16="http://schemas.microsoft.com/office/drawing/2014/main" id="{76121A31-0CF9-CD4B-AE69-015165CDB9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03560" y="3595251"/>
                  <a:ext cx="330509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G</a:t>
                  </a:r>
                </a:p>
              </p:txBody>
            </p:sp>
            <p:pic>
              <p:nvPicPr>
                <p:cNvPr id="163" name="Picture 3">
                  <a:extLst>
                    <a:ext uri="{FF2B5EF4-FFF2-40B4-BE49-F238E27FC236}">
                      <a16:creationId xmlns:a16="http://schemas.microsoft.com/office/drawing/2014/main" id="{A60EFC24-CD1C-1840-BFF1-506A513FE7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63899" y="2930268"/>
                  <a:ext cx="677799" cy="29995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64" name="Group 44">
                  <a:extLst>
                    <a:ext uri="{FF2B5EF4-FFF2-40B4-BE49-F238E27FC236}">
                      <a16:creationId xmlns:a16="http://schemas.microsoft.com/office/drawing/2014/main" id="{72C50D88-FE1C-914B-9179-8D1F978E03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9440" y="3180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6B6B128B-F962-F94D-9DF1-5108488503D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7" name="Freeform 46">
                    <a:extLst>
                      <a:ext uri="{FF2B5EF4-FFF2-40B4-BE49-F238E27FC236}">
                        <a16:creationId xmlns:a16="http://schemas.microsoft.com/office/drawing/2014/main" id="{C0150CF8-A697-CE42-940C-37756D41BF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5" name="Group 44">
                  <a:extLst>
                    <a:ext uri="{FF2B5EF4-FFF2-40B4-BE49-F238E27FC236}">
                      <a16:creationId xmlns:a16="http://schemas.microsoft.com/office/drawing/2014/main" id="{3070217F-553E-764A-99FA-E2DA6A9B3D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6320" y="352552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4" name="Picture 45" descr="desktop_computer_stylized_medium">
                    <a:extLst>
                      <a:ext uri="{FF2B5EF4-FFF2-40B4-BE49-F238E27FC236}">
                        <a16:creationId xmlns:a16="http://schemas.microsoft.com/office/drawing/2014/main" id="{A7C73311-AB56-AB43-AD0E-BECBF1D54F0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5" name="Freeform 46">
                    <a:extLst>
                      <a:ext uri="{FF2B5EF4-FFF2-40B4-BE49-F238E27FC236}">
                        <a16:creationId xmlns:a16="http://schemas.microsoft.com/office/drawing/2014/main" id="{52C81438-9114-5446-B747-FBE54C660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6" name="Group 44">
                  <a:extLst>
                    <a:ext uri="{FF2B5EF4-FFF2-40B4-BE49-F238E27FC236}">
                      <a16:creationId xmlns:a16="http://schemas.microsoft.com/office/drawing/2014/main" id="{4533CD9B-FBCF-5447-8350-43CE87CD63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35120" y="32816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2" name="Picture 45" descr="desktop_computer_stylized_medium">
                    <a:extLst>
                      <a:ext uri="{FF2B5EF4-FFF2-40B4-BE49-F238E27FC236}">
                        <a16:creationId xmlns:a16="http://schemas.microsoft.com/office/drawing/2014/main" id="{B2D533C9-2A78-B940-8439-12C55294CFA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3" name="Freeform 46">
                    <a:extLst>
                      <a:ext uri="{FF2B5EF4-FFF2-40B4-BE49-F238E27FC236}">
                        <a16:creationId xmlns:a16="http://schemas.microsoft.com/office/drawing/2014/main" id="{57FD2025-5E4C-8743-B974-760B98881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7" name="Group 44">
                  <a:extLst>
                    <a:ext uri="{FF2B5EF4-FFF2-40B4-BE49-F238E27FC236}">
                      <a16:creationId xmlns:a16="http://schemas.microsoft.com/office/drawing/2014/main" id="{39417816-E3DF-9944-8BB2-9ECAEA9355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520" y="326136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0" name="Picture 45" descr="desktop_computer_stylized_medium">
                    <a:extLst>
                      <a:ext uri="{FF2B5EF4-FFF2-40B4-BE49-F238E27FC236}">
                        <a16:creationId xmlns:a16="http://schemas.microsoft.com/office/drawing/2014/main" id="{DB414230-1306-5F4E-A458-0537D0528CD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1" name="Freeform 46">
                    <a:extLst>
                      <a:ext uri="{FF2B5EF4-FFF2-40B4-BE49-F238E27FC236}">
                        <a16:creationId xmlns:a16="http://schemas.microsoft.com/office/drawing/2014/main" id="{309159E7-31D8-234D-93D0-BE8C004157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8" name="Group 44">
                  <a:extLst>
                    <a:ext uri="{FF2B5EF4-FFF2-40B4-BE49-F238E27FC236}">
                      <a16:creationId xmlns:a16="http://schemas.microsoft.com/office/drawing/2014/main" id="{4E2C6A6D-6868-344A-8B6D-7879FC94C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000" y="3434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8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41FED28-3695-BF44-9514-315EAD53285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9" name="Freeform 46">
                    <a:extLst>
                      <a:ext uri="{FF2B5EF4-FFF2-40B4-BE49-F238E27FC236}">
                        <a16:creationId xmlns:a16="http://schemas.microsoft.com/office/drawing/2014/main" id="{2B011CDD-EC17-8A46-97F7-9084D9FC8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9" name="Group 44">
                  <a:extLst>
                    <a:ext uri="{FF2B5EF4-FFF2-40B4-BE49-F238E27FC236}">
                      <a16:creationId xmlns:a16="http://schemas.microsoft.com/office/drawing/2014/main" id="{7F3E3005-6E4C-2E48-BEB0-D7DCE47F5B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80480" y="314960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F69E930-531C-CC49-9369-A6258D2C3DF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7" name="Freeform 46">
                    <a:extLst>
                      <a:ext uri="{FF2B5EF4-FFF2-40B4-BE49-F238E27FC236}">
                        <a16:creationId xmlns:a16="http://schemas.microsoft.com/office/drawing/2014/main" id="{275B5DF6-0840-1741-A596-61D1E7D339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pic>
              <p:nvPicPr>
                <p:cNvPr id="174" name="Picture 3">
                  <a:extLst>
                    <a:ext uri="{FF2B5EF4-FFF2-40B4-BE49-F238E27FC236}">
                      <a16:creationId xmlns:a16="http://schemas.microsoft.com/office/drawing/2014/main" id="{99A8D395-2415-D740-B879-CB64DE3E7C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4313" y="2847741"/>
                  <a:ext cx="677800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175" name="Picture 3">
                  <a:extLst>
                    <a:ext uri="{FF2B5EF4-FFF2-40B4-BE49-F238E27FC236}">
                      <a16:creationId xmlns:a16="http://schemas.microsoft.com/office/drawing/2014/main" id="{7E37AF4C-6642-944F-893E-8F764A201E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4949" y="2116102"/>
                  <a:ext cx="676212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BC8817A8-53E1-E640-9C0B-D148675E84B3}"/>
                  </a:ext>
                </a:extLst>
              </p:cNvPr>
              <p:cNvGrpSpPr/>
              <p:nvPr/>
            </p:nvGrpSpPr>
            <p:grpSpPr>
              <a:xfrm>
                <a:off x="5398824" y="2310984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3B86E610-C8E9-A14E-BADA-D521477BFA5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138">
                  <a:extLst>
                    <a:ext uri="{FF2B5EF4-FFF2-40B4-BE49-F238E27FC236}">
                      <a16:creationId xmlns:a16="http://schemas.microsoft.com/office/drawing/2014/main" id="{09BCF10E-F11E-0940-9427-2C52D3A0442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74F91BDF-2C7D-004F-9F7E-3424FDD7E858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41" name="Freeform 140">
                    <a:extLst>
                      <a:ext uri="{FF2B5EF4-FFF2-40B4-BE49-F238E27FC236}">
                        <a16:creationId xmlns:a16="http://schemas.microsoft.com/office/drawing/2014/main" id="{866D5738-B1DB-A64F-B2FF-D00B6DCAFBC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41">
                    <a:extLst>
                      <a:ext uri="{FF2B5EF4-FFF2-40B4-BE49-F238E27FC236}">
                        <a16:creationId xmlns:a16="http://schemas.microsoft.com/office/drawing/2014/main" id="{8F3D5853-4CB9-3346-8B27-854B90D8207B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42">
                    <a:extLst>
                      <a:ext uri="{FF2B5EF4-FFF2-40B4-BE49-F238E27FC236}">
                        <a16:creationId xmlns:a16="http://schemas.microsoft.com/office/drawing/2014/main" id="{114FA665-825C-3446-AE24-97A1A9B094BE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43">
                    <a:extLst>
                      <a:ext uri="{FF2B5EF4-FFF2-40B4-BE49-F238E27FC236}">
                        <a16:creationId xmlns:a16="http://schemas.microsoft.com/office/drawing/2014/main" id="{CF92E888-6087-BF4C-9FD9-B93CB8E368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4DD0CB96-FF06-0747-8D6C-17B6E3D64A00}"/>
                  </a:ext>
                </a:extLst>
              </p:cNvPr>
              <p:cNvGrpSpPr/>
              <p:nvPr/>
            </p:nvGrpSpPr>
            <p:grpSpPr>
              <a:xfrm>
                <a:off x="7290083" y="3122951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BBE4C02F-92B5-E34A-8A31-6DCFE62E955D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FC68E576-D54E-734B-8697-D893832C877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B96132C5-D867-5746-8DB9-936FC4CA34AB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34" name="Freeform 133">
                    <a:extLst>
                      <a:ext uri="{FF2B5EF4-FFF2-40B4-BE49-F238E27FC236}">
                        <a16:creationId xmlns:a16="http://schemas.microsoft.com/office/drawing/2014/main" id="{F331719B-2E38-6C46-8045-A59B4810FCF3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5" name="Freeform 134">
                    <a:extLst>
                      <a:ext uri="{FF2B5EF4-FFF2-40B4-BE49-F238E27FC236}">
                        <a16:creationId xmlns:a16="http://schemas.microsoft.com/office/drawing/2014/main" id="{0FAF6128-2431-6D43-969E-D212F9385490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6" name="Freeform 135">
                    <a:extLst>
                      <a:ext uri="{FF2B5EF4-FFF2-40B4-BE49-F238E27FC236}">
                        <a16:creationId xmlns:a16="http://schemas.microsoft.com/office/drawing/2014/main" id="{105D7E56-FF41-A349-A7F2-51A25370D45A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" name="Freeform 136">
                    <a:extLst>
                      <a:ext uri="{FF2B5EF4-FFF2-40B4-BE49-F238E27FC236}">
                        <a16:creationId xmlns:a16="http://schemas.microsoft.com/office/drawing/2014/main" id="{406FE8BF-E5DA-3A43-8C2C-0214135AEF6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61382BC6-B124-C34A-AF5F-106CD750D54D}"/>
                  </a:ext>
                </a:extLst>
              </p:cNvPr>
              <p:cNvGrpSpPr/>
              <p:nvPr/>
            </p:nvGrpSpPr>
            <p:grpSpPr>
              <a:xfrm>
                <a:off x="5371262" y="3020518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24" name="Rectangle 123">
                  <a:extLst>
                    <a:ext uri="{FF2B5EF4-FFF2-40B4-BE49-F238E27FC236}">
                      <a16:creationId xmlns:a16="http://schemas.microsoft.com/office/drawing/2014/main" id="{F54875C8-3537-534D-8699-79202C6EF3C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37C804ED-78E1-0B43-8D28-3CBDFC6F975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029B3492-B39F-9C4E-9E12-23A21BE7194F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3146775C-54FD-D548-A314-3302205C36ED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7C1051E3-E4D3-EA4F-B5CF-25F7520318D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06D6E15E-1DE1-A94F-AE8B-1AB24533AFE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68FA2054-559F-3D4E-8F12-33A0DEB0D2B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8092B4B-73A7-B84A-B44A-87B3F8EE42A7}"/>
                </a:ext>
              </a:extLst>
            </p:cNvPr>
            <p:cNvGrpSpPr/>
            <p:nvPr/>
          </p:nvGrpSpPr>
          <p:grpSpPr>
            <a:xfrm>
              <a:off x="3510443" y="3070406"/>
              <a:ext cx="746763" cy="344773"/>
              <a:chOff x="3668110" y="2448910"/>
              <a:chExt cx="3794234" cy="216513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200081AD-DFBF-1947-B539-A661D799E72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DFB88302-207F-7041-A836-DBC7ED27F4DD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5A1C7D64-8BED-D44B-9F41-2A71D08A3062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AC3DE160-A795-FB4B-AEE9-AB6FD5F7BA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0795C6B9-582B-1C4C-94D8-E6BE17D986CC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D9D86823-997E-6E44-B47F-086D7D2EDA6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BF0DBBF3-4106-7A4E-9218-F47B958ADE7D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228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小型机构网络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链路层：6-114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到外部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网络层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路由器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子网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邮件服务器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服务器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5840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交换机与路由器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链路层：6-115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1" name="Freeform 3">
            <a:extLst>
              <a:ext uri="{FF2B5EF4-FFF2-40B4-BE49-F238E27FC236}">
                <a16:creationId xmlns:a16="http://schemas.microsoft.com/office/drawing/2014/main" id="{01F07BE4-0531-7444-A1F5-60C180F08530}"/>
              </a:ext>
            </a:extLst>
          </p:cNvPr>
          <p:cNvSpPr>
            <a:spLocks/>
          </p:cNvSpPr>
          <p:nvPr/>
        </p:nvSpPr>
        <p:spPr bwMode="auto">
          <a:xfrm flipH="1">
            <a:off x="9361825" y="2092325"/>
            <a:ext cx="638175" cy="803639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2" name="Freeform 10">
            <a:extLst>
              <a:ext uri="{FF2B5EF4-FFF2-40B4-BE49-F238E27FC236}">
                <a16:creationId xmlns:a16="http://schemas.microsoft.com/office/drawing/2014/main" id="{AB992FF6-010D-6E4B-AAE6-09AEF8090B80}"/>
              </a:ext>
            </a:extLst>
          </p:cNvPr>
          <p:cNvSpPr>
            <a:spLocks/>
          </p:cNvSpPr>
          <p:nvPr/>
        </p:nvSpPr>
        <p:spPr bwMode="auto">
          <a:xfrm>
            <a:off x="9349126" y="844952"/>
            <a:ext cx="360363" cy="1517612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4" name="Rectangle 24">
            <a:extLst>
              <a:ext uri="{FF2B5EF4-FFF2-40B4-BE49-F238E27FC236}">
                <a16:creationId xmlns:a16="http://schemas.microsoft.com/office/drawing/2014/main" id="{40F95C2F-93D8-8641-B89D-44099AAF3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539" y="862377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25" name="Line 25">
            <a:extLst>
              <a:ext uri="{FF2B5EF4-FFF2-40B4-BE49-F238E27FC236}">
                <a16:creationId xmlns:a16="http://schemas.microsoft.com/office/drawing/2014/main" id="{D33B7F54-4590-CD44-AAC5-D038D030B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539" y="1179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6" name="Text Box 26">
            <a:extLst>
              <a:ext uri="{FF2B5EF4-FFF2-40B4-BE49-F238E27FC236}">
                <a16:creationId xmlns:a16="http://schemas.microsoft.com/office/drawing/2014/main" id="{A909BE45-EB97-0B47-8BBD-A683AD590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901" y="829039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应用层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传输层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网络层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链路层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物理层</a:t>
            </a:r>
          </a:p>
        </p:txBody>
      </p:sp>
      <p:sp>
        <p:nvSpPr>
          <p:cNvPr id="227" name="Line 27">
            <a:extLst>
              <a:ext uri="{FF2B5EF4-FFF2-40B4-BE49-F238E27FC236}">
                <a16:creationId xmlns:a16="http://schemas.microsoft.com/office/drawing/2014/main" id="{745AFD95-7E6A-4A41-A5E2-AA9F581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5476" y="15005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8" name="Line 28">
            <a:extLst>
              <a:ext uri="{FF2B5EF4-FFF2-40B4-BE49-F238E27FC236}">
                <a16:creationId xmlns:a16="http://schemas.microsoft.com/office/drawing/2014/main" id="{B0DBF066-F9B4-A742-A513-93884F55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17815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9" name="Line 29">
            <a:extLst>
              <a:ext uri="{FF2B5EF4-FFF2-40B4-BE49-F238E27FC236}">
                <a16:creationId xmlns:a16="http://schemas.microsoft.com/office/drawing/2014/main" id="{F534CDCB-A35A-D441-9712-36C2335E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2057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99EDF56C-6A01-F94E-A728-5194B4128F84}"/>
              </a:ext>
            </a:extLst>
          </p:cNvPr>
          <p:cNvGrpSpPr>
            <a:grpSpLocks/>
          </p:cNvGrpSpPr>
          <p:nvPr/>
        </p:nvGrpSpPr>
        <p:grpSpPr bwMode="auto">
          <a:xfrm>
            <a:off x="9518991" y="3463925"/>
            <a:ext cx="1328738" cy="996950"/>
            <a:chOff x="3593" y="192"/>
            <a:chExt cx="837" cy="628"/>
          </a:xfrm>
        </p:grpSpPr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2B37CAA8-6688-1947-99A7-8F92E5A76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769A4C50-D6BC-5A4A-9CA6-C318AA142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3E12E849-9B9D-4241-8E11-CE64E8EC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网络层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链路层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物理层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B1DB0967-A4F5-4942-A8F6-F4308097A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A2F919B7-DD6F-7244-A0F2-19268AF16CDA}"/>
              </a:ext>
            </a:extLst>
          </p:cNvPr>
          <p:cNvGrpSpPr>
            <a:grpSpLocks/>
          </p:cNvGrpSpPr>
          <p:nvPr/>
        </p:nvGrpSpPr>
        <p:grpSpPr bwMode="auto">
          <a:xfrm>
            <a:off x="9901576" y="2097452"/>
            <a:ext cx="1317625" cy="695325"/>
            <a:chOff x="4714" y="633"/>
            <a:chExt cx="830" cy="438"/>
          </a:xfrm>
        </p:grpSpPr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A2C107D3-D803-9C4C-8309-56EECF5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99CB6AF6-DE90-BC49-BA50-9A0CC795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626648BF-F132-7741-A82C-B2A2D25C6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4" y="633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链路层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物理层</a:t>
              </a:r>
            </a:p>
          </p:txBody>
        </p:sp>
      </p:grpSp>
      <p:sp>
        <p:nvSpPr>
          <p:cNvPr id="241" name="Text Box 167">
            <a:extLst>
              <a:ext uri="{FF2B5EF4-FFF2-40B4-BE49-F238E27FC236}">
                <a16:creationId xmlns:a16="http://schemas.microsoft.com/office/drawing/2014/main" id="{0D414E66-52A4-FD45-9F38-C0B146F4F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2851" y="2943589"/>
            <a:ext cx="7992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b="1" i="0" dirty="0">
                <a:solidFill>
                  <a:srgbClr val="000000"/>
                </a:solidFill>
                <a:latin typeface="+mn-lt"/>
                <a:cs typeface="Arial" charset="0"/>
              </a:rPr>
              <a:t>交换机</a:t>
            </a:r>
          </a:p>
        </p:txBody>
      </p:sp>
      <p:grpSp>
        <p:nvGrpSpPr>
          <p:cNvPr id="242" name="Group 39">
            <a:extLst>
              <a:ext uri="{FF2B5EF4-FFF2-40B4-BE49-F238E27FC236}">
                <a16:creationId xmlns:a16="http://schemas.microsoft.com/office/drawing/2014/main" id="{A9D85F99-184A-C247-8EEF-D6424E29B19D}"/>
              </a:ext>
            </a:extLst>
          </p:cNvPr>
          <p:cNvGrpSpPr>
            <a:grpSpLocks/>
          </p:cNvGrpSpPr>
          <p:nvPr/>
        </p:nvGrpSpPr>
        <p:grpSpPr bwMode="auto">
          <a:xfrm>
            <a:off x="7270588" y="1487019"/>
            <a:ext cx="917575" cy="307975"/>
            <a:chOff x="1080" y="911"/>
            <a:chExt cx="578" cy="194"/>
          </a:xfrm>
        </p:grpSpPr>
        <p:sp>
          <p:nvSpPr>
            <p:cNvPr id="243" name="Rectangle 40">
              <a:extLst>
                <a:ext uri="{FF2B5EF4-FFF2-40B4-BE49-F238E27FC236}">
                  <a16:creationId xmlns:a16="http://schemas.microsoft.com/office/drawing/2014/main" id="{93627791-CAF3-F246-8904-D04C8A4CA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4" name="Text Box 4">
              <a:extLst>
                <a:ext uri="{FF2B5EF4-FFF2-40B4-BE49-F238E27FC236}">
                  <a16:creationId xmlns:a16="http://schemas.microsoft.com/office/drawing/2014/main" id="{B40F8DAC-E0F6-FF42-8FD8-853D7E4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0" y="911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数据报</a:t>
              </a:r>
            </a:p>
          </p:txBody>
        </p:sp>
      </p:grpSp>
      <p:sp>
        <p:nvSpPr>
          <p:cNvPr id="246" name="Rectangle 58">
            <a:extLst>
              <a:ext uri="{FF2B5EF4-FFF2-40B4-BE49-F238E27FC236}">
                <a16:creationId xmlns:a16="http://schemas.microsoft.com/office/drawing/2014/main" id="{904DF746-C0E7-BF47-8215-52192830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9114" y="4605702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47" name="Line 59">
            <a:extLst>
              <a:ext uri="{FF2B5EF4-FFF2-40B4-BE49-F238E27FC236}">
                <a16:creationId xmlns:a16="http://schemas.microsoft.com/office/drawing/2014/main" id="{4A61DB1F-938B-0D45-86D5-7E3D32CE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79114" y="4923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48" name="Text Box 60">
            <a:extLst>
              <a:ext uri="{FF2B5EF4-FFF2-40B4-BE49-F238E27FC236}">
                <a16:creationId xmlns:a16="http://schemas.microsoft.com/office/drawing/2014/main" id="{29965BFE-AAD6-C14F-A3B2-09C709999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476" y="457871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应用层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传输层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网络层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链路层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物理层</a:t>
            </a:r>
          </a:p>
        </p:txBody>
      </p:sp>
      <p:sp>
        <p:nvSpPr>
          <p:cNvPr id="249" name="Line 61">
            <a:extLst>
              <a:ext uri="{FF2B5EF4-FFF2-40B4-BE49-F238E27FC236}">
                <a16:creationId xmlns:a16="http://schemas.microsoft.com/office/drawing/2014/main" id="{5777DFE7-3058-8B41-BCBE-0C467A093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7051" y="5243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0" name="Line 62">
            <a:extLst>
              <a:ext uri="{FF2B5EF4-FFF2-40B4-BE49-F238E27FC236}">
                <a16:creationId xmlns:a16="http://schemas.microsoft.com/office/drawing/2014/main" id="{810CDF14-3EE2-C44A-B1BA-C360A7B12F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5248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1" name="Line 63">
            <a:extLst>
              <a:ext uri="{FF2B5EF4-FFF2-40B4-BE49-F238E27FC236}">
                <a16:creationId xmlns:a16="http://schemas.microsoft.com/office/drawing/2014/main" id="{1E96DEAF-7097-7648-BDB7-732EDCB10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8010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2" name="Freeform 49">
            <a:extLst>
              <a:ext uri="{FF2B5EF4-FFF2-40B4-BE49-F238E27FC236}">
                <a16:creationId xmlns:a16="http://schemas.microsoft.com/office/drawing/2014/main" id="{E2EE8043-3257-FE4A-92F4-B6F48FD9FDFC}"/>
              </a:ext>
            </a:extLst>
          </p:cNvPr>
          <p:cNvSpPr>
            <a:spLocks/>
          </p:cNvSpPr>
          <p:nvPr/>
        </p:nvSpPr>
        <p:spPr bwMode="auto">
          <a:xfrm>
            <a:off x="9264650" y="4613275"/>
            <a:ext cx="406739" cy="1784714"/>
          </a:xfrm>
          <a:custGeom>
            <a:avLst/>
            <a:gdLst>
              <a:gd name="T0" fmla="*/ 0 w 240"/>
              <a:gd name="T1" fmla="*/ 2147483647 h 1170"/>
              <a:gd name="T2" fmla="*/ 2147483647 w 240"/>
              <a:gd name="T3" fmla="*/ 0 h 1170"/>
              <a:gd name="T4" fmla="*/ 2147483647 w 240"/>
              <a:gd name="T5" fmla="*/ 2147483647 h 1170"/>
              <a:gd name="T6" fmla="*/ 2147483647 w 240"/>
              <a:gd name="T7" fmla="*/ 2147483647 h 1170"/>
              <a:gd name="T8" fmla="*/ 0 w 240"/>
              <a:gd name="T9" fmla="*/ 2147483647 h 11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1170">
                <a:moveTo>
                  <a:pt x="0" y="960"/>
                </a:moveTo>
                <a:lnTo>
                  <a:pt x="6" y="0"/>
                </a:lnTo>
                <a:lnTo>
                  <a:pt x="240" y="1092"/>
                </a:lnTo>
                <a:lnTo>
                  <a:pt x="168" y="1170"/>
                </a:lnTo>
                <a:lnTo>
                  <a:pt x="0" y="960"/>
                </a:lnTo>
                <a:close/>
              </a:path>
            </a:pathLst>
          </a:custGeom>
          <a:gradFill rotWithShape="1">
            <a:gsLst>
              <a:gs pos="100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3" name="Group 50">
            <a:extLst>
              <a:ext uri="{FF2B5EF4-FFF2-40B4-BE49-F238E27FC236}">
                <a16:creationId xmlns:a16="http://schemas.microsoft.com/office/drawing/2014/main" id="{3FA51AA2-677E-5946-8932-3BD724A74658}"/>
              </a:ext>
            </a:extLst>
          </p:cNvPr>
          <p:cNvGrpSpPr>
            <a:grpSpLocks/>
          </p:cNvGrpSpPr>
          <p:nvPr/>
        </p:nvGrpSpPr>
        <p:grpSpPr bwMode="auto">
          <a:xfrm>
            <a:off x="7112339" y="1754552"/>
            <a:ext cx="1095375" cy="338137"/>
            <a:chOff x="998" y="1077"/>
            <a:chExt cx="690" cy="213"/>
          </a:xfrm>
        </p:grpSpPr>
        <p:sp>
          <p:nvSpPr>
            <p:cNvPr id="254" name="Rectangle 51">
              <a:extLst>
                <a:ext uri="{FF2B5EF4-FFF2-40B4-BE49-F238E27FC236}">
                  <a16:creationId xmlns:a16="http://schemas.microsoft.com/office/drawing/2014/main" id="{105093D3-1052-BA4D-BBC3-7D514C18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Text Box 7">
              <a:extLst>
                <a:ext uri="{FF2B5EF4-FFF2-40B4-BE49-F238E27FC236}">
                  <a16:creationId xmlns:a16="http://schemas.microsoft.com/office/drawing/2014/main" id="{B6817446-3AB0-0941-94BC-0C21B960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帧</a:t>
              </a:r>
            </a:p>
          </p:txBody>
        </p:sp>
      </p:grpSp>
      <p:sp>
        <p:nvSpPr>
          <p:cNvPr id="256" name="Freeform 53">
            <a:extLst>
              <a:ext uri="{FF2B5EF4-FFF2-40B4-BE49-F238E27FC236}">
                <a16:creationId xmlns:a16="http://schemas.microsoft.com/office/drawing/2014/main" id="{40CB35A5-C775-B24E-BAD3-715AFA2E5F97}"/>
              </a:ext>
            </a:extLst>
          </p:cNvPr>
          <p:cNvSpPr>
            <a:spLocks/>
          </p:cNvSpPr>
          <p:nvPr/>
        </p:nvSpPr>
        <p:spPr bwMode="auto">
          <a:xfrm>
            <a:off x="8099764" y="663939"/>
            <a:ext cx="2924175" cy="5314950"/>
          </a:xfrm>
          <a:custGeom>
            <a:avLst/>
            <a:gdLst>
              <a:gd name="T0" fmla="*/ 2147483647 w 1842"/>
              <a:gd name="T1" fmla="*/ 0 h 3348"/>
              <a:gd name="T2" fmla="*/ 2147483647 w 1842"/>
              <a:gd name="T3" fmla="*/ 2147483647 h 3348"/>
              <a:gd name="T4" fmla="*/ 2147483647 w 1842"/>
              <a:gd name="T5" fmla="*/ 2147483647 h 3348"/>
              <a:gd name="T6" fmla="*/ 2147483647 w 1842"/>
              <a:gd name="T7" fmla="*/ 2147483647 h 3348"/>
              <a:gd name="T8" fmla="*/ 2147483647 w 1842"/>
              <a:gd name="T9" fmla="*/ 2147483647 h 3348"/>
              <a:gd name="T10" fmla="*/ 2147483647 w 1842"/>
              <a:gd name="T11" fmla="*/ 2147483647 h 3348"/>
              <a:gd name="T12" fmla="*/ 2147483647 w 1842"/>
              <a:gd name="T13" fmla="*/ 2147483647 h 3348"/>
              <a:gd name="T14" fmla="*/ 2147483647 w 1842"/>
              <a:gd name="T15" fmla="*/ 2147483647 h 3348"/>
              <a:gd name="T16" fmla="*/ 2147483647 w 1842"/>
              <a:gd name="T17" fmla="*/ 2147483647 h 3348"/>
              <a:gd name="T18" fmla="*/ 2147483647 w 1842"/>
              <a:gd name="T19" fmla="*/ 2147483647 h 3348"/>
              <a:gd name="T20" fmla="*/ 2147483647 w 1842"/>
              <a:gd name="T21" fmla="*/ 2147483647 h 3348"/>
              <a:gd name="T22" fmla="*/ 2147483647 w 1842"/>
              <a:gd name="T23" fmla="*/ 2147483647 h 3348"/>
              <a:gd name="T24" fmla="*/ 0 w 1842"/>
              <a:gd name="T25" fmla="*/ 2147483647 h 334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842" h="3348">
                <a:moveTo>
                  <a:pt x="132" y="0"/>
                </a:moveTo>
                <a:lnTo>
                  <a:pt x="138" y="1200"/>
                </a:lnTo>
                <a:lnTo>
                  <a:pt x="1326" y="1200"/>
                </a:lnTo>
                <a:lnTo>
                  <a:pt x="1326" y="948"/>
                </a:lnTo>
                <a:lnTo>
                  <a:pt x="1830" y="948"/>
                </a:lnTo>
                <a:lnTo>
                  <a:pt x="1842" y="2496"/>
                </a:lnTo>
                <a:lnTo>
                  <a:pt x="1656" y="2340"/>
                </a:lnTo>
                <a:lnTo>
                  <a:pt x="1644" y="1896"/>
                </a:lnTo>
                <a:lnTo>
                  <a:pt x="1248" y="1902"/>
                </a:lnTo>
                <a:lnTo>
                  <a:pt x="1230" y="2430"/>
                </a:lnTo>
                <a:lnTo>
                  <a:pt x="774" y="3348"/>
                </a:lnTo>
                <a:lnTo>
                  <a:pt x="6" y="3348"/>
                </a:lnTo>
                <a:lnTo>
                  <a:pt x="0" y="2226"/>
                </a:lnTo>
              </a:path>
            </a:pathLst>
          </a:custGeom>
          <a:noFill/>
          <a:ln w="28575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57" name="Group 54">
            <a:extLst>
              <a:ext uri="{FF2B5EF4-FFF2-40B4-BE49-F238E27FC236}">
                <a16:creationId xmlns:a16="http://schemas.microsoft.com/office/drawing/2014/main" id="{F9CD8691-4A81-E546-B8E4-9D2D7EC78DD3}"/>
              </a:ext>
            </a:extLst>
          </p:cNvPr>
          <p:cNvGrpSpPr>
            <a:grpSpLocks/>
          </p:cNvGrpSpPr>
          <p:nvPr/>
        </p:nvGrpSpPr>
        <p:grpSpPr bwMode="auto">
          <a:xfrm>
            <a:off x="10884239" y="2106977"/>
            <a:ext cx="1095375" cy="338137"/>
            <a:chOff x="998" y="1077"/>
            <a:chExt cx="690" cy="213"/>
          </a:xfrm>
        </p:grpSpPr>
        <p:sp>
          <p:nvSpPr>
            <p:cNvPr id="258" name="Rectangle 55">
              <a:extLst>
                <a:ext uri="{FF2B5EF4-FFF2-40B4-BE49-F238E27FC236}">
                  <a16:creationId xmlns:a16="http://schemas.microsoft.com/office/drawing/2014/main" id="{5F582994-70F9-254C-9BBF-4D91B215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9" name="Text Box 7">
              <a:extLst>
                <a:ext uri="{FF2B5EF4-FFF2-40B4-BE49-F238E27FC236}">
                  <a16:creationId xmlns:a16="http://schemas.microsoft.com/office/drawing/2014/main" id="{6B480047-4735-F440-AD49-79B7CB84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帧</a:t>
              </a:r>
            </a:p>
          </p:txBody>
        </p:sp>
      </p:grpSp>
      <p:grpSp>
        <p:nvGrpSpPr>
          <p:cNvPr id="260" name="Group 57">
            <a:extLst>
              <a:ext uri="{FF2B5EF4-FFF2-40B4-BE49-F238E27FC236}">
                <a16:creationId xmlns:a16="http://schemas.microsoft.com/office/drawing/2014/main" id="{B859AA0B-050D-C941-823C-E4E952BCB494}"/>
              </a:ext>
            </a:extLst>
          </p:cNvPr>
          <p:cNvGrpSpPr>
            <a:grpSpLocks/>
          </p:cNvGrpSpPr>
          <p:nvPr/>
        </p:nvGrpSpPr>
        <p:grpSpPr bwMode="auto">
          <a:xfrm>
            <a:off x="10560389" y="3854815"/>
            <a:ext cx="1095375" cy="338137"/>
            <a:chOff x="998" y="1074"/>
            <a:chExt cx="690" cy="213"/>
          </a:xfrm>
        </p:grpSpPr>
        <p:sp>
          <p:nvSpPr>
            <p:cNvPr id="261" name="Rectangle 58">
              <a:extLst>
                <a:ext uri="{FF2B5EF4-FFF2-40B4-BE49-F238E27FC236}">
                  <a16:creationId xmlns:a16="http://schemas.microsoft.com/office/drawing/2014/main" id="{520FEFD6-584A-7247-9BEE-CBC00308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2" name="Text Box 7">
              <a:extLst>
                <a:ext uri="{FF2B5EF4-FFF2-40B4-BE49-F238E27FC236}">
                  <a16:creationId xmlns:a16="http://schemas.microsoft.com/office/drawing/2014/main" id="{ADDBB7BA-B523-4144-ABAF-24B0D2DA2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4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帧</a:t>
              </a:r>
            </a:p>
          </p:txBody>
        </p:sp>
      </p:grpSp>
      <p:grpSp>
        <p:nvGrpSpPr>
          <p:cNvPr id="263" name="Group 60">
            <a:extLst>
              <a:ext uri="{FF2B5EF4-FFF2-40B4-BE49-F238E27FC236}">
                <a16:creationId xmlns:a16="http://schemas.microsoft.com/office/drawing/2014/main" id="{8897CB89-B9E0-DE4D-A4A0-0E6A835276E0}"/>
              </a:ext>
            </a:extLst>
          </p:cNvPr>
          <p:cNvGrpSpPr>
            <a:grpSpLocks/>
          </p:cNvGrpSpPr>
          <p:nvPr/>
        </p:nvGrpSpPr>
        <p:grpSpPr bwMode="auto">
          <a:xfrm>
            <a:off x="10646114" y="3580178"/>
            <a:ext cx="914400" cy="307975"/>
            <a:chOff x="1082" y="919"/>
            <a:chExt cx="576" cy="194"/>
          </a:xfrm>
        </p:grpSpPr>
        <p:sp>
          <p:nvSpPr>
            <p:cNvPr id="264" name="Rectangle 61">
              <a:extLst>
                <a:ext uri="{FF2B5EF4-FFF2-40B4-BE49-F238E27FC236}">
                  <a16:creationId xmlns:a16="http://schemas.microsoft.com/office/drawing/2014/main" id="{8EC4E045-23CD-4D4D-9AE0-1CFBFBBD2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5" name="Text Box 4">
              <a:extLst>
                <a:ext uri="{FF2B5EF4-FFF2-40B4-BE49-F238E27FC236}">
                  <a16:creationId xmlns:a16="http://schemas.microsoft.com/office/drawing/2014/main" id="{D40BDD0B-C795-BE49-93B1-203BB0E2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919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数据报</a:t>
              </a:r>
            </a:p>
          </p:txBody>
        </p:sp>
      </p:grpSp>
      <p:sp>
        <p:nvSpPr>
          <p:cNvPr id="266" name="Freeform 63">
            <a:extLst>
              <a:ext uri="{FF2B5EF4-FFF2-40B4-BE49-F238E27FC236}">
                <a16:creationId xmlns:a16="http://schemas.microsoft.com/office/drawing/2014/main" id="{5370C3AC-7652-584B-A1A9-E013FF8219B8}"/>
              </a:ext>
            </a:extLst>
          </p:cNvPr>
          <p:cNvSpPr>
            <a:spLocks/>
          </p:cNvSpPr>
          <p:nvPr/>
        </p:nvSpPr>
        <p:spPr bwMode="auto">
          <a:xfrm>
            <a:off x="9242764" y="3479800"/>
            <a:ext cx="333036" cy="974725"/>
          </a:xfrm>
          <a:custGeom>
            <a:avLst/>
            <a:gdLst>
              <a:gd name="T0" fmla="*/ 2147483647 w 228"/>
              <a:gd name="T1" fmla="*/ 0 h 582"/>
              <a:gd name="T2" fmla="*/ 2147483647 w 228"/>
              <a:gd name="T3" fmla="*/ 2147483647 h 582"/>
              <a:gd name="T4" fmla="*/ 2147483647 w 228"/>
              <a:gd name="T5" fmla="*/ 2147483647 h 582"/>
              <a:gd name="T6" fmla="*/ 0 w 228"/>
              <a:gd name="T7" fmla="*/ 2147483647 h 582"/>
              <a:gd name="T8" fmla="*/ 2147483647 w 228"/>
              <a:gd name="T9" fmla="*/ 0 h 5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" h="582">
                <a:moveTo>
                  <a:pt x="228" y="0"/>
                </a:moveTo>
                <a:lnTo>
                  <a:pt x="228" y="582"/>
                </a:lnTo>
                <a:lnTo>
                  <a:pt x="12" y="360"/>
                </a:lnTo>
                <a:lnTo>
                  <a:pt x="0" y="222"/>
                </a:lnTo>
                <a:lnTo>
                  <a:pt x="228" y="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bg1">
                  <a:lumMod val="75000"/>
                </a:scheme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67" name="Group 44">
            <a:extLst>
              <a:ext uri="{FF2B5EF4-FFF2-40B4-BE49-F238E27FC236}">
                <a16:creationId xmlns:a16="http://schemas.microsoft.com/office/drawing/2014/main" id="{919B7E9F-8F5F-8440-A2CE-0FC37936B7B9}"/>
              </a:ext>
            </a:extLst>
          </p:cNvPr>
          <p:cNvGrpSpPr>
            <a:grpSpLocks/>
          </p:cNvGrpSpPr>
          <p:nvPr/>
        </p:nvGrpSpPr>
        <p:grpSpPr bwMode="auto">
          <a:xfrm>
            <a:off x="9299914" y="1287827"/>
            <a:ext cx="762000" cy="693737"/>
            <a:chOff x="-44" y="1473"/>
            <a:chExt cx="981" cy="1105"/>
          </a:xfrm>
        </p:grpSpPr>
        <p:pic>
          <p:nvPicPr>
            <p:cNvPr id="268" name="Picture 45" descr="desktop_computer_stylized_medium">
              <a:extLst>
                <a:ext uri="{FF2B5EF4-FFF2-40B4-BE49-F238E27FC236}">
                  <a16:creationId xmlns:a16="http://schemas.microsoft.com/office/drawing/2014/main" id="{B1A8FCBB-0DDE-8A49-8F61-157033BBC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" name="Freeform 46">
              <a:extLst>
                <a:ext uri="{FF2B5EF4-FFF2-40B4-BE49-F238E27FC236}">
                  <a16:creationId xmlns:a16="http://schemas.microsoft.com/office/drawing/2014/main" id="{CD07C411-AE4D-9944-871E-4D956D09E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70" name="Group 44">
            <a:extLst>
              <a:ext uri="{FF2B5EF4-FFF2-40B4-BE49-F238E27FC236}">
                <a16:creationId xmlns:a16="http://schemas.microsoft.com/office/drawing/2014/main" id="{FED5811E-55B1-CB4F-A7F6-E2DB2227A207}"/>
              </a:ext>
            </a:extLst>
          </p:cNvPr>
          <p:cNvGrpSpPr>
            <a:grpSpLocks/>
          </p:cNvGrpSpPr>
          <p:nvPr/>
        </p:nvGrpSpPr>
        <p:grpSpPr bwMode="auto">
          <a:xfrm>
            <a:off x="9279276" y="5942377"/>
            <a:ext cx="762000" cy="693737"/>
            <a:chOff x="-44" y="1473"/>
            <a:chExt cx="981" cy="1105"/>
          </a:xfrm>
        </p:grpSpPr>
        <p:pic>
          <p:nvPicPr>
            <p:cNvPr id="271" name="Picture 45" descr="desktop_computer_stylized_medium">
              <a:extLst>
                <a:ext uri="{FF2B5EF4-FFF2-40B4-BE49-F238E27FC236}">
                  <a16:creationId xmlns:a16="http://schemas.microsoft.com/office/drawing/2014/main" id="{DAC5DA2F-A245-084F-88A6-0B1CA06A2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81D0E8-D949-8340-BAA4-FACAF209E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80E33CF-F2F1-8845-97F1-802F89D5CB8B}"/>
              </a:ext>
            </a:extLst>
          </p:cNvPr>
          <p:cNvSpPr txBox="1">
            <a:spLocks/>
          </p:cNvSpPr>
          <p:nvPr/>
        </p:nvSpPr>
        <p:spPr>
          <a:xfrm>
            <a:off x="11274305" y="6462404"/>
            <a:ext cx="548655" cy="272319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5146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9718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4290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8862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r>
              <a:rPr lang="en-US" sz="1200">
                <a:solidFill>
                  <a:srgbClr val="000000"/>
                </a:solidFill>
                <a:latin typeface="Tahoma" charset="0"/>
              </a:rPr>
              <a:t>6-</a:t>
            </a:r>
            <a:fld id="{8E8C6E93-DF5B-BC4B-80F9-500DED1EEDCC}" type="slidenum">
              <a:rPr lang="en-US" sz="1200" smtClean="0">
                <a:solidFill>
                  <a:srgbClr val="000000"/>
                </a:solidFill>
                <a:latin typeface="Tahoma" charset="0"/>
              </a:rPr>
              <a:pPr/>
              <a:t>115</a:t>
            </a:fld>
            <a:endParaRPr lang="en-US" sz="1200" dirty="0">
              <a:solidFill>
                <a:srgbClr val="000000"/>
              </a:solidFill>
              <a:latin typeface="Tahoma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DB73E28-359B-0D44-919E-7D576FF49810}"/>
              </a:ext>
            </a:extLst>
          </p:cNvPr>
          <p:cNvGrpSpPr/>
          <p:nvPr/>
        </p:nvGrpSpPr>
        <p:grpSpPr>
          <a:xfrm>
            <a:off x="8822377" y="2470342"/>
            <a:ext cx="914400" cy="479686"/>
            <a:chOff x="3668110" y="2448910"/>
            <a:chExt cx="3794234" cy="216513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6FF260AB-3623-1541-8810-5D38FD706BC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E0FB9FE-D5C1-F441-81C2-D0BDD75CF2F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16A8BBE1-A115-D94A-AB3D-932C52B2CCDC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E632F04-B824-F24E-98A6-1C6189B5D07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BD78FFCE-583D-8D49-9DA6-5DB4C3DF02F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7991B3E7-75B9-F24D-8313-C898F7A28E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CB88455-804A-7740-B912-3AA1AA670D4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01C6627-1DCF-2049-84D1-192052A1D393}"/>
              </a:ext>
            </a:extLst>
          </p:cNvPr>
          <p:cNvGrpSpPr/>
          <p:nvPr/>
        </p:nvGrpSpPr>
        <p:grpSpPr>
          <a:xfrm>
            <a:off x="8461094" y="3741153"/>
            <a:ext cx="894855" cy="442494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E684CCD-414D-8E47-AA7F-53C0B4E9B1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DAB3155-198F-9E49-9692-760762600E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0396737-09C0-7C4A-A270-73907BCCF9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E92282CC-91FB-4F46-8BF9-915E613138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87BECC80-2C78-C544-82A6-8865B57817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8DE6C25-8200-BB48-A3FA-57CBE9613C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8F6125B-3A5F-394B-A7E8-7917BA0EB18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302" name="Rectangle 3">
            <a:extLst>
              <a:ext uri="{FF2B5EF4-FFF2-40B4-BE49-F238E27FC236}">
                <a16:creationId xmlns:a16="http://schemas.microsoft.com/office/drawing/2014/main" id="{795B37CE-BA46-A349-8A61-92AB4E79040F}"/>
              </a:ext>
            </a:extLst>
          </p:cNvPr>
          <p:cNvSpPr txBox="1">
            <a:spLocks noChangeArrowheads="1"/>
          </p:cNvSpPr>
          <p:nvPr/>
        </p:nvSpPr>
        <p:spPr>
          <a:xfrm>
            <a:off x="859601" y="1465262"/>
            <a:ext cx="6270404" cy="23855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二者都是存储转发： 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路由器：网络层设备（检查网络层首部）</a:t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dirty="0"/>
              <a:t/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交换机：链路层设备（检查链路层首部）</a:t>
            </a:r>
            <a:r>
              <a:rPr lang="en-US" dirty="0"/>
              <a:t/>
            </a:r>
          </a:p>
        </p:txBody>
      </p:sp>
      <p:sp>
        <p:nvSpPr>
          <p:cNvPr id="303" name="Rectangle 3">
            <a:extLst>
              <a:ext uri="{FF2B5EF4-FFF2-40B4-BE49-F238E27FC236}">
                <a16:creationId xmlns:a16="http://schemas.microsoft.com/office/drawing/2014/main" id="{2E27120A-F39B-F74A-A7B4-81F35A55090D}"/>
              </a:ext>
            </a:extLst>
          </p:cNvPr>
          <p:cNvSpPr txBox="1">
            <a:spLocks noChangeArrowheads="1"/>
          </p:cNvSpPr>
          <p:nvPr/>
        </p:nvSpPr>
        <p:spPr>
          <a:xfrm>
            <a:off x="857455" y="3613887"/>
            <a:ext cx="6270404" cy="25035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endParaRPr lang="en-US" sz="2400" i="1" dirty="0">
              <a:solidFill>
                <a:srgbClr val="CC0000"/>
              </a:solidFill>
            </a:endParaRPr>
          </a:p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二者都有转发表：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路由器：使用路由算法和 IP 地址计算表</a:t>
            </a:r>
            <a:r>
              <a:rPr lang="en-US" dirty="0"/>
              <a:t/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交换机：使用泛洪、学习和 MAC 地址学习转发表 </a:t>
            </a:r>
            <a:r>
              <a:rPr lang="en-US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2462352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20679F-34C7-865A-FC83-36927C9FC3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CN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D9E94D3-A30D-643E-461C-32692E3632C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链路层：6-116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B13DF25-FC67-E2F8-1C70-5157F46EEC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0333" y="1643758"/>
            <a:ext cx="8991333" cy="39845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48740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92875"/>
            <a:ext cx="2743200" cy="365125"/>
          </a:xfrm>
        </p:spPr>
        <p:txBody>
          <a:bodyPr/>
          <a:lstStyle/>
          <a:p>
            <a:r>
              <a:rPr lang="en-US"/>
              <a:t>链路层：6-117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2380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527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虚拟 LAN（VLAN）：动机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链路层：6-118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计算机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科学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21" name="Group 44">
            <a:extLst>
              <a:ext uri="{FF2B5EF4-FFF2-40B4-BE49-F238E27FC236}">
                <a16:creationId xmlns:a16="http://schemas.microsoft.com/office/drawing/2014/main" id="{118AC0A1-C06E-7343-BF3B-4A24D190561B}"/>
              </a:ext>
            </a:extLst>
          </p:cNvPr>
          <p:cNvGrpSpPr>
            <a:grpSpLocks/>
          </p:cNvGrpSpPr>
          <p:nvPr/>
        </p:nvGrpSpPr>
        <p:grpSpPr bwMode="auto">
          <a:xfrm>
            <a:off x="4647799" y="4698334"/>
            <a:ext cx="388834" cy="356970"/>
            <a:chOff x="-44" y="1473"/>
            <a:chExt cx="981" cy="1105"/>
          </a:xfrm>
        </p:grpSpPr>
        <p:pic>
          <p:nvPicPr>
            <p:cNvPr id="222" name="Picture 45" descr="desktop_computer_stylized_medium">
              <a:extLst>
                <a:ext uri="{FF2B5EF4-FFF2-40B4-BE49-F238E27FC236}">
                  <a16:creationId xmlns:a16="http://schemas.microsoft.com/office/drawing/2014/main" id="{76A3E3D1-49D5-AB43-9DC3-BE2D809B14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7C5EED45-DAF8-4740-90CB-DA0A019416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5" name="Rectangle 3">
            <a:extLst>
              <a:ext uri="{FF2B5EF4-FFF2-40B4-BE49-F238E27FC236}">
                <a16:creationId xmlns:a16="http://schemas.microsoft.com/office/drawing/2014/main" id="{C74D79B8-BA81-D94D-AF07-7D15F971D3CB}"/>
              </a:ext>
            </a:extLst>
          </p:cNvPr>
          <p:cNvSpPr txBox="1">
            <a:spLocks noChangeArrowheads="1"/>
          </p:cNvSpPr>
          <p:nvPr/>
        </p:nvSpPr>
        <p:spPr>
          <a:xfrm>
            <a:off x="6130344" y="1365249"/>
            <a:ext cx="5589431" cy="504842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598900-434E-1D40-BAB0-BA6898679488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问：当 LAN 规模扩大、用户改变接入点时会发生什么？</a:t>
            </a:r>
            <a:r>
              <a:rPr lang="en-US" sz="2800" dirty="0"/>
              <a:t/>
            </a:r>
          </a:p>
        </p:txBody>
      </p:sp>
      <p:sp>
        <p:nvSpPr>
          <p:cNvPr id="226" name="Rectangle 3">
            <a:extLst>
              <a:ext uri="{FF2B5EF4-FFF2-40B4-BE49-F238E27FC236}">
                <a16:creationId xmlns:a16="http://schemas.microsoft.com/office/drawing/2014/main" id="{B5E87D09-B4E1-9944-B1E2-83C4CDFFD608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单一广播域：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扩展性：所有第 2 层广播流量（ARP、DHCP、未知 MAC）必须穿越整个 LAN </a:t>
            </a:r>
            <a:r>
              <a:rPr lang="en-US" sz="2600" dirty="0"/>
              <a:t/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效率、安全、隐私问题</a:t>
            </a:r>
            <a:r>
              <a:rPr lang="en-US" sz="2600"/>
              <a:t/>
            </a: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1651627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455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虚拟 LAN（VLAN）：动机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链路层：6-119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919CCB5A-F7A6-3041-8DED-98B562399C29}"/>
              </a:ext>
            </a:extLst>
          </p:cNvPr>
          <p:cNvSpPr txBox="1">
            <a:spLocks noChangeArrowheads="1"/>
          </p:cNvSpPr>
          <p:nvPr/>
        </p:nvSpPr>
        <p:spPr>
          <a:xfrm>
            <a:off x="6284890" y="4378817"/>
            <a:ext cx="5589431" cy="23246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管理问题：</a:t>
            </a:r>
            <a:endParaRPr lang="en-US" dirty="0"/>
          </a:p>
          <a:p>
            <a:pPr marL="346075" indent="-282575">
              <a:defRPr/>
            </a:pPr>
            <a:r>
              <a:rPr lang="en-US" sz="2600" dirty="0"/>
              <a:t>CS 用户办公室搬到 EE——物理上连接到 EE 交换机，但逻辑上仍希望连接到 CS 交换机</a:t>
            </a:r>
            <a:r>
              <a:rPr lang="en-US" sz="2600" i="1" dirty="0">
                <a:solidFill>
                  <a:srgbClr val="0000A8"/>
                </a:solidFill>
              </a:rPr>
              <a:t/>
            </a:r>
            <a:r>
              <a:rPr lang="en-US" sz="2600" dirty="0"/>
              <a:t/>
            </a:r>
            <a:r>
              <a:rPr lang="en-US" sz="2600" i="1" dirty="0">
                <a:solidFill>
                  <a:srgbClr val="0000A8"/>
                </a:solidFill>
              </a:rPr>
              <a:t/>
            </a:r>
            <a:r>
              <a:rPr lang="en-US" sz="2600" dirty="0"/>
              <a:t/>
            </a:r>
          </a:p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5" name="Line 22">
            <a:extLst>
              <a:ext uri="{FF2B5EF4-FFF2-40B4-BE49-F238E27FC236}">
                <a16:creationId xmlns:a16="http://schemas.microsoft.com/office/drawing/2014/main" id="{0819FCB6-D17A-F548-A572-089E84081B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2884" y="4811498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" name="Oval 5">
            <a:extLst>
              <a:ext uri="{FF2B5EF4-FFF2-40B4-BE49-F238E27FC236}">
                <a16:creationId xmlns:a16="http://schemas.microsoft.com/office/drawing/2014/main" id="{8238E296-799C-104B-9D2A-5B14B9D6E997}"/>
              </a:ext>
            </a:extLst>
          </p:cNvPr>
          <p:cNvSpPr/>
          <p:nvPr/>
        </p:nvSpPr>
        <p:spPr>
          <a:xfrm>
            <a:off x="3789045" y="4034790"/>
            <a:ext cx="1415415" cy="1343025"/>
          </a:xfrm>
          <a:prstGeom prst="ellipse">
            <a:avLst/>
          </a:prstGeom>
          <a:noFill/>
          <a:ln w="19050">
            <a:solidFill>
              <a:srgbClr val="0000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03E46E3-5EEE-1249-846B-83D8E9F883A8}"/>
              </a:ext>
            </a:extLst>
          </p:cNvPr>
          <p:cNvSpPr/>
          <p:nvPr/>
        </p:nvSpPr>
        <p:spPr>
          <a:xfrm rot="1109789">
            <a:off x="775631" y="4032587"/>
            <a:ext cx="1945861" cy="1335721"/>
          </a:xfrm>
          <a:prstGeom prst="ellipse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计算机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科学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FC0C12D-791A-7C43-97DF-19F78F6E6F59}"/>
              </a:ext>
            </a:extLst>
          </p:cNvPr>
          <p:cNvGrpSpPr/>
          <p:nvPr/>
        </p:nvGrpSpPr>
        <p:grpSpPr>
          <a:xfrm>
            <a:off x="1720833" y="3315547"/>
            <a:ext cx="3403617" cy="1758103"/>
            <a:chOff x="1720833" y="3315547"/>
            <a:chExt cx="3403617" cy="1758103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F47139A-F594-B04E-B78D-A318DF9F601B}"/>
                </a:ext>
              </a:extLst>
            </p:cNvPr>
            <p:cNvGrpSpPr/>
            <p:nvPr/>
          </p:nvGrpSpPr>
          <p:grpSpPr>
            <a:xfrm>
              <a:off x="4692650" y="4630977"/>
              <a:ext cx="431800" cy="442673"/>
              <a:chOff x="4692650" y="4630977"/>
              <a:chExt cx="431800" cy="442673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3DD359C1-18FC-7B46-9593-FA90AF3DE450}"/>
                  </a:ext>
                </a:extLst>
              </p:cNvPr>
              <p:cNvSpPr/>
              <p:nvPr/>
            </p:nvSpPr>
            <p:spPr>
              <a:xfrm>
                <a:off x="4692650" y="4654550"/>
                <a:ext cx="431800" cy="419100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A99D692-EA7A-D04C-BBFE-C84313A8C55F}"/>
                  </a:ext>
                </a:extLst>
              </p:cNvPr>
              <p:cNvSpPr/>
              <p:nvPr/>
            </p:nvSpPr>
            <p:spPr>
              <a:xfrm rot="1672634">
                <a:off x="4708332" y="4630977"/>
                <a:ext cx="100405" cy="275301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FD28509-F617-F84F-9927-F274B4E6008F}"/>
                </a:ext>
              </a:extLst>
            </p:cNvPr>
            <p:cNvGrpSpPr/>
            <p:nvPr/>
          </p:nvGrpSpPr>
          <p:grpSpPr>
            <a:xfrm>
              <a:off x="1720833" y="3315547"/>
              <a:ext cx="3138635" cy="1350613"/>
              <a:chOff x="1720833" y="3315547"/>
              <a:chExt cx="3138635" cy="1350613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E4B625D-8128-5940-A225-2922C6D629EE}"/>
                  </a:ext>
                </a:extLst>
              </p:cNvPr>
              <p:cNvSpPr/>
              <p:nvPr/>
            </p:nvSpPr>
            <p:spPr>
              <a:xfrm rot="959039">
                <a:off x="1720833" y="4041748"/>
                <a:ext cx="595424" cy="136164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9858C4E2-CD6B-204D-A889-E8BC78094E5C}"/>
                  </a:ext>
                </a:extLst>
              </p:cNvPr>
              <p:cNvSpPr/>
              <p:nvPr/>
            </p:nvSpPr>
            <p:spPr>
              <a:xfrm>
                <a:off x="1831800" y="3315547"/>
                <a:ext cx="3027668" cy="1350613"/>
              </a:xfrm>
              <a:custGeom>
                <a:avLst/>
                <a:gdLst>
                  <a:gd name="connsiteX0" fmla="*/ 2579570 w 2579570"/>
                  <a:gd name="connsiteY0" fmla="*/ 1087655 h 1087655"/>
                  <a:gd name="connsiteX1" fmla="*/ 2314876 w 2579570"/>
                  <a:gd name="connsiteY1" fmla="*/ 774834 h 1087655"/>
                  <a:gd name="connsiteX2" fmla="*/ 1525604 w 2579570"/>
                  <a:gd name="connsiteY2" fmla="*/ 28876 h 1087655"/>
                  <a:gd name="connsiteX3" fmla="*/ 322446 w 2579570"/>
                  <a:gd name="connsiteY3" fmla="*/ 0 h 1087655"/>
                  <a:gd name="connsiteX4" fmla="*/ 0 w 2579570"/>
                  <a:gd name="connsiteY4" fmla="*/ 250257 h 1087655"/>
                  <a:gd name="connsiteX5" fmla="*/ 158817 w 2579570"/>
                  <a:gd name="connsiteY5" fmla="*/ 409074 h 1087655"/>
                  <a:gd name="connsiteX0" fmla="*/ 2579570 w 2579570"/>
                  <a:gd name="connsiteY0" fmla="*/ 1136124 h 1136124"/>
                  <a:gd name="connsiteX1" fmla="*/ 2314876 w 2579570"/>
                  <a:gd name="connsiteY1" fmla="*/ 823303 h 1136124"/>
                  <a:gd name="connsiteX2" fmla="*/ 1525604 w 2579570"/>
                  <a:gd name="connsiteY2" fmla="*/ 77345 h 1136124"/>
                  <a:gd name="connsiteX3" fmla="*/ 322446 w 2579570"/>
                  <a:gd name="connsiteY3" fmla="*/ 48469 h 1136124"/>
                  <a:gd name="connsiteX4" fmla="*/ 0 w 2579570"/>
                  <a:gd name="connsiteY4" fmla="*/ 298726 h 1136124"/>
                  <a:gd name="connsiteX5" fmla="*/ 158817 w 2579570"/>
                  <a:gd name="connsiteY5" fmla="*/ 457543 h 1136124"/>
                  <a:gd name="connsiteX0" fmla="*/ 2579570 w 2579570"/>
                  <a:gd name="connsiteY0" fmla="*/ 1152990 h 1152990"/>
                  <a:gd name="connsiteX1" fmla="*/ 2314876 w 2579570"/>
                  <a:gd name="connsiteY1" fmla="*/ 840169 h 1152990"/>
                  <a:gd name="connsiteX2" fmla="*/ 1525604 w 2579570"/>
                  <a:gd name="connsiteY2" fmla="*/ 94211 h 1152990"/>
                  <a:gd name="connsiteX3" fmla="*/ 322446 w 2579570"/>
                  <a:gd name="connsiteY3" fmla="*/ 65335 h 1152990"/>
                  <a:gd name="connsiteX4" fmla="*/ 0 w 2579570"/>
                  <a:gd name="connsiteY4" fmla="*/ 315592 h 1152990"/>
                  <a:gd name="connsiteX5" fmla="*/ 158817 w 2579570"/>
                  <a:gd name="connsiteY5" fmla="*/ 474409 h 1152990"/>
                  <a:gd name="connsiteX0" fmla="*/ 2609416 w 2609416"/>
                  <a:gd name="connsiteY0" fmla="*/ 1152990 h 1152990"/>
                  <a:gd name="connsiteX1" fmla="*/ 2344722 w 2609416"/>
                  <a:gd name="connsiteY1" fmla="*/ 840169 h 1152990"/>
                  <a:gd name="connsiteX2" fmla="*/ 1555450 w 2609416"/>
                  <a:gd name="connsiteY2" fmla="*/ 94211 h 1152990"/>
                  <a:gd name="connsiteX3" fmla="*/ 352292 w 2609416"/>
                  <a:gd name="connsiteY3" fmla="*/ 65335 h 1152990"/>
                  <a:gd name="connsiteX4" fmla="*/ 29846 w 2609416"/>
                  <a:gd name="connsiteY4" fmla="*/ 315592 h 1152990"/>
                  <a:gd name="connsiteX5" fmla="*/ 188663 w 2609416"/>
                  <a:gd name="connsiteY5" fmla="*/ 474409 h 1152990"/>
                  <a:gd name="connsiteX0" fmla="*/ 2580324 w 2580324"/>
                  <a:gd name="connsiteY0" fmla="*/ 1152990 h 1152990"/>
                  <a:gd name="connsiteX1" fmla="*/ 2315630 w 2580324"/>
                  <a:gd name="connsiteY1" fmla="*/ 840169 h 1152990"/>
                  <a:gd name="connsiteX2" fmla="*/ 1526358 w 2580324"/>
                  <a:gd name="connsiteY2" fmla="*/ 94211 h 1152990"/>
                  <a:gd name="connsiteX3" fmla="*/ 323200 w 2580324"/>
                  <a:gd name="connsiteY3" fmla="*/ 65335 h 1152990"/>
                  <a:gd name="connsiteX4" fmla="*/ 754 w 2580324"/>
                  <a:gd name="connsiteY4" fmla="*/ 315592 h 1152990"/>
                  <a:gd name="connsiteX5" fmla="*/ 159571 w 2580324"/>
                  <a:gd name="connsiteY5" fmla="*/ 474409 h 1152990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23846 h 1123846"/>
                  <a:gd name="connsiteX1" fmla="*/ 2277458 w 2542152"/>
                  <a:gd name="connsiteY1" fmla="*/ 811025 h 1123846"/>
                  <a:gd name="connsiteX2" fmla="*/ 1488186 w 2542152"/>
                  <a:gd name="connsiteY2" fmla="*/ 65067 h 1123846"/>
                  <a:gd name="connsiteX3" fmla="*/ 309091 w 2542152"/>
                  <a:gd name="connsiteY3" fmla="*/ 65067 h 1123846"/>
                  <a:gd name="connsiteX4" fmla="*/ 1083 w 2542152"/>
                  <a:gd name="connsiteY4" fmla="*/ 300886 h 1123846"/>
                  <a:gd name="connsiteX5" fmla="*/ 121399 w 2542152"/>
                  <a:gd name="connsiteY5" fmla="*/ 445265 h 1123846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0089 h 1120089"/>
                  <a:gd name="connsiteX1" fmla="*/ 2277458 w 2542152"/>
                  <a:gd name="connsiteY1" fmla="*/ 807268 h 1120089"/>
                  <a:gd name="connsiteX2" fmla="*/ 1488186 w 2542152"/>
                  <a:gd name="connsiteY2" fmla="*/ 61310 h 1120089"/>
                  <a:gd name="connsiteX3" fmla="*/ 328342 w 2542152"/>
                  <a:gd name="connsiteY3" fmla="*/ 80560 h 1120089"/>
                  <a:gd name="connsiteX4" fmla="*/ 1083 w 2542152"/>
                  <a:gd name="connsiteY4" fmla="*/ 297129 h 1120089"/>
                  <a:gd name="connsiteX5" fmla="*/ 121399 w 2542152"/>
                  <a:gd name="connsiteY5" fmla="*/ 441508 h 1120089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6253 h 1096253"/>
                  <a:gd name="connsiteX1" fmla="*/ 2277458 w 2542152"/>
                  <a:gd name="connsiteY1" fmla="*/ 783432 h 1096253"/>
                  <a:gd name="connsiteX2" fmla="*/ 1353432 w 2542152"/>
                  <a:gd name="connsiteY2" fmla="*/ 27849 h 1096253"/>
                  <a:gd name="connsiteX3" fmla="*/ 328342 w 2542152"/>
                  <a:gd name="connsiteY3" fmla="*/ 56724 h 1096253"/>
                  <a:gd name="connsiteX4" fmla="*/ 1083 w 2542152"/>
                  <a:gd name="connsiteY4" fmla="*/ 273293 h 1096253"/>
                  <a:gd name="connsiteX5" fmla="*/ 121399 w 2542152"/>
                  <a:gd name="connsiteY5" fmla="*/ 417672 h 1096253"/>
                  <a:gd name="connsiteX0" fmla="*/ 2542152 w 2542152"/>
                  <a:gd name="connsiteY0" fmla="*/ 1110529 h 1110529"/>
                  <a:gd name="connsiteX1" fmla="*/ 2277458 w 2542152"/>
                  <a:gd name="connsiteY1" fmla="*/ 797708 h 1110529"/>
                  <a:gd name="connsiteX2" fmla="*/ 1353432 w 2542152"/>
                  <a:gd name="connsiteY2" fmla="*/ 42125 h 1110529"/>
                  <a:gd name="connsiteX3" fmla="*/ 328342 w 2542152"/>
                  <a:gd name="connsiteY3" fmla="*/ 71000 h 1110529"/>
                  <a:gd name="connsiteX4" fmla="*/ 1083 w 2542152"/>
                  <a:gd name="connsiteY4" fmla="*/ 287569 h 1110529"/>
                  <a:gd name="connsiteX5" fmla="*/ 121399 w 2542152"/>
                  <a:gd name="connsiteY5" fmla="*/ 431948 h 1110529"/>
                  <a:gd name="connsiteX0" fmla="*/ 2542152 w 2542152"/>
                  <a:gd name="connsiteY0" fmla="*/ 1144442 h 1144442"/>
                  <a:gd name="connsiteX1" fmla="*/ 2277458 w 2542152"/>
                  <a:gd name="connsiteY1" fmla="*/ 831621 h 1144442"/>
                  <a:gd name="connsiteX2" fmla="*/ 1353432 w 2542152"/>
                  <a:gd name="connsiteY2" fmla="*/ 76038 h 1144442"/>
                  <a:gd name="connsiteX3" fmla="*/ 309091 w 2542152"/>
                  <a:gd name="connsiteY3" fmla="*/ 95288 h 1144442"/>
                  <a:gd name="connsiteX4" fmla="*/ 1083 w 2542152"/>
                  <a:gd name="connsiteY4" fmla="*/ 321482 h 1144442"/>
                  <a:gd name="connsiteX5" fmla="*/ 121399 w 2542152"/>
                  <a:gd name="connsiteY5" fmla="*/ 465861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9067 w 2549067"/>
                  <a:gd name="connsiteY0" fmla="*/ 1144442 h 1144442"/>
                  <a:gd name="connsiteX1" fmla="*/ 2284373 w 2549067"/>
                  <a:gd name="connsiteY1" fmla="*/ 831621 h 1144442"/>
                  <a:gd name="connsiteX2" fmla="*/ 1360347 w 2549067"/>
                  <a:gd name="connsiteY2" fmla="*/ 76038 h 1144442"/>
                  <a:gd name="connsiteX3" fmla="*/ 316006 w 2549067"/>
                  <a:gd name="connsiteY3" fmla="*/ 95288 h 1144442"/>
                  <a:gd name="connsiteX4" fmla="*/ 7998 w 2549067"/>
                  <a:gd name="connsiteY4" fmla="*/ 321482 h 1144442"/>
                  <a:gd name="connsiteX5" fmla="*/ 147564 w 2549067"/>
                  <a:gd name="connsiteY5" fmla="*/ 470674 h 1144442"/>
                  <a:gd name="connsiteX0" fmla="*/ 2530309 w 2530309"/>
                  <a:gd name="connsiteY0" fmla="*/ 1126668 h 1126668"/>
                  <a:gd name="connsiteX1" fmla="*/ 2265615 w 2530309"/>
                  <a:gd name="connsiteY1" fmla="*/ 813847 h 1126668"/>
                  <a:gd name="connsiteX2" fmla="*/ 1341589 w 2530309"/>
                  <a:gd name="connsiteY2" fmla="*/ 58264 h 1126668"/>
                  <a:gd name="connsiteX3" fmla="*/ 297248 w 2530309"/>
                  <a:gd name="connsiteY3" fmla="*/ 77514 h 1126668"/>
                  <a:gd name="connsiteX4" fmla="*/ 9118 w 2530309"/>
                  <a:gd name="connsiteY4" fmla="*/ 290455 h 1126668"/>
                  <a:gd name="connsiteX5" fmla="*/ 128806 w 2530309"/>
                  <a:gd name="connsiteY5" fmla="*/ 452900 h 1126668"/>
                  <a:gd name="connsiteX0" fmla="*/ 2536092 w 2536092"/>
                  <a:gd name="connsiteY0" fmla="*/ 1126668 h 1126668"/>
                  <a:gd name="connsiteX1" fmla="*/ 2271398 w 2536092"/>
                  <a:gd name="connsiteY1" fmla="*/ 813847 h 1126668"/>
                  <a:gd name="connsiteX2" fmla="*/ 1347372 w 2536092"/>
                  <a:gd name="connsiteY2" fmla="*/ 58264 h 1126668"/>
                  <a:gd name="connsiteX3" fmla="*/ 303031 w 2536092"/>
                  <a:gd name="connsiteY3" fmla="*/ 77514 h 1126668"/>
                  <a:gd name="connsiteX4" fmla="*/ 14901 w 2536092"/>
                  <a:gd name="connsiteY4" fmla="*/ 290455 h 1126668"/>
                  <a:gd name="connsiteX5" fmla="*/ 134589 w 2536092"/>
                  <a:gd name="connsiteY5" fmla="*/ 452900 h 1126668"/>
                  <a:gd name="connsiteX0" fmla="*/ 2529676 w 2529676"/>
                  <a:gd name="connsiteY0" fmla="*/ 1119023 h 1119023"/>
                  <a:gd name="connsiteX1" fmla="*/ 2264982 w 2529676"/>
                  <a:gd name="connsiteY1" fmla="*/ 806202 h 1119023"/>
                  <a:gd name="connsiteX2" fmla="*/ 1340956 w 2529676"/>
                  <a:gd name="connsiteY2" fmla="*/ 50619 h 1119023"/>
                  <a:gd name="connsiteX3" fmla="*/ 362875 w 2529676"/>
                  <a:gd name="connsiteY3" fmla="*/ 93060 h 1119023"/>
                  <a:gd name="connsiteX4" fmla="*/ 8485 w 2529676"/>
                  <a:gd name="connsiteY4" fmla="*/ 282810 h 1119023"/>
                  <a:gd name="connsiteX5" fmla="*/ 128173 w 2529676"/>
                  <a:gd name="connsiteY5" fmla="*/ 445255 h 1119023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19728 h 1119728"/>
                  <a:gd name="connsiteX1" fmla="*/ 2158965 w 2529676"/>
                  <a:gd name="connsiteY1" fmla="*/ 717455 h 1119728"/>
                  <a:gd name="connsiteX2" fmla="*/ 1340956 w 2529676"/>
                  <a:gd name="connsiteY2" fmla="*/ 51324 h 1119728"/>
                  <a:gd name="connsiteX3" fmla="*/ 362875 w 2529676"/>
                  <a:gd name="connsiteY3" fmla="*/ 93765 h 1119728"/>
                  <a:gd name="connsiteX4" fmla="*/ 8485 w 2529676"/>
                  <a:gd name="connsiteY4" fmla="*/ 283515 h 1119728"/>
                  <a:gd name="connsiteX5" fmla="*/ 128173 w 2529676"/>
                  <a:gd name="connsiteY5" fmla="*/ 445960 h 1119728"/>
                  <a:gd name="connsiteX0" fmla="*/ 2725145 w 2725145"/>
                  <a:gd name="connsiteY0" fmla="*/ 1030276 h 1030276"/>
                  <a:gd name="connsiteX1" fmla="*/ 2158965 w 2725145"/>
                  <a:gd name="connsiteY1" fmla="*/ 717455 h 1030276"/>
                  <a:gd name="connsiteX2" fmla="*/ 1340956 w 2725145"/>
                  <a:gd name="connsiteY2" fmla="*/ 51324 h 1030276"/>
                  <a:gd name="connsiteX3" fmla="*/ 362875 w 2725145"/>
                  <a:gd name="connsiteY3" fmla="*/ 93765 h 1030276"/>
                  <a:gd name="connsiteX4" fmla="*/ 8485 w 2725145"/>
                  <a:gd name="connsiteY4" fmla="*/ 283515 h 1030276"/>
                  <a:gd name="connsiteX5" fmla="*/ 128173 w 2725145"/>
                  <a:gd name="connsiteY5" fmla="*/ 445960 h 1030276"/>
                  <a:gd name="connsiteX0" fmla="*/ 2725145 w 2725145"/>
                  <a:gd name="connsiteY0" fmla="*/ 1030276 h 1036939"/>
                  <a:gd name="connsiteX1" fmla="*/ 2158965 w 2725145"/>
                  <a:gd name="connsiteY1" fmla="*/ 717455 h 1036939"/>
                  <a:gd name="connsiteX2" fmla="*/ 1340956 w 2725145"/>
                  <a:gd name="connsiteY2" fmla="*/ 51324 h 1036939"/>
                  <a:gd name="connsiteX3" fmla="*/ 362875 w 2725145"/>
                  <a:gd name="connsiteY3" fmla="*/ 93765 h 1036939"/>
                  <a:gd name="connsiteX4" fmla="*/ 8485 w 2725145"/>
                  <a:gd name="connsiteY4" fmla="*/ 283515 h 1036939"/>
                  <a:gd name="connsiteX5" fmla="*/ 128173 w 2725145"/>
                  <a:gd name="connsiteY5" fmla="*/ 445960 h 1036939"/>
                  <a:gd name="connsiteX0" fmla="*/ 2705267 w 2705267"/>
                  <a:gd name="connsiteY0" fmla="*/ 1026963 h 1033700"/>
                  <a:gd name="connsiteX1" fmla="*/ 2158965 w 2705267"/>
                  <a:gd name="connsiteY1" fmla="*/ 717455 h 1033700"/>
                  <a:gd name="connsiteX2" fmla="*/ 1340956 w 2705267"/>
                  <a:gd name="connsiteY2" fmla="*/ 51324 h 1033700"/>
                  <a:gd name="connsiteX3" fmla="*/ 362875 w 2705267"/>
                  <a:gd name="connsiteY3" fmla="*/ 93765 h 1033700"/>
                  <a:gd name="connsiteX4" fmla="*/ 8485 w 2705267"/>
                  <a:gd name="connsiteY4" fmla="*/ 283515 h 1033700"/>
                  <a:gd name="connsiteX5" fmla="*/ 128173 w 2705267"/>
                  <a:gd name="connsiteY5" fmla="*/ 445960 h 1033700"/>
                  <a:gd name="connsiteX0" fmla="*/ 2705267 w 2705267"/>
                  <a:gd name="connsiteY0" fmla="*/ 1026963 h 1036028"/>
                  <a:gd name="connsiteX1" fmla="*/ 2158965 w 2705267"/>
                  <a:gd name="connsiteY1" fmla="*/ 717455 h 1036028"/>
                  <a:gd name="connsiteX2" fmla="*/ 1340956 w 2705267"/>
                  <a:gd name="connsiteY2" fmla="*/ 51324 h 1036028"/>
                  <a:gd name="connsiteX3" fmla="*/ 362875 w 2705267"/>
                  <a:gd name="connsiteY3" fmla="*/ 93765 h 1036028"/>
                  <a:gd name="connsiteX4" fmla="*/ 8485 w 2705267"/>
                  <a:gd name="connsiteY4" fmla="*/ 283515 h 1036028"/>
                  <a:gd name="connsiteX5" fmla="*/ 128173 w 2705267"/>
                  <a:gd name="connsiteY5" fmla="*/ 445960 h 1036028"/>
                  <a:gd name="connsiteX0" fmla="*/ 2899345 w 2899345"/>
                  <a:gd name="connsiteY0" fmla="*/ 1026963 h 1036028"/>
                  <a:gd name="connsiteX1" fmla="*/ 2353043 w 2899345"/>
                  <a:gd name="connsiteY1" fmla="*/ 717455 h 1036028"/>
                  <a:gd name="connsiteX2" fmla="*/ 1535034 w 2899345"/>
                  <a:gd name="connsiteY2" fmla="*/ 51324 h 1036028"/>
                  <a:gd name="connsiteX3" fmla="*/ 556953 w 2899345"/>
                  <a:gd name="connsiteY3" fmla="*/ 93765 h 1036028"/>
                  <a:gd name="connsiteX4" fmla="*/ 202563 w 2899345"/>
                  <a:gd name="connsiteY4" fmla="*/ 283515 h 1036028"/>
                  <a:gd name="connsiteX5" fmla="*/ 10825 w 2899345"/>
                  <a:gd name="connsiteY5" fmla="*/ 442646 h 1036028"/>
                  <a:gd name="connsiteX0" fmla="*/ 2888520 w 2888520"/>
                  <a:gd name="connsiteY0" fmla="*/ 1026963 h 1036028"/>
                  <a:gd name="connsiteX1" fmla="*/ 2342218 w 2888520"/>
                  <a:gd name="connsiteY1" fmla="*/ 717455 h 1036028"/>
                  <a:gd name="connsiteX2" fmla="*/ 1524209 w 2888520"/>
                  <a:gd name="connsiteY2" fmla="*/ 51324 h 1036028"/>
                  <a:gd name="connsiteX3" fmla="*/ 546128 w 2888520"/>
                  <a:gd name="connsiteY3" fmla="*/ 93765 h 1036028"/>
                  <a:gd name="connsiteX4" fmla="*/ 191738 w 2888520"/>
                  <a:gd name="connsiteY4" fmla="*/ 283515 h 1036028"/>
                  <a:gd name="connsiteX5" fmla="*/ 0 w 2888520"/>
                  <a:gd name="connsiteY5" fmla="*/ 442646 h 1036028"/>
                  <a:gd name="connsiteX0" fmla="*/ 2888520 w 2888520"/>
                  <a:gd name="connsiteY0" fmla="*/ 1025382 h 1034447"/>
                  <a:gd name="connsiteX1" fmla="*/ 2342218 w 2888520"/>
                  <a:gd name="connsiteY1" fmla="*/ 715874 h 1034447"/>
                  <a:gd name="connsiteX2" fmla="*/ 1524209 w 2888520"/>
                  <a:gd name="connsiteY2" fmla="*/ 49743 h 1034447"/>
                  <a:gd name="connsiteX3" fmla="*/ 546128 w 2888520"/>
                  <a:gd name="connsiteY3" fmla="*/ 92184 h 1034447"/>
                  <a:gd name="connsiteX4" fmla="*/ 0 w 2888520"/>
                  <a:gd name="connsiteY4" fmla="*/ 441065 h 1034447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5504 h 1034569"/>
                  <a:gd name="connsiteX1" fmla="*/ 2405166 w 2951468"/>
                  <a:gd name="connsiteY1" fmla="*/ 715996 h 1034569"/>
                  <a:gd name="connsiteX2" fmla="*/ 1587157 w 2951468"/>
                  <a:gd name="connsiteY2" fmla="*/ 49865 h 1034569"/>
                  <a:gd name="connsiteX3" fmla="*/ 662085 w 2951468"/>
                  <a:gd name="connsiteY3" fmla="*/ 88993 h 1034569"/>
                  <a:gd name="connsiteX4" fmla="*/ 0 w 2951468"/>
                  <a:gd name="connsiteY4" fmla="*/ 414683 h 1034569"/>
                  <a:gd name="connsiteX0" fmla="*/ 2951468 w 2951468"/>
                  <a:gd name="connsiteY0" fmla="*/ 1029589 h 1038654"/>
                  <a:gd name="connsiteX1" fmla="*/ 2405166 w 2951468"/>
                  <a:gd name="connsiteY1" fmla="*/ 720081 h 1038654"/>
                  <a:gd name="connsiteX2" fmla="*/ 1587157 w 2951468"/>
                  <a:gd name="connsiteY2" fmla="*/ 53950 h 1038654"/>
                  <a:gd name="connsiteX3" fmla="*/ 662085 w 2951468"/>
                  <a:gd name="connsiteY3" fmla="*/ 93078 h 1038654"/>
                  <a:gd name="connsiteX4" fmla="*/ 0 w 2951468"/>
                  <a:gd name="connsiteY4" fmla="*/ 418768 h 1038654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30600 h 1039665"/>
                  <a:gd name="connsiteX1" fmla="*/ 2481366 w 3027668"/>
                  <a:gd name="connsiteY1" fmla="*/ 721092 h 1039665"/>
                  <a:gd name="connsiteX2" fmla="*/ 1663357 w 3027668"/>
                  <a:gd name="connsiteY2" fmla="*/ 54961 h 1039665"/>
                  <a:gd name="connsiteX3" fmla="*/ 738285 w 3027668"/>
                  <a:gd name="connsiteY3" fmla="*/ 94089 h 1039665"/>
                  <a:gd name="connsiteX4" fmla="*/ 0 w 3027668"/>
                  <a:gd name="connsiteY4" fmla="*/ 403214 h 1039665"/>
                  <a:gd name="connsiteX0" fmla="*/ 3027668 w 3027668"/>
                  <a:gd name="connsiteY0" fmla="*/ 1025634 h 1034699"/>
                  <a:gd name="connsiteX1" fmla="*/ 2481366 w 3027668"/>
                  <a:gd name="connsiteY1" fmla="*/ 716126 h 1034699"/>
                  <a:gd name="connsiteX2" fmla="*/ 1663357 w 3027668"/>
                  <a:gd name="connsiteY2" fmla="*/ 49995 h 1034699"/>
                  <a:gd name="connsiteX3" fmla="*/ 738285 w 3027668"/>
                  <a:gd name="connsiteY3" fmla="*/ 89123 h 1034699"/>
                  <a:gd name="connsiteX4" fmla="*/ 0 w 3027668"/>
                  <a:gd name="connsiteY4" fmla="*/ 398248 h 1034699"/>
                  <a:gd name="connsiteX0" fmla="*/ 3027668 w 3027668"/>
                  <a:gd name="connsiteY0" fmla="*/ 1284460 h 1293525"/>
                  <a:gd name="connsiteX1" fmla="*/ 2481366 w 3027668"/>
                  <a:gd name="connsiteY1" fmla="*/ 974952 h 1293525"/>
                  <a:gd name="connsiteX2" fmla="*/ 1638810 w 3027668"/>
                  <a:gd name="connsiteY2" fmla="*/ 20387 h 1293525"/>
                  <a:gd name="connsiteX3" fmla="*/ 738285 w 3027668"/>
                  <a:gd name="connsiteY3" fmla="*/ 347949 h 1293525"/>
                  <a:gd name="connsiteX4" fmla="*/ 0 w 3027668"/>
                  <a:gd name="connsiteY4" fmla="*/ 657074 h 1293525"/>
                  <a:gd name="connsiteX0" fmla="*/ 3027668 w 3027668"/>
                  <a:gd name="connsiteY0" fmla="*/ 1382978 h 1392043"/>
                  <a:gd name="connsiteX1" fmla="*/ 2481366 w 3027668"/>
                  <a:gd name="connsiteY1" fmla="*/ 1073470 h 1392043"/>
                  <a:gd name="connsiteX2" fmla="*/ 1638810 w 3027668"/>
                  <a:gd name="connsiteY2" fmla="*/ 118905 h 1392043"/>
                  <a:gd name="connsiteX3" fmla="*/ 953076 w 3027668"/>
                  <a:gd name="connsiteY3" fmla="*/ 84389 h 1392043"/>
                  <a:gd name="connsiteX4" fmla="*/ 0 w 3027668"/>
                  <a:gd name="connsiteY4" fmla="*/ 755592 h 1392043"/>
                  <a:gd name="connsiteX0" fmla="*/ 3027668 w 3027668"/>
                  <a:gd name="connsiteY0" fmla="*/ 1451427 h 1460492"/>
                  <a:gd name="connsiteX1" fmla="*/ 2481366 w 3027668"/>
                  <a:gd name="connsiteY1" fmla="*/ 1141919 h 1460492"/>
                  <a:gd name="connsiteX2" fmla="*/ 1577440 w 3027668"/>
                  <a:gd name="connsiteY2" fmla="*/ 83026 h 1460492"/>
                  <a:gd name="connsiteX3" fmla="*/ 953076 w 3027668"/>
                  <a:gd name="connsiteY3" fmla="*/ 152838 h 1460492"/>
                  <a:gd name="connsiteX4" fmla="*/ 0 w 3027668"/>
                  <a:gd name="connsiteY4" fmla="*/ 824041 h 1460492"/>
                  <a:gd name="connsiteX0" fmla="*/ 3027668 w 3027668"/>
                  <a:gd name="connsiteY0" fmla="*/ 1518915 h 1527980"/>
                  <a:gd name="connsiteX1" fmla="*/ 2481366 w 3027668"/>
                  <a:gd name="connsiteY1" fmla="*/ 1209407 h 1527980"/>
                  <a:gd name="connsiteX2" fmla="*/ 1577440 w 3027668"/>
                  <a:gd name="connsiteY2" fmla="*/ 150514 h 1527980"/>
                  <a:gd name="connsiteX3" fmla="*/ 1002172 w 3027668"/>
                  <a:gd name="connsiteY3" fmla="*/ 85314 h 1527980"/>
                  <a:gd name="connsiteX4" fmla="*/ 0 w 3027668"/>
                  <a:gd name="connsiteY4" fmla="*/ 891529 h 1527980"/>
                  <a:gd name="connsiteX0" fmla="*/ 3027668 w 3027668"/>
                  <a:gd name="connsiteY0" fmla="*/ 1500343 h 1509408"/>
                  <a:gd name="connsiteX1" fmla="*/ 2481366 w 3027668"/>
                  <a:gd name="connsiteY1" fmla="*/ 1190835 h 1509408"/>
                  <a:gd name="connsiteX2" fmla="*/ 1577440 w 3027668"/>
                  <a:gd name="connsiteY2" fmla="*/ 131942 h 1509408"/>
                  <a:gd name="connsiteX3" fmla="*/ 996035 w 3027668"/>
                  <a:gd name="connsiteY3" fmla="*/ 97427 h 1509408"/>
                  <a:gd name="connsiteX4" fmla="*/ 0 w 3027668"/>
                  <a:gd name="connsiteY4" fmla="*/ 872957 h 1509408"/>
                  <a:gd name="connsiteX0" fmla="*/ 3027668 w 3027668"/>
                  <a:gd name="connsiteY0" fmla="*/ 1402916 h 1411981"/>
                  <a:gd name="connsiteX1" fmla="*/ 2481366 w 3027668"/>
                  <a:gd name="connsiteY1" fmla="*/ 1093408 h 1411981"/>
                  <a:gd name="connsiteX2" fmla="*/ 996035 w 3027668"/>
                  <a:gd name="connsiteY2" fmla="*/ 0 h 1411981"/>
                  <a:gd name="connsiteX3" fmla="*/ 0 w 3027668"/>
                  <a:gd name="connsiteY3" fmla="*/ 775530 h 1411981"/>
                  <a:gd name="connsiteX0" fmla="*/ 3027668 w 3027668"/>
                  <a:gd name="connsiteY0" fmla="*/ 1353821 h 1362886"/>
                  <a:gd name="connsiteX1" fmla="*/ 2481366 w 3027668"/>
                  <a:gd name="connsiteY1" fmla="*/ 1044313 h 1362886"/>
                  <a:gd name="connsiteX2" fmla="*/ 1198553 w 3027668"/>
                  <a:gd name="connsiteY2" fmla="*/ 0 h 1362886"/>
                  <a:gd name="connsiteX3" fmla="*/ 0 w 3027668"/>
                  <a:gd name="connsiteY3" fmla="*/ 726435 h 1362886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66095 h 1375160"/>
                  <a:gd name="connsiteX1" fmla="*/ 2481366 w 3027668"/>
                  <a:gd name="connsiteY1" fmla="*/ 1056587 h 1375160"/>
                  <a:gd name="connsiteX2" fmla="*/ 1247647 w 3027668"/>
                  <a:gd name="connsiteY2" fmla="*/ 0 h 1375160"/>
                  <a:gd name="connsiteX3" fmla="*/ 0 w 3027668"/>
                  <a:gd name="connsiteY3" fmla="*/ 738709 h 1375160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27668" h="1350613">
                    <a:moveTo>
                      <a:pt x="3027668" y="1341548"/>
                    </a:moveTo>
                    <a:cubicBezTo>
                      <a:pt x="2853298" y="1402927"/>
                      <a:pt x="2569597" y="1136314"/>
                      <a:pt x="2481366" y="1032040"/>
                    </a:cubicBezTo>
                    <a:cubicBezTo>
                      <a:pt x="2185720" y="779811"/>
                      <a:pt x="1590333" y="-763"/>
                      <a:pt x="1253784" y="1"/>
                    </a:cubicBezTo>
                    <a:cubicBezTo>
                      <a:pt x="917235" y="765"/>
                      <a:pt x="216481" y="770689"/>
                      <a:pt x="0" y="714162"/>
                    </a:cubicBez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B7FE575-81C5-5D41-8754-C5E3ABD66DDF}"/>
                </a:ext>
              </a:extLst>
            </p:cNvPr>
            <p:cNvSpPr/>
            <p:nvPr/>
          </p:nvSpPr>
          <p:spPr>
            <a:xfrm>
              <a:off x="2277117" y="3425460"/>
              <a:ext cx="2420012" cy="1483426"/>
            </a:xfrm>
            <a:custGeom>
              <a:avLst/>
              <a:gdLst>
                <a:gd name="connsiteX0" fmla="*/ 2579570 w 2579570"/>
                <a:gd name="connsiteY0" fmla="*/ 1087655 h 1087655"/>
                <a:gd name="connsiteX1" fmla="*/ 2314876 w 2579570"/>
                <a:gd name="connsiteY1" fmla="*/ 774834 h 1087655"/>
                <a:gd name="connsiteX2" fmla="*/ 1525604 w 2579570"/>
                <a:gd name="connsiteY2" fmla="*/ 28876 h 1087655"/>
                <a:gd name="connsiteX3" fmla="*/ 322446 w 2579570"/>
                <a:gd name="connsiteY3" fmla="*/ 0 h 1087655"/>
                <a:gd name="connsiteX4" fmla="*/ 0 w 2579570"/>
                <a:gd name="connsiteY4" fmla="*/ 250257 h 1087655"/>
                <a:gd name="connsiteX5" fmla="*/ 158817 w 2579570"/>
                <a:gd name="connsiteY5" fmla="*/ 409074 h 1087655"/>
                <a:gd name="connsiteX0" fmla="*/ 2579570 w 2579570"/>
                <a:gd name="connsiteY0" fmla="*/ 1136124 h 1136124"/>
                <a:gd name="connsiteX1" fmla="*/ 2314876 w 2579570"/>
                <a:gd name="connsiteY1" fmla="*/ 823303 h 1136124"/>
                <a:gd name="connsiteX2" fmla="*/ 1525604 w 2579570"/>
                <a:gd name="connsiteY2" fmla="*/ 77345 h 1136124"/>
                <a:gd name="connsiteX3" fmla="*/ 322446 w 2579570"/>
                <a:gd name="connsiteY3" fmla="*/ 48469 h 1136124"/>
                <a:gd name="connsiteX4" fmla="*/ 0 w 2579570"/>
                <a:gd name="connsiteY4" fmla="*/ 298726 h 1136124"/>
                <a:gd name="connsiteX5" fmla="*/ 158817 w 2579570"/>
                <a:gd name="connsiteY5" fmla="*/ 457543 h 1136124"/>
                <a:gd name="connsiteX0" fmla="*/ 2579570 w 2579570"/>
                <a:gd name="connsiteY0" fmla="*/ 1152990 h 1152990"/>
                <a:gd name="connsiteX1" fmla="*/ 2314876 w 2579570"/>
                <a:gd name="connsiteY1" fmla="*/ 840169 h 1152990"/>
                <a:gd name="connsiteX2" fmla="*/ 1525604 w 2579570"/>
                <a:gd name="connsiteY2" fmla="*/ 94211 h 1152990"/>
                <a:gd name="connsiteX3" fmla="*/ 322446 w 2579570"/>
                <a:gd name="connsiteY3" fmla="*/ 65335 h 1152990"/>
                <a:gd name="connsiteX4" fmla="*/ 0 w 2579570"/>
                <a:gd name="connsiteY4" fmla="*/ 315592 h 1152990"/>
                <a:gd name="connsiteX5" fmla="*/ 158817 w 2579570"/>
                <a:gd name="connsiteY5" fmla="*/ 474409 h 1152990"/>
                <a:gd name="connsiteX0" fmla="*/ 2609416 w 2609416"/>
                <a:gd name="connsiteY0" fmla="*/ 1152990 h 1152990"/>
                <a:gd name="connsiteX1" fmla="*/ 2344722 w 2609416"/>
                <a:gd name="connsiteY1" fmla="*/ 840169 h 1152990"/>
                <a:gd name="connsiteX2" fmla="*/ 1555450 w 2609416"/>
                <a:gd name="connsiteY2" fmla="*/ 94211 h 1152990"/>
                <a:gd name="connsiteX3" fmla="*/ 352292 w 2609416"/>
                <a:gd name="connsiteY3" fmla="*/ 65335 h 1152990"/>
                <a:gd name="connsiteX4" fmla="*/ 29846 w 2609416"/>
                <a:gd name="connsiteY4" fmla="*/ 315592 h 1152990"/>
                <a:gd name="connsiteX5" fmla="*/ 188663 w 2609416"/>
                <a:gd name="connsiteY5" fmla="*/ 474409 h 1152990"/>
                <a:gd name="connsiteX0" fmla="*/ 2580324 w 2580324"/>
                <a:gd name="connsiteY0" fmla="*/ 1152990 h 1152990"/>
                <a:gd name="connsiteX1" fmla="*/ 2315630 w 2580324"/>
                <a:gd name="connsiteY1" fmla="*/ 840169 h 1152990"/>
                <a:gd name="connsiteX2" fmla="*/ 1526358 w 2580324"/>
                <a:gd name="connsiteY2" fmla="*/ 94211 h 1152990"/>
                <a:gd name="connsiteX3" fmla="*/ 323200 w 2580324"/>
                <a:gd name="connsiteY3" fmla="*/ 65335 h 1152990"/>
                <a:gd name="connsiteX4" fmla="*/ 754 w 2580324"/>
                <a:gd name="connsiteY4" fmla="*/ 315592 h 1152990"/>
                <a:gd name="connsiteX5" fmla="*/ 159571 w 2580324"/>
                <a:gd name="connsiteY5" fmla="*/ 474409 h 1152990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23846 h 1123846"/>
                <a:gd name="connsiteX1" fmla="*/ 2277458 w 2542152"/>
                <a:gd name="connsiteY1" fmla="*/ 811025 h 1123846"/>
                <a:gd name="connsiteX2" fmla="*/ 1488186 w 2542152"/>
                <a:gd name="connsiteY2" fmla="*/ 65067 h 1123846"/>
                <a:gd name="connsiteX3" fmla="*/ 309091 w 2542152"/>
                <a:gd name="connsiteY3" fmla="*/ 65067 h 1123846"/>
                <a:gd name="connsiteX4" fmla="*/ 1083 w 2542152"/>
                <a:gd name="connsiteY4" fmla="*/ 300886 h 1123846"/>
                <a:gd name="connsiteX5" fmla="*/ 121399 w 2542152"/>
                <a:gd name="connsiteY5" fmla="*/ 445265 h 1123846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0089 h 1120089"/>
                <a:gd name="connsiteX1" fmla="*/ 2277458 w 2542152"/>
                <a:gd name="connsiteY1" fmla="*/ 807268 h 1120089"/>
                <a:gd name="connsiteX2" fmla="*/ 1488186 w 2542152"/>
                <a:gd name="connsiteY2" fmla="*/ 61310 h 1120089"/>
                <a:gd name="connsiteX3" fmla="*/ 328342 w 2542152"/>
                <a:gd name="connsiteY3" fmla="*/ 80560 h 1120089"/>
                <a:gd name="connsiteX4" fmla="*/ 1083 w 2542152"/>
                <a:gd name="connsiteY4" fmla="*/ 297129 h 1120089"/>
                <a:gd name="connsiteX5" fmla="*/ 121399 w 2542152"/>
                <a:gd name="connsiteY5" fmla="*/ 441508 h 1120089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6253 h 1096253"/>
                <a:gd name="connsiteX1" fmla="*/ 2277458 w 2542152"/>
                <a:gd name="connsiteY1" fmla="*/ 783432 h 1096253"/>
                <a:gd name="connsiteX2" fmla="*/ 1353432 w 2542152"/>
                <a:gd name="connsiteY2" fmla="*/ 27849 h 1096253"/>
                <a:gd name="connsiteX3" fmla="*/ 328342 w 2542152"/>
                <a:gd name="connsiteY3" fmla="*/ 56724 h 1096253"/>
                <a:gd name="connsiteX4" fmla="*/ 1083 w 2542152"/>
                <a:gd name="connsiteY4" fmla="*/ 273293 h 1096253"/>
                <a:gd name="connsiteX5" fmla="*/ 121399 w 2542152"/>
                <a:gd name="connsiteY5" fmla="*/ 417672 h 1096253"/>
                <a:gd name="connsiteX0" fmla="*/ 2542152 w 2542152"/>
                <a:gd name="connsiteY0" fmla="*/ 1110529 h 1110529"/>
                <a:gd name="connsiteX1" fmla="*/ 2277458 w 2542152"/>
                <a:gd name="connsiteY1" fmla="*/ 797708 h 1110529"/>
                <a:gd name="connsiteX2" fmla="*/ 1353432 w 2542152"/>
                <a:gd name="connsiteY2" fmla="*/ 42125 h 1110529"/>
                <a:gd name="connsiteX3" fmla="*/ 328342 w 2542152"/>
                <a:gd name="connsiteY3" fmla="*/ 71000 h 1110529"/>
                <a:gd name="connsiteX4" fmla="*/ 1083 w 2542152"/>
                <a:gd name="connsiteY4" fmla="*/ 287569 h 1110529"/>
                <a:gd name="connsiteX5" fmla="*/ 121399 w 2542152"/>
                <a:gd name="connsiteY5" fmla="*/ 431948 h 1110529"/>
                <a:gd name="connsiteX0" fmla="*/ 2542152 w 2542152"/>
                <a:gd name="connsiteY0" fmla="*/ 1144442 h 1144442"/>
                <a:gd name="connsiteX1" fmla="*/ 2277458 w 2542152"/>
                <a:gd name="connsiteY1" fmla="*/ 831621 h 1144442"/>
                <a:gd name="connsiteX2" fmla="*/ 1353432 w 2542152"/>
                <a:gd name="connsiteY2" fmla="*/ 76038 h 1144442"/>
                <a:gd name="connsiteX3" fmla="*/ 309091 w 2542152"/>
                <a:gd name="connsiteY3" fmla="*/ 95288 h 1144442"/>
                <a:gd name="connsiteX4" fmla="*/ 1083 w 2542152"/>
                <a:gd name="connsiteY4" fmla="*/ 321482 h 1144442"/>
                <a:gd name="connsiteX5" fmla="*/ 121399 w 2542152"/>
                <a:gd name="connsiteY5" fmla="*/ 465861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9067 w 2549067"/>
                <a:gd name="connsiteY0" fmla="*/ 1144442 h 1144442"/>
                <a:gd name="connsiteX1" fmla="*/ 2284373 w 2549067"/>
                <a:gd name="connsiteY1" fmla="*/ 831621 h 1144442"/>
                <a:gd name="connsiteX2" fmla="*/ 1360347 w 2549067"/>
                <a:gd name="connsiteY2" fmla="*/ 76038 h 1144442"/>
                <a:gd name="connsiteX3" fmla="*/ 316006 w 2549067"/>
                <a:gd name="connsiteY3" fmla="*/ 95288 h 1144442"/>
                <a:gd name="connsiteX4" fmla="*/ 7998 w 2549067"/>
                <a:gd name="connsiteY4" fmla="*/ 321482 h 1144442"/>
                <a:gd name="connsiteX5" fmla="*/ 147564 w 2549067"/>
                <a:gd name="connsiteY5" fmla="*/ 470674 h 1144442"/>
                <a:gd name="connsiteX0" fmla="*/ 2530309 w 2530309"/>
                <a:gd name="connsiteY0" fmla="*/ 1126668 h 1126668"/>
                <a:gd name="connsiteX1" fmla="*/ 2265615 w 2530309"/>
                <a:gd name="connsiteY1" fmla="*/ 813847 h 1126668"/>
                <a:gd name="connsiteX2" fmla="*/ 1341589 w 2530309"/>
                <a:gd name="connsiteY2" fmla="*/ 58264 h 1126668"/>
                <a:gd name="connsiteX3" fmla="*/ 297248 w 2530309"/>
                <a:gd name="connsiteY3" fmla="*/ 77514 h 1126668"/>
                <a:gd name="connsiteX4" fmla="*/ 9118 w 2530309"/>
                <a:gd name="connsiteY4" fmla="*/ 290455 h 1126668"/>
                <a:gd name="connsiteX5" fmla="*/ 128806 w 2530309"/>
                <a:gd name="connsiteY5" fmla="*/ 452900 h 1126668"/>
                <a:gd name="connsiteX0" fmla="*/ 2536092 w 2536092"/>
                <a:gd name="connsiteY0" fmla="*/ 1126668 h 1126668"/>
                <a:gd name="connsiteX1" fmla="*/ 2271398 w 2536092"/>
                <a:gd name="connsiteY1" fmla="*/ 813847 h 1126668"/>
                <a:gd name="connsiteX2" fmla="*/ 1347372 w 2536092"/>
                <a:gd name="connsiteY2" fmla="*/ 58264 h 1126668"/>
                <a:gd name="connsiteX3" fmla="*/ 303031 w 2536092"/>
                <a:gd name="connsiteY3" fmla="*/ 77514 h 1126668"/>
                <a:gd name="connsiteX4" fmla="*/ 14901 w 2536092"/>
                <a:gd name="connsiteY4" fmla="*/ 290455 h 1126668"/>
                <a:gd name="connsiteX5" fmla="*/ 134589 w 2536092"/>
                <a:gd name="connsiteY5" fmla="*/ 452900 h 1126668"/>
                <a:gd name="connsiteX0" fmla="*/ 2529676 w 2529676"/>
                <a:gd name="connsiteY0" fmla="*/ 1119023 h 1119023"/>
                <a:gd name="connsiteX1" fmla="*/ 2264982 w 2529676"/>
                <a:gd name="connsiteY1" fmla="*/ 806202 h 1119023"/>
                <a:gd name="connsiteX2" fmla="*/ 1340956 w 2529676"/>
                <a:gd name="connsiteY2" fmla="*/ 50619 h 1119023"/>
                <a:gd name="connsiteX3" fmla="*/ 362875 w 2529676"/>
                <a:gd name="connsiteY3" fmla="*/ 93060 h 1119023"/>
                <a:gd name="connsiteX4" fmla="*/ 8485 w 2529676"/>
                <a:gd name="connsiteY4" fmla="*/ 282810 h 1119023"/>
                <a:gd name="connsiteX5" fmla="*/ 128173 w 2529676"/>
                <a:gd name="connsiteY5" fmla="*/ 445255 h 1119023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493254 w 2493254"/>
                <a:gd name="connsiteY0" fmla="*/ 1113084 h 1113084"/>
                <a:gd name="connsiteX1" fmla="*/ 2122543 w 2493254"/>
                <a:gd name="connsiteY1" fmla="*/ 710811 h 1113084"/>
                <a:gd name="connsiteX2" fmla="*/ 1304534 w 2493254"/>
                <a:gd name="connsiteY2" fmla="*/ 44680 h 1113084"/>
                <a:gd name="connsiteX3" fmla="*/ 326453 w 2493254"/>
                <a:gd name="connsiteY3" fmla="*/ 87121 h 1113084"/>
                <a:gd name="connsiteX4" fmla="*/ 11819 w 2493254"/>
                <a:gd name="connsiteY4" fmla="*/ 296749 h 1113084"/>
                <a:gd name="connsiteX5" fmla="*/ 91751 w 2493254"/>
                <a:gd name="connsiteY5" fmla="*/ 439316 h 1113084"/>
                <a:gd name="connsiteX0" fmla="*/ 2460413 w 2460413"/>
                <a:gd name="connsiteY0" fmla="*/ 1111881 h 1111881"/>
                <a:gd name="connsiteX1" fmla="*/ 2089702 w 2460413"/>
                <a:gd name="connsiteY1" fmla="*/ 709608 h 1111881"/>
                <a:gd name="connsiteX2" fmla="*/ 1271693 w 2460413"/>
                <a:gd name="connsiteY2" fmla="*/ 43477 h 1111881"/>
                <a:gd name="connsiteX3" fmla="*/ 293612 w 2460413"/>
                <a:gd name="connsiteY3" fmla="*/ 85918 h 1111881"/>
                <a:gd name="connsiteX4" fmla="*/ 18735 w 2460413"/>
                <a:gd name="connsiteY4" fmla="*/ 259102 h 1111881"/>
                <a:gd name="connsiteX5" fmla="*/ 58910 w 2460413"/>
                <a:gd name="connsiteY5" fmla="*/ 438113 h 1111881"/>
                <a:gd name="connsiteX0" fmla="*/ 2453322 w 2453322"/>
                <a:gd name="connsiteY0" fmla="*/ 1112203 h 1112203"/>
                <a:gd name="connsiteX1" fmla="*/ 2082611 w 2453322"/>
                <a:gd name="connsiteY1" fmla="*/ 709930 h 1112203"/>
                <a:gd name="connsiteX2" fmla="*/ 1264602 w 2453322"/>
                <a:gd name="connsiteY2" fmla="*/ 43799 h 1112203"/>
                <a:gd name="connsiteX3" fmla="*/ 286521 w 2453322"/>
                <a:gd name="connsiteY3" fmla="*/ 86240 h 1112203"/>
                <a:gd name="connsiteX4" fmla="*/ 21583 w 2453322"/>
                <a:gd name="connsiteY4" fmla="*/ 269363 h 1112203"/>
                <a:gd name="connsiteX5" fmla="*/ 51819 w 2453322"/>
                <a:gd name="connsiteY5" fmla="*/ 438435 h 1112203"/>
                <a:gd name="connsiteX0" fmla="*/ 2457207 w 2457207"/>
                <a:gd name="connsiteY0" fmla="*/ 1113206 h 1113206"/>
                <a:gd name="connsiteX1" fmla="*/ 2086496 w 2457207"/>
                <a:gd name="connsiteY1" fmla="*/ 710933 h 1113206"/>
                <a:gd name="connsiteX2" fmla="*/ 1268487 w 2457207"/>
                <a:gd name="connsiteY2" fmla="*/ 44802 h 1113206"/>
                <a:gd name="connsiteX3" fmla="*/ 343415 w 2457207"/>
                <a:gd name="connsiteY3" fmla="*/ 83930 h 1113206"/>
                <a:gd name="connsiteX4" fmla="*/ 25468 w 2457207"/>
                <a:gd name="connsiteY4" fmla="*/ 270366 h 1113206"/>
                <a:gd name="connsiteX5" fmla="*/ 55704 w 2457207"/>
                <a:gd name="connsiteY5" fmla="*/ 439438 h 1113206"/>
                <a:gd name="connsiteX0" fmla="*/ 2457207 w 2457207"/>
                <a:gd name="connsiteY0" fmla="*/ 1113883 h 1113883"/>
                <a:gd name="connsiteX1" fmla="*/ 2086496 w 2457207"/>
                <a:gd name="connsiteY1" fmla="*/ 711610 h 1113883"/>
                <a:gd name="connsiteX2" fmla="*/ 1268487 w 2457207"/>
                <a:gd name="connsiteY2" fmla="*/ 45479 h 1113883"/>
                <a:gd name="connsiteX3" fmla="*/ 343415 w 2457207"/>
                <a:gd name="connsiteY3" fmla="*/ 84607 h 1113883"/>
                <a:gd name="connsiteX4" fmla="*/ 25468 w 2457207"/>
                <a:gd name="connsiteY4" fmla="*/ 271043 h 1113883"/>
                <a:gd name="connsiteX5" fmla="*/ 55704 w 2457207"/>
                <a:gd name="connsiteY5" fmla="*/ 440115 h 1113883"/>
                <a:gd name="connsiteX0" fmla="*/ 2457207 w 2457207"/>
                <a:gd name="connsiteY0" fmla="*/ 1117495 h 1117495"/>
                <a:gd name="connsiteX1" fmla="*/ 2086496 w 2457207"/>
                <a:gd name="connsiteY1" fmla="*/ 715222 h 1117495"/>
                <a:gd name="connsiteX2" fmla="*/ 1268487 w 2457207"/>
                <a:gd name="connsiteY2" fmla="*/ 49091 h 1117495"/>
                <a:gd name="connsiteX3" fmla="*/ 343415 w 2457207"/>
                <a:gd name="connsiteY3" fmla="*/ 88219 h 1117495"/>
                <a:gd name="connsiteX4" fmla="*/ 25468 w 2457207"/>
                <a:gd name="connsiteY4" fmla="*/ 274655 h 1117495"/>
                <a:gd name="connsiteX5" fmla="*/ 55704 w 2457207"/>
                <a:gd name="connsiteY5" fmla="*/ 443727 h 1117495"/>
                <a:gd name="connsiteX0" fmla="*/ 2457207 w 2457207"/>
                <a:gd name="connsiteY0" fmla="*/ 1489257 h 1489257"/>
                <a:gd name="connsiteX1" fmla="*/ 2086496 w 2457207"/>
                <a:gd name="connsiteY1" fmla="*/ 1086984 h 1489257"/>
                <a:gd name="connsiteX2" fmla="*/ 943231 w 2457207"/>
                <a:gd name="connsiteY2" fmla="*/ 15817 h 1489257"/>
                <a:gd name="connsiteX3" fmla="*/ 343415 w 2457207"/>
                <a:gd name="connsiteY3" fmla="*/ 459981 h 1489257"/>
                <a:gd name="connsiteX4" fmla="*/ 25468 w 2457207"/>
                <a:gd name="connsiteY4" fmla="*/ 646417 h 1489257"/>
                <a:gd name="connsiteX5" fmla="*/ 55704 w 2457207"/>
                <a:gd name="connsiteY5" fmla="*/ 815489 h 1489257"/>
                <a:gd name="connsiteX0" fmla="*/ 2478921 w 2478921"/>
                <a:gd name="connsiteY0" fmla="*/ 1566884 h 1566884"/>
                <a:gd name="connsiteX1" fmla="*/ 2108210 w 2478921"/>
                <a:gd name="connsiteY1" fmla="*/ 1164611 h 1566884"/>
                <a:gd name="connsiteX2" fmla="*/ 964945 w 2478921"/>
                <a:gd name="connsiteY2" fmla="*/ 93444 h 1566884"/>
                <a:gd name="connsiteX3" fmla="*/ 659701 w 2478921"/>
                <a:gd name="connsiteY3" fmla="*/ 126435 h 1566884"/>
                <a:gd name="connsiteX4" fmla="*/ 47182 w 2478921"/>
                <a:gd name="connsiteY4" fmla="*/ 724044 h 1566884"/>
                <a:gd name="connsiteX5" fmla="*/ 77418 w 2478921"/>
                <a:gd name="connsiteY5" fmla="*/ 893116 h 1566884"/>
                <a:gd name="connsiteX0" fmla="*/ 2478921 w 2478921"/>
                <a:gd name="connsiteY0" fmla="*/ 1547571 h 1547571"/>
                <a:gd name="connsiteX1" fmla="*/ 2108210 w 2478921"/>
                <a:gd name="connsiteY1" fmla="*/ 1145298 h 1547571"/>
                <a:gd name="connsiteX2" fmla="*/ 964945 w 2478921"/>
                <a:gd name="connsiteY2" fmla="*/ 74131 h 1547571"/>
                <a:gd name="connsiteX3" fmla="*/ 659701 w 2478921"/>
                <a:gd name="connsiteY3" fmla="*/ 107122 h 1547571"/>
                <a:gd name="connsiteX4" fmla="*/ 47182 w 2478921"/>
                <a:gd name="connsiteY4" fmla="*/ 704731 h 1547571"/>
                <a:gd name="connsiteX5" fmla="*/ 77418 w 2478921"/>
                <a:gd name="connsiteY5" fmla="*/ 873803 h 1547571"/>
                <a:gd name="connsiteX0" fmla="*/ 2478921 w 2478921"/>
                <a:gd name="connsiteY0" fmla="*/ 1475303 h 1475303"/>
                <a:gd name="connsiteX1" fmla="*/ 2108210 w 2478921"/>
                <a:gd name="connsiteY1" fmla="*/ 1073030 h 1475303"/>
                <a:gd name="connsiteX2" fmla="*/ 964945 w 2478921"/>
                <a:gd name="connsiteY2" fmla="*/ 1863 h 1475303"/>
                <a:gd name="connsiteX3" fmla="*/ 659701 w 2478921"/>
                <a:gd name="connsiteY3" fmla="*/ 34854 h 1475303"/>
                <a:gd name="connsiteX4" fmla="*/ 47182 w 2478921"/>
                <a:gd name="connsiteY4" fmla="*/ 632463 h 1475303"/>
                <a:gd name="connsiteX5" fmla="*/ 77418 w 2478921"/>
                <a:gd name="connsiteY5" fmla="*/ 801535 h 1475303"/>
                <a:gd name="connsiteX0" fmla="*/ 2478921 w 2478921"/>
                <a:gd name="connsiteY0" fmla="*/ 1477630 h 1477630"/>
                <a:gd name="connsiteX1" fmla="*/ 2108210 w 2478921"/>
                <a:gd name="connsiteY1" fmla="*/ 1075357 h 1477630"/>
                <a:gd name="connsiteX2" fmla="*/ 964945 w 2478921"/>
                <a:gd name="connsiteY2" fmla="*/ 4190 h 1477630"/>
                <a:gd name="connsiteX3" fmla="*/ 659701 w 2478921"/>
                <a:gd name="connsiteY3" fmla="*/ 37181 h 1477630"/>
                <a:gd name="connsiteX4" fmla="*/ 47182 w 2478921"/>
                <a:gd name="connsiteY4" fmla="*/ 634790 h 1477630"/>
                <a:gd name="connsiteX5" fmla="*/ 77418 w 2478921"/>
                <a:gd name="connsiteY5" fmla="*/ 803862 h 1477630"/>
                <a:gd name="connsiteX0" fmla="*/ 2478921 w 2478921"/>
                <a:gd name="connsiteY0" fmla="*/ 1440449 h 1440449"/>
                <a:gd name="connsiteX1" fmla="*/ 2108210 w 2478921"/>
                <a:gd name="connsiteY1" fmla="*/ 1038176 h 1440449"/>
                <a:gd name="connsiteX2" fmla="*/ 659701 w 2478921"/>
                <a:gd name="connsiteY2" fmla="*/ 0 h 1440449"/>
                <a:gd name="connsiteX3" fmla="*/ 47182 w 2478921"/>
                <a:gd name="connsiteY3" fmla="*/ 597609 h 1440449"/>
                <a:gd name="connsiteX4" fmla="*/ 77418 w 2478921"/>
                <a:gd name="connsiteY4" fmla="*/ 766681 h 144044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4800 w 2494800"/>
                <a:gd name="connsiteY0" fmla="*/ 1495683 h 1495683"/>
                <a:gd name="connsiteX1" fmla="*/ 2124089 w 2494800"/>
                <a:gd name="connsiteY1" fmla="*/ 1093410 h 1495683"/>
                <a:gd name="connsiteX2" fmla="*/ 890372 w 2494800"/>
                <a:gd name="connsiteY2" fmla="*/ 1 h 1495683"/>
                <a:gd name="connsiteX3" fmla="*/ 63061 w 2494800"/>
                <a:gd name="connsiteY3" fmla="*/ 652843 h 1495683"/>
                <a:gd name="connsiteX4" fmla="*/ 93297 w 2494800"/>
                <a:gd name="connsiteY4" fmla="*/ 821915 h 1495683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532542 h 1532542"/>
                <a:gd name="connsiteX1" fmla="*/ 2124089 w 2494800"/>
                <a:gd name="connsiteY1" fmla="*/ 1130269 h 1532542"/>
                <a:gd name="connsiteX2" fmla="*/ 890372 w 2494800"/>
                <a:gd name="connsiteY2" fmla="*/ 38 h 1532542"/>
                <a:gd name="connsiteX3" fmla="*/ 63061 w 2494800"/>
                <a:gd name="connsiteY3" fmla="*/ 689702 h 1532542"/>
                <a:gd name="connsiteX4" fmla="*/ 93297 w 2494800"/>
                <a:gd name="connsiteY4" fmla="*/ 858774 h 1532542"/>
                <a:gd name="connsiteX0" fmla="*/ 2493439 w 2493439"/>
                <a:gd name="connsiteY0" fmla="*/ 1483451 h 1483451"/>
                <a:gd name="connsiteX1" fmla="*/ 2122728 w 2493439"/>
                <a:gd name="connsiteY1" fmla="*/ 1081178 h 1483451"/>
                <a:gd name="connsiteX2" fmla="*/ 870600 w 2493439"/>
                <a:gd name="connsiteY2" fmla="*/ 42 h 1483451"/>
                <a:gd name="connsiteX3" fmla="*/ 61700 w 2493439"/>
                <a:gd name="connsiteY3" fmla="*/ 640611 h 1483451"/>
                <a:gd name="connsiteX4" fmla="*/ 91936 w 2493439"/>
                <a:gd name="connsiteY4" fmla="*/ 809683 h 1483451"/>
                <a:gd name="connsiteX0" fmla="*/ 2420012 w 2420012"/>
                <a:gd name="connsiteY0" fmla="*/ 1497889 h 1497889"/>
                <a:gd name="connsiteX1" fmla="*/ 2049301 w 2420012"/>
                <a:gd name="connsiteY1" fmla="*/ 1095616 h 1497889"/>
                <a:gd name="connsiteX2" fmla="*/ 797173 w 2420012"/>
                <a:gd name="connsiteY2" fmla="*/ 14480 h 1497889"/>
                <a:gd name="connsiteX3" fmla="*/ 160106 w 2420012"/>
                <a:gd name="connsiteY3" fmla="*/ 495490 h 1497889"/>
                <a:gd name="connsiteX4" fmla="*/ 18509 w 2420012"/>
                <a:gd name="connsiteY4" fmla="*/ 824121 h 1497889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426 h 1483426"/>
                <a:gd name="connsiteX1" fmla="*/ 2049301 w 2420012"/>
                <a:gd name="connsiteY1" fmla="*/ 1081153 h 1483426"/>
                <a:gd name="connsiteX2" fmla="*/ 797173 w 2420012"/>
                <a:gd name="connsiteY2" fmla="*/ 17 h 1483426"/>
                <a:gd name="connsiteX3" fmla="*/ 160106 w 2420012"/>
                <a:gd name="connsiteY3" fmla="*/ 481027 h 1483426"/>
                <a:gd name="connsiteX4" fmla="*/ 18509 w 2420012"/>
                <a:gd name="connsiteY4" fmla="*/ 809658 h 148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0012" h="1483426">
                  <a:moveTo>
                    <a:pt x="2420012" y="1483426"/>
                  </a:moveTo>
                  <a:cubicBezTo>
                    <a:pt x="2401354" y="1286387"/>
                    <a:pt x="2137532" y="1185427"/>
                    <a:pt x="2049301" y="1081153"/>
                  </a:cubicBezTo>
                  <a:cubicBezTo>
                    <a:pt x="1746098" y="841078"/>
                    <a:pt x="952480" y="-4290"/>
                    <a:pt x="797173" y="17"/>
                  </a:cubicBezTo>
                  <a:cubicBezTo>
                    <a:pt x="641866" y="4324"/>
                    <a:pt x="289883" y="346087"/>
                    <a:pt x="160106" y="481027"/>
                  </a:cubicBezTo>
                  <a:cubicBezTo>
                    <a:pt x="30329" y="615967"/>
                    <a:pt x="-34430" y="756719"/>
                    <a:pt x="18509" y="809658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8" name="Group 44">
            <a:extLst>
              <a:ext uri="{FF2B5EF4-FFF2-40B4-BE49-F238E27FC236}">
                <a16:creationId xmlns:a16="http://schemas.microsoft.com/office/drawing/2014/main" id="{49176FEA-2A3D-4C46-88A0-E5272CC899B4}"/>
              </a:ext>
            </a:extLst>
          </p:cNvPr>
          <p:cNvGrpSpPr>
            <a:grpSpLocks/>
          </p:cNvGrpSpPr>
          <p:nvPr/>
        </p:nvGrpSpPr>
        <p:grpSpPr bwMode="auto">
          <a:xfrm>
            <a:off x="1996999" y="4952734"/>
            <a:ext cx="388834" cy="356970"/>
            <a:chOff x="-44" y="1473"/>
            <a:chExt cx="981" cy="1105"/>
          </a:xfrm>
        </p:grpSpPr>
        <p:pic>
          <p:nvPicPr>
            <p:cNvPr id="311" name="Picture 45" descr="desktop_computer_stylized_medium">
              <a:extLst>
                <a:ext uri="{FF2B5EF4-FFF2-40B4-BE49-F238E27FC236}">
                  <a16:creationId xmlns:a16="http://schemas.microsoft.com/office/drawing/2014/main" id="{6744CEA1-5DC8-3C49-9E35-3544B3A04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2" name="Freeform 46">
              <a:extLst>
                <a:ext uri="{FF2B5EF4-FFF2-40B4-BE49-F238E27FC236}">
                  <a16:creationId xmlns:a16="http://schemas.microsoft.com/office/drawing/2014/main" id="{4CC4AF2A-4A60-7E4E-B654-71C95B11A8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25" name="Rectangle 3">
            <a:extLst>
              <a:ext uri="{FF2B5EF4-FFF2-40B4-BE49-F238E27FC236}">
                <a16:creationId xmlns:a16="http://schemas.microsoft.com/office/drawing/2014/main" id="{05247610-6057-6F45-9FE7-A7221DB45A72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单一广播域：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扩展性：所有第 2 层广播流量（ARP、DHCP、未知 MAC）必须穿越整个 LAN </a:t>
            </a:r>
            <a:r>
              <a:rPr lang="en-US" sz="2600" dirty="0"/>
              <a:t/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效率、安全、隐私等问题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2E6976FD-8FD9-464E-9D3E-35DC0F9B90E5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问：当 LAN 规模扩大、用户改变接入点时会发生什么？</a:t>
            </a:r>
            <a:r>
              <a:rPr lang="en-US" sz="2800" dirty="0"/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3489379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0.00023 C 0.00768 0.03611 0.0207 0.07407 0.05599 0.08727 C 0.09127 0.10046 0.18489 0.09815 0.21185 0.07847 C 0.2388 0.05856 0.24271 0.01134 0.21758 -0.0375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19" y="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 animBg="1"/>
      <p:bldP spid="321" grpId="0" animBg="1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7535443" y="2298503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8704311" y="2293748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基于端口的 VLAN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25" name="Text Box 85">
            <a:extLst>
              <a:ext uri="{FF2B5EF4-FFF2-40B4-BE49-F238E27FC236}">
                <a16:creationId xmlns:a16="http://schemas.microsoft.com/office/drawing/2014/main" id="{DBE7F08B-75D4-654E-BA3B-51E343AAE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4828" y="2469025"/>
            <a:ext cx="3697780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支持 VLAN 功能的交换机可被配置为在单个物理 LAN 基础设施上定义多个虚拟 LAN。</a:t>
            </a:r>
            <a:r>
              <a:rPr lang="en-US" sz="2800" dirty="0">
                <a:solidFill>
                  <a:srgbClr val="0000A8"/>
                </a:solidFill>
                <a:latin typeface="+mn-lt"/>
                <a:cs typeface="Arial" charset="0"/>
              </a:rPr>
              <a:t/>
            </a: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/>
            </a:r>
          </a:p>
        </p:txBody>
      </p:sp>
      <p:sp>
        <p:nvSpPr>
          <p:cNvPr id="226" name="Rectangle 86">
            <a:extLst>
              <a:ext uri="{FF2B5EF4-FFF2-40B4-BE49-F238E27FC236}">
                <a16:creationId xmlns:a16="http://schemas.microsoft.com/office/drawing/2014/main" id="{040C315C-CE33-1045-B5A5-A72E5FF7F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603" y="1867773"/>
            <a:ext cx="4140915" cy="3476960"/>
          </a:xfrm>
          <a:prstGeom prst="rect">
            <a:avLst/>
          </a:prstGeom>
          <a:noFill/>
          <a:ln w="25400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27" name="Text Box 87">
            <a:extLst>
              <a:ext uri="{FF2B5EF4-FFF2-40B4-BE49-F238E27FC236}">
                <a16:creationId xmlns:a16="http://schemas.microsoft.com/office/drawing/2014/main" id="{3747A2E4-8B70-A749-8C53-5E13C96C54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365" y="1607445"/>
            <a:ext cx="3014663" cy="82804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虚拟局域网（VLAN）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7579415" y="1918955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4" name="Rectangle 3">
            <a:extLst>
              <a:ext uri="{FF2B5EF4-FFF2-40B4-BE49-F238E27FC236}">
                <a16:creationId xmlns:a16="http://schemas.microsoft.com/office/drawing/2014/main" id="{8B0BF6C6-7F95-0647-8336-38D2D9565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932" y="721723"/>
            <a:ext cx="5961059" cy="162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CC0000"/>
                </a:solidFill>
                <a:cs typeface="+mn-cs"/>
              </a:rPr>
              <a:t>基于端口的 VLAN：交换机端口（由交换机管理软件）分组，使单个物理交换机……</a:t>
            </a:r>
            <a:r>
              <a:rPr lang="en-US" sz="2400" kern="0" dirty="0">
                <a:cs typeface="+mn-cs"/>
              </a:rPr>
              <a:t/>
            </a:r>
            <a:r>
              <a:rPr lang="en-US" sz="2400" i="1" kern="0" dirty="0">
                <a:solidFill>
                  <a:srgbClr val="0000A8"/>
                </a:solidFill>
                <a:cs typeface="+mn-cs"/>
              </a:rPr>
              <a:t/>
            </a:r>
            <a:r>
              <a:rPr lang="en-US" sz="2400" kern="0" dirty="0">
                <a:solidFill>
                  <a:srgbClr val="CC0000"/>
                </a:solidFill>
                <a:cs typeface="+mn-cs"/>
              </a:rPr>
              <a:t/>
            </a:r>
            <a:r>
              <a:rPr lang="en-US" sz="2400" kern="0" dirty="0">
                <a:cs typeface="+mn-cs"/>
              </a:rPr>
              <a:t/>
            </a:r>
          </a:p>
          <a:p>
            <a:pPr>
              <a:defRPr/>
            </a:pPr>
            <a:endParaRPr lang="en-US" sz="2000" kern="0" dirty="0">
              <a:latin typeface="Gill Sans MT" charset="0"/>
              <a:cs typeface="+mn-cs"/>
            </a:endParaRPr>
          </a:p>
        </p:txBody>
      </p: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193" y="2649273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12956" y="2649273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32092" y="2664199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1614" y="2864458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0156" y="2652448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0631" y="2450835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86293" y="2395273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520" y="3356023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EE（VLAN 端口 1-8）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7415" y="3356023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CS（VLAN 端口 9-15）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5370" y="2827505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6290618" y="2835010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6855399" y="2840344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7612266" y="2835682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8577667" y="2831020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9092894" y="2836930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9956495" y="2845922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B18BAC5-6F99-9949-A533-8E94FF0D852A}"/>
              </a:ext>
            </a:extLst>
          </p:cNvPr>
          <p:cNvGrpSpPr/>
          <p:nvPr/>
        </p:nvGrpSpPr>
        <p:grpSpPr>
          <a:xfrm>
            <a:off x="6211492" y="3817384"/>
            <a:ext cx="5305402" cy="2612342"/>
            <a:chOff x="6211492" y="3817384"/>
            <a:chExt cx="5305402" cy="2612342"/>
          </a:xfrm>
        </p:grpSpPr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032775F3-0670-3C4B-B2DF-70AE363DCDFF}"/>
                </a:ext>
              </a:extLst>
            </p:cNvPr>
            <p:cNvGrpSpPr/>
            <p:nvPr/>
          </p:nvGrpSpPr>
          <p:grpSpPr>
            <a:xfrm>
              <a:off x="6540241" y="4410585"/>
              <a:ext cx="4725167" cy="1478151"/>
              <a:chOff x="6576817" y="3374265"/>
              <a:chExt cx="4310127" cy="1451015"/>
            </a:xfrm>
          </p:grpSpPr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809D7D0E-60C1-2C48-AD6E-75E52E4358D7}"/>
                  </a:ext>
                </a:extLst>
              </p:cNvPr>
              <p:cNvSpPr/>
              <p:nvPr/>
            </p:nvSpPr>
            <p:spPr>
              <a:xfrm>
                <a:off x="8691093" y="338499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EF688021-C6FD-1B4E-B315-BB324D547AD5}"/>
                  </a:ext>
                </a:extLst>
              </p:cNvPr>
              <p:cNvSpPr/>
              <p:nvPr/>
            </p:nvSpPr>
            <p:spPr>
              <a:xfrm>
                <a:off x="9704233" y="356100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1F5AD41F-54EA-6A44-B0D6-74F874C66EF2}"/>
                  </a:ext>
                </a:extLst>
              </p:cNvPr>
              <p:cNvSpPr/>
              <p:nvPr/>
            </p:nvSpPr>
            <p:spPr>
              <a:xfrm>
                <a:off x="9274940" y="4110502"/>
                <a:ext cx="1094704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4C7FB047-C4AD-824E-B7ED-47D40D01146F}"/>
                  </a:ext>
                </a:extLst>
              </p:cNvPr>
              <p:cNvSpPr/>
              <p:nvPr/>
            </p:nvSpPr>
            <p:spPr>
              <a:xfrm>
                <a:off x="8178090" y="4250021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012F2C31-F332-114A-9BCF-F8B282914B90}"/>
                  </a:ext>
                </a:extLst>
              </p:cNvPr>
              <p:cNvSpPr/>
              <p:nvPr/>
            </p:nvSpPr>
            <p:spPr>
              <a:xfrm>
                <a:off x="7222907" y="4170602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D798AE63-63D4-7B40-9268-74F3FB1BA890}"/>
                  </a:ext>
                </a:extLst>
              </p:cNvPr>
              <p:cNvSpPr/>
              <p:nvPr/>
            </p:nvSpPr>
            <p:spPr>
              <a:xfrm>
                <a:off x="7029724" y="3539536"/>
                <a:ext cx="1313640" cy="575259"/>
              </a:xfrm>
              <a:prstGeom prst="ellipse">
                <a:avLst/>
              </a:prstGeom>
              <a:noFill/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D1D557D9-E710-6349-86FB-1E32C8BE5407}"/>
                  </a:ext>
                </a:extLst>
              </p:cNvPr>
              <p:cNvSpPr/>
              <p:nvPr/>
            </p:nvSpPr>
            <p:spPr>
              <a:xfrm>
                <a:off x="9792240" y="3842194"/>
                <a:ext cx="1094704" cy="575259"/>
              </a:xfrm>
              <a:prstGeom prst="ellips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FB07E267-41BC-A04C-B76A-60A7F3D74A23}"/>
                  </a:ext>
                </a:extLst>
              </p:cNvPr>
              <p:cNvSpPr/>
              <p:nvPr/>
            </p:nvSpPr>
            <p:spPr>
              <a:xfrm>
                <a:off x="9358649" y="3395729"/>
                <a:ext cx="1094704" cy="528034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5682B567-D458-C848-AA8C-B31B69F32CB5}"/>
                  </a:ext>
                </a:extLst>
              </p:cNvPr>
              <p:cNvSpPr/>
              <p:nvPr/>
            </p:nvSpPr>
            <p:spPr>
              <a:xfrm>
                <a:off x="7727324" y="3374265"/>
                <a:ext cx="1442434" cy="605307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6200000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905F9C15-25EA-7B4C-940C-44F363940A1A}"/>
                  </a:ext>
                </a:extLst>
              </p:cNvPr>
              <p:cNvSpPr/>
              <p:nvPr/>
            </p:nvSpPr>
            <p:spPr>
              <a:xfrm>
                <a:off x="6576817" y="3859361"/>
                <a:ext cx="1313640" cy="575259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3500000" algn="br" rotWithShape="0">
                  <a:schemeClr val="bg1">
                    <a:lumMod val="7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931DE170-9A7A-A446-A6FC-4B1B055B91C6}"/>
                  </a:ext>
                </a:extLst>
              </p:cNvPr>
              <p:cNvSpPr/>
              <p:nvPr/>
            </p:nvSpPr>
            <p:spPr>
              <a:xfrm>
                <a:off x="7094483" y="3443189"/>
                <a:ext cx="3651294" cy="1248629"/>
              </a:xfrm>
              <a:custGeom>
                <a:avLst/>
                <a:gdLst>
                  <a:gd name="connsiteX0" fmla="*/ 18918 w 3651294"/>
                  <a:gd name="connsiteY0" fmla="*/ 327923 h 1248629"/>
                  <a:gd name="connsiteX1" fmla="*/ 0 w 3651294"/>
                  <a:gd name="connsiteY1" fmla="*/ 472965 h 1248629"/>
                  <a:gd name="connsiteX2" fmla="*/ 75674 w 3651294"/>
                  <a:gd name="connsiteY2" fmla="*/ 939625 h 1248629"/>
                  <a:gd name="connsiteX3" fmla="*/ 176574 w 3651294"/>
                  <a:gd name="connsiteY3" fmla="*/ 964850 h 1248629"/>
                  <a:gd name="connsiteX4" fmla="*/ 214411 w 3651294"/>
                  <a:gd name="connsiteY4" fmla="*/ 1034218 h 1248629"/>
                  <a:gd name="connsiteX5" fmla="*/ 1072055 w 3651294"/>
                  <a:gd name="connsiteY5" fmla="*/ 1248629 h 1248629"/>
                  <a:gd name="connsiteX6" fmla="*/ 1210791 w 3651294"/>
                  <a:gd name="connsiteY6" fmla="*/ 1179261 h 1248629"/>
                  <a:gd name="connsiteX7" fmla="*/ 1311691 w 3651294"/>
                  <a:gd name="connsiteY7" fmla="*/ 1248629 h 1248629"/>
                  <a:gd name="connsiteX8" fmla="*/ 2238703 w 3651294"/>
                  <a:gd name="connsiteY8" fmla="*/ 1242323 h 1248629"/>
                  <a:gd name="connsiteX9" fmla="*/ 2352215 w 3651294"/>
                  <a:gd name="connsiteY9" fmla="*/ 1072055 h 1248629"/>
                  <a:gd name="connsiteX10" fmla="*/ 2453114 w 3651294"/>
                  <a:gd name="connsiteY10" fmla="*/ 1109892 h 1248629"/>
                  <a:gd name="connsiteX11" fmla="*/ 3165716 w 3651294"/>
                  <a:gd name="connsiteY11" fmla="*/ 1021605 h 1248629"/>
                  <a:gd name="connsiteX12" fmla="*/ 3272921 w 3651294"/>
                  <a:gd name="connsiteY12" fmla="*/ 870257 h 1248629"/>
                  <a:gd name="connsiteX13" fmla="*/ 3651294 w 3651294"/>
                  <a:gd name="connsiteY13" fmla="*/ 567559 h 1248629"/>
                  <a:gd name="connsiteX14" fmla="*/ 3600844 w 3651294"/>
                  <a:gd name="connsiteY14" fmla="*/ 510803 h 1248629"/>
                  <a:gd name="connsiteX15" fmla="*/ 3619763 w 3651294"/>
                  <a:gd name="connsiteY15" fmla="*/ 416210 h 1248629"/>
                  <a:gd name="connsiteX16" fmla="*/ 3436883 w 3651294"/>
                  <a:gd name="connsiteY16" fmla="*/ 245942 h 1248629"/>
                  <a:gd name="connsiteX17" fmla="*/ 3436883 w 3651294"/>
                  <a:gd name="connsiteY17" fmla="*/ 245942 h 1248629"/>
                  <a:gd name="connsiteX18" fmla="*/ 3285534 w 3651294"/>
                  <a:gd name="connsiteY18" fmla="*/ 182880 h 1248629"/>
                  <a:gd name="connsiteX19" fmla="*/ 2699056 w 3651294"/>
                  <a:gd name="connsiteY19" fmla="*/ 18919 h 1248629"/>
                  <a:gd name="connsiteX20" fmla="*/ 2440502 w 3651294"/>
                  <a:gd name="connsiteY20" fmla="*/ 69368 h 1248629"/>
                  <a:gd name="connsiteX21" fmla="*/ 2308071 w 3651294"/>
                  <a:gd name="connsiteY21" fmla="*/ 6306 h 1248629"/>
                  <a:gd name="connsiteX22" fmla="*/ 2011680 w 3651294"/>
                  <a:gd name="connsiteY22" fmla="*/ 0 h 1248629"/>
                  <a:gd name="connsiteX23" fmla="*/ 1828800 w 3651294"/>
                  <a:gd name="connsiteY23" fmla="*/ 31531 h 1248629"/>
                  <a:gd name="connsiteX24" fmla="*/ 775663 w 3651294"/>
                  <a:gd name="connsiteY24" fmla="*/ 94593 h 1248629"/>
                  <a:gd name="connsiteX25" fmla="*/ 599089 w 3651294"/>
                  <a:gd name="connsiteY25" fmla="*/ 170268 h 1248629"/>
                  <a:gd name="connsiteX26" fmla="*/ 283779 w 3651294"/>
                  <a:gd name="connsiteY26" fmla="*/ 195492 h 1248629"/>
                  <a:gd name="connsiteX27" fmla="*/ 18918 w 3651294"/>
                  <a:gd name="connsiteY27" fmla="*/ 327923 h 124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51294" h="1248629">
                    <a:moveTo>
                      <a:pt x="18918" y="327923"/>
                    </a:moveTo>
                    <a:lnTo>
                      <a:pt x="0" y="472965"/>
                    </a:lnTo>
                    <a:lnTo>
                      <a:pt x="75674" y="939625"/>
                    </a:lnTo>
                    <a:lnTo>
                      <a:pt x="176574" y="964850"/>
                    </a:lnTo>
                    <a:lnTo>
                      <a:pt x="214411" y="1034218"/>
                    </a:lnTo>
                    <a:lnTo>
                      <a:pt x="1072055" y="1248629"/>
                    </a:lnTo>
                    <a:lnTo>
                      <a:pt x="1210791" y="1179261"/>
                    </a:lnTo>
                    <a:lnTo>
                      <a:pt x="1311691" y="1248629"/>
                    </a:lnTo>
                    <a:lnTo>
                      <a:pt x="2238703" y="1242323"/>
                    </a:lnTo>
                    <a:lnTo>
                      <a:pt x="2352215" y="1072055"/>
                    </a:lnTo>
                    <a:lnTo>
                      <a:pt x="2453114" y="1109892"/>
                    </a:lnTo>
                    <a:lnTo>
                      <a:pt x="3165716" y="1021605"/>
                    </a:lnTo>
                    <a:lnTo>
                      <a:pt x="3272921" y="870257"/>
                    </a:lnTo>
                    <a:lnTo>
                      <a:pt x="3651294" y="567559"/>
                    </a:lnTo>
                    <a:lnTo>
                      <a:pt x="3600844" y="510803"/>
                    </a:lnTo>
                    <a:lnTo>
                      <a:pt x="3619763" y="416210"/>
                    </a:lnTo>
                    <a:lnTo>
                      <a:pt x="3436883" y="245942"/>
                    </a:lnTo>
                    <a:lnTo>
                      <a:pt x="3436883" y="245942"/>
                    </a:lnTo>
                    <a:lnTo>
                      <a:pt x="3285534" y="182880"/>
                    </a:lnTo>
                    <a:lnTo>
                      <a:pt x="2699056" y="18919"/>
                    </a:lnTo>
                    <a:lnTo>
                      <a:pt x="2440502" y="69368"/>
                    </a:lnTo>
                    <a:lnTo>
                      <a:pt x="2308071" y="6306"/>
                    </a:lnTo>
                    <a:lnTo>
                      <a:pt x="2011680" y="0"/>
                    </a:lnTo>
                    <a:lnTo>
                      <a:pt x="1828800" y="31531"/>
                    </a:lnTo>
                    <a:lnTo>
                      <a:pt x="775663" y="94593"/>
                    </a:lnTo>
                    <a:lnTo>
                      <a:pt x="599089" y="170268"/>
                    </a:lnTo>
                    <a:lnTo>
                      <a:pt x="283779" y="195492"/>
                    </a:lnTo>
                    <a:lnTo>
                      <a:pt x="18918" y="3279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82" name="Rectangle 211">
              <a:extLst>
                <a:ext uri="{FF2B5EF4-FFF2-40B4-BE49-F238E27FC236}">
                  <a16:creationId xmlns:a16="http://schemas.microsoft.com/office/drawing/2014/main" id="{69F6A505-6FC4-F044-8AE9-A1A9917E6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1492" y="3817384"/>
              <a:ext cx="5140325" cy="5000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……像多个虚拟交换机一样运行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/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/>
              </a:r>
            </a:p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8921662-C3D4-0647-9F72-39C9CE0D19E6}"/>
                </a:ext>
              </a:extLst>
            </p:cNvPr>
            <p:cNvGrpSpPr/>
            <p:nvPr/>
          </p:nvGrpSpPr>
          <p:grpSpPr>
            <a:xfrm>
              <a:off x="6371136" y="4706033"/>
              <a:ext cx="2504545" cy="1723693"/>
              <a:chOff x="6713475" y="4508715"/>
              <a:chExt cx="2504545" cy="1723693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1557549E-498F-7447-979B-9B359264E0A6}"/>
                  </a:ext>
                </a:extLst>
              </p:cNvPr>
              <p:cNvGrpSpPr/>
              <p:nvPr/>
            </p:nvGrpSpPr>
            <p:grpSpPr>
              <a:xfrm>
                <a:off x="7956791" y="4882148"/>
                <a:ext cx="1253884" cy="519112"/>
                <a:chOff x="9277591" y="4082048"/>
                <a:chExt cx="1253884" cy="519112"/>
              </a:xfrm>
            </p:grpSpPr>
            <p:sp>
              <p:nvSpPr>
                <p:cNvPr id="662" name="Rectangle 75">
                  <a:extLst>
                    <a:ext uri="{FF2B5EF4-FFF2-40B4-BE49-F238E27FC236}">
                      <a16:creationId xmlns:a16="http://schemas.microsoft.com/office/drawing/2014/main" id="{27B96988-11D0-474D-93EB-348F240AF5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0181" y="4127584"/>
                  <a:ext cx="1188897" cy="471997"/>
                </a:xfrm>
                <a:prstGeom prst="rect">
                  <a:avLst/>
                </a:prstGeom>
                <a:solidFill>
                  <a:srgbClr val="F56F6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Rectangle 2">
                  <a:extLst>
                    <a:ext uri="{FF2B5EF4-FFF2-40B4-BE49-F238E27FC236}">
                      <a16:creationId xmlns:a16="http://schemas.microsoft.com/office/drawing/2014/main" id="{8B68E981-F5E3-2F42-819A-A669CFE11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9866" y="4128085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Line 3">
                  <a:extLst>
                    <a:ext uri="{FF2B5EF4-FFF2-40B4-BE49-F238E27FC236}">
                      <a16:creationId xmlns:a16="http://schemas.microsoft.com/office/drawing/2014/main" id="{5E688D47-83AD-C34B-A1ED-6322C39436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51453" y="4342570"/>
                  <a:ext cx="1179110" cy="14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Text Box 6">
                  <a:extLst>
                    <a:ext uri="{FF2B5EF4-FFF2-40B4-BE49-F238E27FC236}">
                      <a16:creationId xmlns:a16="http://schemas.microsoft.com/office/drawing/2014/main" id="{FBA92F64-DEA8-0145-A270-ADFA4F7483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77591" y="4097084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</a:t>
                  </a:r>
                </a:p>
              </p:txBody>
            </p:sp>
            <p:sp>
              <p:nvSpPr>
                <p:cNvPr id="666" name="Line 18">
                  <a:extLst>
                    <a:ext uri="{FF2B5EF4-FFF2-40B4-BE49-F238E27FC236}">
                      <a16:creationId xmlns:a16="http://schemas.microsoft.com/office/drawing/2014/main" id="{B05E417E-D861-214C-90B9-6B8EDFA4CE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930891" y="413284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Line 21">
                  <a:extLst>
                    <a:ext uri="{FF2B5EF4-FFF2-40B4-BE49-F238E27FC236}">
                      <a16:creationId xmlns:a16="http://schemas.microsoft.com/office/drawing/2014/main" id="{D7A2106C-D1FA-FC49-A4A1-12E5A1147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640378" y="412967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Line 23">
                  <a:extLst>
                    <a:ext uri="{FF2B5EF4-FFF2-40B4-BE49-F238E27FC236}">
                      <a16:creationId xmlns:a16="http://schemas.microsoft.com/office/drawing/2014/main" id="{BE1A2472-CC43-B049-946E-8A2507DEC0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211878" y="4137610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Text Box 26">
                  <a:extLst>
                    <a:ext uri="{FF2B5EF4-FFF2-40B4-BE49-F238E27FC236}">
                      <a16:creationId xmlns:a16="http://schemas.microsoft.com/office/drawing/2014/main" id="{6A32EC24-5E70-9845-AE75-3CFCAEC76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8378" y="4296360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8</a:t>
                  </a:r>
                </a:p>
              </p:txBody>
            </p:sp>
            <p:sp>
              <p:nvSpPr>
                <p:cNvPr id="670" name="Text Box 30">
                  <a:extLst>
                    <a:ext uri="{FF2B5EF4-FFF2-40B4-BE49-F238E27FC236}">
                      <a16:creationId xmlns:a16="http://schemas.microsoft.com/office/drawing/2014/main" id="{8197BC53-69F8-A742-8EF7-9255154961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87115" y="4297109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2</a:t>
                  </a:r>
                </a:p>
              </p:txBody>
            </p:sp>
            <p:sp>
              <p:nvSpPr>
                <p:cNvPr id="671" name="Text Box 57">
                  <a:extLst>
                    <a:ext uri="{FF2B5EF4-FFF2-40B4-BE49-F238E27FC236}">
                      <a16:creationId xmlns:a16="http://schemas.microsoft.com/office/drawing/2014/main" id="{F222EBB6-5B2A-0D45-92C3-2B55D5AE7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3616" y="4082048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7</a:t>
                  </a:r>
                </a:p>
              </p:txBody>
            </p:sp>
            <p:sp>
              <p:nvSpPr>
                <p:cNvPr id="672" name="Oval 81">
                  <a:extLst>
                    <a:ext uri="{FF2B5EF4-FFF2-40B4-BE49-F238E27FC236}">
                      <a16:creationId xmlns:a16="http://schemas.microsoft.com/office/drawing/2014/main" id="{E52540DE-6219-0B44-87AE-A9BD6A3DC0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65753" y="4442410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3" name="Oval 82">
                  <a:extLst>
                    <a:ext uri="{FF2B5EF4-FFF2-40B4-BE49-F238E27FC236}">
                      <a16:creationId xmlns:a16="http://schemas.microsoft.com/office/drawing/2014/main" id="{A0B5B120-1532-1C46-9438-F25A285AF6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57853" y="4439235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4" name="Oval 83">
                  <a:extLst>
                    <a:ext uri="{FF2B5EF4-FFF2-40B4-BE49-F238E27FC236}">
                      <a16:creationId xmlns:a16="http://schemas.microsoft.com/office/drawing/2014/main" id="{A3B232BC-691D-3F49-A451-1D60DC31F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45228" y="4443998"/>
                  <a:ext cx="42863" cy="4762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1E0E1360-1D03-4244-AB63-FBB9A246D632}"/>
                  </a:ext>
                </a:extLst>
              </p:cNvPr>
              <p:cNvGrpSpPr/>
              <p:nvPr/>
            </p:nvGrpSpPr>
            <p:grpSpPr>
              <a:xfrm>
                <a:off x="8011898" y="4508715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09" name="Freeform 608">
                  <a:extLst>
                    <a:ext uri="{FF2B5EF4-FFF2-40B4-BE49-F238E27FC236}">
                      <a16:creationId xmlns:a16="http://schemas.microsoft.com/office/drawing/2014/main" id="{93AAB91A-4626-864D-913D-2F31098E582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E0274902-E835-C346-937F-15C1C8A96F98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C39AA749-E2A1-5044-812D-948525D6BBA4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25F61225-EAA4-BB43-9F0E-F6385A13958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DFB55FEA-9214-6845-BED9-A5E6C52BAF1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4" name="Freeform 613">
                    <a:extLst>
                      <a:ext uri="{FF2B5EF4-FFF2-40B4-BE49-F238E27FC236}">
                        <a16:creationId xmlns:a16="http://schemas.microsoft.com/office/drawing/2014/main" id="{F1D41D29-9F0B-6541-9334-EDDEC9F3906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2AD004A6-8C47-C844-B24D-6D3E4EAFA6DC}"/>
                  </a:ext>
                </a:extLst>
              </p:cNvPr>
              <p:cNvGrpSpPr/>
              <p:nvPr/>
            </p:nvGrpSpPr>
            <p:grpSpPr>
              <a:xfrm>
                <a:off x="6713475" y="5263098"/>
                <a:ext cx="2324083" cy="969310"/>
                <a:chOff x="6713475" y="5263098"/>
                <a:chExt cx="2324083" cy="969310"/>
              </a:xfrm>
            </p:grpSpPr>
            <p:sp>
              <p:nvSpPr>
                <p:cNvPr id="574" name="Line 61">
                  <a:extLst>
                    <a:ext uri="{FF2B5EF4-FFF2-40B4-BE49-F238E27FC236}">
                      <a16:creationId xmlns:a16="http://schemas.microsoft.com/office/drawing/2014/main" id="{C8A4EEED-1DD9-2043-A8F0-64BD1469D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259676" y="5267911"/>
                  <a:ext cx="901700" cy="2794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5" name="Line 62">
                  <a:extLst>
                    <a:ext uri="{FF2B5EF4-FFF2-40B4-BE49-F238E27FC236}">
                      <a16:creationId xmlns:a16="http://schemas.microsoft.com/office/drawing/2014/main" id="{B6658ABF-84A5-9D49-88CF-B3072D8BA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645439" y="5263098"/>
                  <a:ext cx="806450" cy="4191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6" name="Line 63">
                  <a:extLst>
                    <a:ext uri="{FF2B5EF4-FFF2-40B4-BE49-F238E27FC236}">
                      <a16:creationId xmlns:a16="http://schemas.microsoft.com/office/drawing/2014/main" id="{104CD8A8-65F3-2047-9A76-DB6AF9480F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64575" y="5268398"/>
                  <a:ext cx="672983" cy="36131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81" name="Text Box 72">
                  <a:extLst>
                    <a:ext uri="{FF2B5EF4-FFF2-40B4-BE49-F238E27FC236}">
                      <a16:creationId xmlns:a16="http://schemas.microsoft.com/office/drawing/2014/main" id="{9969E5E3-3D92-2D46-B9C4-969153B6B7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69377" y="5955409"/>
                  <a:ext cx="173156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200" i="0" dirty="0">
                      <a:solidFill>
                        <a:srgbClr val="000000"/>
                      </a:solidFill>
                      <a:latin typeface="Arial" charset="0"/>
                    </a:rPr>
                    <a:t>EE（VLAN 端口 1-8）</a:t>
                  </a:r>
                </a:p>
              </p:txBody>
            </p:sp>
            <p:sp>
              <p:nvSpPr>
                <p:cNvPr id="590" name="Text Box 45">
                  <a:extLst>
                    <a:ext uri="{FF2B5EF4-FFF2-40B4-BE49-F238E27FC236}">
                      <a16:creationId xmlns:a16="http://schemas.microsoft.com/office/drawing/2014/main" id="{3C95110B-9ADB-DC4E-878A-70D85E2ACF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98227" y="5426891"/>
                  <a:ext cx="343364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800" i="0" dirty="0">
                      <a:solidFill>
                        <a:srgbClr val="000000"/>
                      </a:solidFill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591" name="Group 44">
                  <a:extLst>
                    <a:ext uri="{FF2B5EF4-FFF2-40B4-BE49-F238E27FC236}">
                      <a16:creationId xmlns:a16="http://schemas.microsoft.com/office/drawing/2014/main" id="{37D271C4-F866-344E-859B-5D8A6AA5EA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13475" y="5434396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7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E7EAE4D-E265-AD46-B29F-100BD3D8BAB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8" name="Freeform 46">
                    <a:extLst>
                      <a:ext uri="{FF2B5EF4-FFF2-40B4-BE49-F238E27FC236}">
                        <a16:creationId xmlns:a16="http://schemas.microsoft.com/office/drawing/2014/main" id="{1718B8A6-4704-2E47-850D-969F80C1A6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2" name="Group 44">
                  <a:extLst>
                    <a:ext uri="{FF2B5EF4-FFF2-40B4-BE49-F238E27FC236}">
                      <a16:creationId xmlns:a16="http://schemas.microsoft.com/office/drawing/2014/main" id="{DFF3640E-DE8E-2846-9EC4-62511FA2A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278256" y="5439730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5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B88B671-831A-BF4D-B80A-C0B98F2FF80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6" name="Freeform 46">
                    <a:extLst>
                      <a:ext uri="{FF2B5EF4-FFF2-40B4-BE49-F238E27FC236}">
                        <a16:creationId xmlns:a16="http://schemas.microsoft.com/office/drawing/2014/main" id="{FF76564F-1425-BA4E-8D99-A58B56803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3" name="Group 44">
                  <a:extLst>
                    <a:ext uri="{FF2B5EF4-FFF2-40B4-BE49-F238E27FC236}">
                      <a16:creationId xmlns:a16="http://schemas.microsoft.com/office/drawing/2014/main" id="{D2ACFA91-3AF2-5D49-BFE6-8B43D69F27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35123" y="5435068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3" name="Picture 45" descr="desktop_computer_stylized_medium">
                    <a:extLst>
                      <a:ext uri="{FF2B5EF4-FFF2-40B4-BE49-F238E27FC236}">
                        <a16:creationId xmlns:a16="http://schemas.microsoft.com/office/drawing/2014/main" id="{8918D717-448C-9E42-AAA9-63B5732D6D2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4" name="Freeform 46">
                    <a:extLst>
                      <a:ext uri="{FF2B5EF4-FFF2-40B4-BE49-F238E27FC236}">
                        <a16:creationId xmlns:a16="http://schemas.microsoft.com/office/drawing/2014/main" id="{84DD81C4-5B4A-1545-92AE-1242C96326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0927051A-00A6-E14B-A445-814273D5873E}"/>
                </a:ext>
              </a:extLst>
            </p:cNvPr>
            <p:cNvGrpSpPr/>
            <p:nvPr/>
          </p:nvGrpSpPr>
          <p:grpSpPr>
            <a:xfrm>
              <a:off x="8944384" y="4697880"/>
              <a:ext cx="2572510" cy="1717408"/>
              <a:chOff x="8810272" y="4515000"/>
              <a:chExt cx="2572510" cy="1717408"/>
            </a:xfrm>
          </p:grpSpPr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1B7EBF1C-A4EE-8B4D-8767-1D8755245B08}"/>
                  </a:ext>
                </a:extLst>
              </p:cNvPr>
              <p:cNvGrpSpPr/>
              <p:nvPr/>
            </p:nvGrpSpPr>
            <p:grpSpPr>
              <a:xfrm>
                <a:off x="9139356" y="4877393"/>
                <a:ext cx="1256356" cy="523875"/>
                <a:chOff x="10935644" y="4822113"/>
                <a:chExt cx="1256356" cy="523875"/>
              </a:xfrm>
            </p:grpSpPr>
            <p:sp>
              <p:nvSpPr>
                <p:cNvPr id="649" name="Rectangle 76">
                  <a:extLst>
                    <a:ext uri="{FF2B5EF4-FFF2-40B4-BE49-F238E27FC236}">
                      <a16:creationId xmlns:a16="http://schemas.microsoft.com/office/drawing/2014/main" id="{E65626A6-4868-7640-8E71-737D09BD9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01071" y="4880851"/>
                  <a:ext cx="1190929" cy="457200"/>
                </a:xfrm>
                <a:prstGeom prst="rect">
                  <a:avLst/>
                </a:pr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2">
                  <a:extLst>
                    <a:ext uri="{FF2B5EF4-FFF2-40B4-BE49-F238E27FC236}">
                      <a16:creationId xmlns:a16="http://schemas.microsoft.com/office/drawing/2014/main" id="{71B72A86-9E20-EC4E-93E3-2CF1D58EE6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10391" y="4872913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1" name="Line 3">
                  <a:extLst>
                    <a:ext uri="{FF2B5EF4-FFF2-40B4-BE49-F238E27FC236}">
                      <a16:creationId xmlns:a16="http://schemas.microsoft.com/office/drawing/2014/main" id="{2222A9E6-7415-2841-B604-7FBC00BA0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009376" y="5090714"/>
                  <a:ext cx="1163270" cy="286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2" name="Line 17">
                  <a:extLst>
                    <a:ext uri="{FF2B5EF4-FFF2-40B4-BE49-F238E27FC236}">
                      <a16:creationId xmlns:a16="http://schemas.microsoft.com/office/drawing/2014/main" id="{ADFAB7C5-BD60-CC48-85B2-5DCD1ED4A9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601146" y="488243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3" name="Line 24">
                  <a:extLst>
                    <a:ext uri="{FF2B5EF4-FFF2-40B4-BE49-F238E27FC236}">
                      <a16:creationId xmlns:a16="http://schemas.microsoft.com/office/drawing/2014/main" id="{4231A000-6642-2841-A691-17AEE6F13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305871" y="4877676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4" name="Line 25">
                  <a:extLst>
                    <a:ext uri="{FF2B5EF4-FFF2-40B4-BE49-F238E27FC236}">
                      <a16:creationId xmlns:a16="http://schemas.microsoft.com/office/drawing/2014/main" id="{A07D36A7-E5A1-6540-AA67-969B85C009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896421" y="487291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Text Box 27">
                  <a:extLst>
                    <a:ext uri="{FF2B5EF4-FFF2-40B4-BE49-F238E27FC236}">
                      <a16:creationId xmlns:a16="http://schemas.microsoft.com/office/drawing/2014/main" id="{A4523ACC-2460-6341-86DC-C45C08E820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54695" y="4830300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9</a:t>
                  </a:r>
                </a:p>
              </p:txBody>
            </p:sp>
            <p:sp>
              <p:nvSpPr>
                <p:cNvPr id="656" name="Text Box 28">
                  <a:extLst>
                    <a:ext uri="{FF2B5EF4-FFF2-40B4-BE49-F238E27FC236}">
                      <a16:creationId xmlns:a16="http://schemas.microsoft.com/office/drawing/2014/main" id="{59A40326-B578-E54E-A3BC-A02453F99E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13871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16</a:t>
                  </a:r>
                </a:p>
              </p:txBody>
            </p:sp>
            <p:sp>
              <p:nvSpPr>
                <p:cNvPr id="657" name="Text Box 29">
                  <a:extLst>
                    <a:ext uri="{FF2B5EF4-FFF2-40B4-BE49-F238E27FC236}">
                      <a16:creationId xmlns:a16="http://schemas.microsoft.com/office/drawing/2014/main" id="{BD98A039-D622-A540-9E42-23C920966A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35644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10</a:t>
                  </a:r>
                </a:p>
              </p:txBody>
            </p:sp>
            <p:sp>
              <p:nvSpPr>
                <p:cNvPr id="658" name="Text Box 74">
                  <a:extLst>
                    <a:ext uri="{FF2B5EF4-FFF2-40B4-BE49-F238E27FC236}">
                      <a16:creationId xmlns:a16="http://schemas.microsoft.com/office/drawing/2014/main" id="{1B787302-8EC4-E34A-9C56-E010EF8392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09108" y="4822113"/>
                  <a:ext cx="29845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15</a:t>
                  </a:r>
                </a:p>
              </p:txBody>
            </p:sp>
            <p:sp>
              <p:nvSpPr>
                <p:cNvPr id="659" name="Oval 84">
                  <a:extLst>
                    <a:ext uri="{FF2B5EF4-FFF2-40B4-BE49-F238E27FC236}">
                      <a16:creationId xmlns:a16="http://schemas.microsoft.com/office/drawing/2014/main" id="{DF07D6F5-A194-324B-AA14-90705A3EA6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47121" y="5185651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Oval 85">
                  <a:extLst>
                    <a:ext uri="{FF2B5EF4-FFF2-40B4-BE49-F238E27FC236}">
                      <a16:creationId xmlns:a16="http://schemas.microsoft.com/office/drawing/2014/main" id="{FEF46F66-7BA6-0848-A338-502D368AB3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34421" y="4971338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Oval 86">
                  <a:extLst>
                    <a:ext uri="{FF2B5EF4-FFF2-40B4-BE49-F238E27FC236}">
                      <a16:creationId xmlns:a16="http://schemas.microsoft.com/office/drawing/2014/main" id="{CDD6FCD4-4E2B-CA4B-877B-B9C677C91E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009133" y="4968163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Text Box 64">
                <a:extLst>
                  <a:ext uri="{FF2B5EF4-FFF2-40B4-BE49-F238E27FC236}">
                    <a16:creationId xmlns:a16="http://schemas.microsoft.com/office/drawing/2014/main" id="{71E6981D-8B61-704D-9538-1846331D09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44471" y="5463844"/>
                <a:ext cx="34336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800" i="0" dirty="0">
                    <a:solidFill>
                      <a:srgbClr val="000000"/>
                    </a:solidFill>
                    <a:latin typeface="+mn-lt"/>
                  </a:rPr>
                  <a:t>…</a:t>
                </a:r>
              </a:p>
            </p:txBody>
          </p:sp>
          <p:sp>
            <p:nvSpPr>
              <p:cNvPr id="578" name="Line 69">
                <a:extLst>
                  <a:ext uri="{FF2B5EF4-FFF2-40B4-BE49-F238E27FC236}">
                    <a16:creationId xmlns:a16="http://schemas.microsoft.com/office/drawing/2014/main" id="{790193E6-E58F-6348-B912-D3C188C3F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63013" y="5251834"/>
                <a:ext cx="101600" cy="3778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Line 70">
                <a:extLst>
                  <a:ext uri="{FF2B5EF4-FFF2-40B4-BE49-F238E27FC236}">
                    <a16:creationId xmlns:a16="http://schemas.microsoft.com/office/drawing/2014/main" id="{B855E16D-E833-964B-A02F-B3E7FC8F2E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3488" y="5050221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Text Box 73">
                <a:extLst>
                  <a:ext uri="{FF2B5EF4-FFF2-40B4-BE49-F238E27FC236}">
                    <a16:creationId xmlns:a16="http://schemas.microsoft.com/office/drawing/2014/main" id="{9DD4CDAE-4937-AD47-8AE2-BA2CC98F77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810272" y="5955409"/>
                <a:ext cx="25725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200" i="0" dirty="0">
                    <a:solidFill>
                      <a:srgbClr val="000000"/>
                    </a:solidFill>
                    <a:latin typeface="Arial" charset="0"/>
                  </a:rPr>
                  <a:t>CS（VLAN 端口 9-15）</a:t>
                </a:r>
              </a:p>
            </p:txBody>
          </p:sp>
          <p:grpSp>
            <p:nvGrpSpPr>
              <p:cNvPr id="594" name="Group 44">
                <a:extLst>
                  <a:ext uri="{FF2B5EF4-FFF2-40B4-BE49-F238E27FC236}">
                    <a16:creationId xmlns:a16="http://schemas.microsoft.com/office/drawing/2014/main" id="{A37BDD8D-DFA2-7E49-8169-E5C71164A0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00524" y="5430406"/>
                <a:ext cx="609600" cy="558800"/>
                <a:chOff x="-44" y="1473"/>
                <a:chExt cx="981" cy="1105"/>
              </a:xfrm>
            </p:grpSpPr>
            <p:pic>
              <p:nvPicPr>
                <p:cNvPr id="601" name="Picture 45" descr="desktop_computer_stylized_medium">
                  <a:extLst>
                    <a:ext uri="{FF2B5EF4-FFF2-40B4-BE49-F238E27FC236}">
                      <a16:creationId xmlns:a16="http://schemas.microsoft.com/office/drawing/2014/main" id="{CD31DF6B-49B9-694F-9A83-BB540C45D4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2" name="Freeform 46">
                  <a:extLst>
                    <a:ext uri="{FF2B5EF4-FFF2-40B4-BE49-F238E27FC236}">
                      <a16:creationId xmlns:a16="http://schemas.microsoft.com/office/drawing/2014/main" id="{B5C46613-86CD-0746-AA4E-C3F449FEF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5" name="Group 44">
                <a:extLst>
                  <a:ext uri="{FF2B5EF4-FFF2-40B4-BE49-F238E27FC236}">
                    <a16:creationId xmlns:a16="http://schemas.microsoft.com/office/drawing/2014/main" id="{D3C95FFE-8A11-6B4D-A493-7954CBAAB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15751" y="5436316"/>
                <a:ext cx="609600" cy="558800"/>
                <a:chOff x="-44" y="1473"/>
                <a:chExt cx="981" cy="1105"/>
              </a:xfrm>
            </p:grpSpPr>
            <p:pic>
              <p:nvPicPr>
                <p:cNvPr id="599" name="Picture 45" descr="desktop_computer_stylized_medium">
                  <a:extLst>
                    <a:ext uri="{FF2B5EF4-FFF2-40B4-BE49-F238E27FC236}">
                      <a16:creationId xmlns:a16="http://schemas.microsoft.com/office/drawing/2014/main" id="{AC60ABBD-5927-3947-91D4-0B5FE7D9F5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0" name="Freeform 46">
                  <a:extLst>
                    <a:ext uri="{FF2B5EF4-FFF2-40B4-BE49-F238E27FC236}">
                      <a16:creationId xmlns:a16="http://schemas.microsoft.com/office/drawing/2014/main" id="{853B4F5E-4C5E-6A4B-A81D-0FB8F82C2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0274C7F3-D9FF-A543-9669-2E8AEFE209A9}"/>
                  </a:ext>
                </a:extLst>
              </p:cNvPr>
              <p:cNvGrpSpPr/>
              <p:nvPr/>
            </p:nvGrpSpPr>
            <p:grpSpPr>
              <a:xfrm>
                <a:off x="9202354" y="4515000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76" name="Freeform 675">
                  <a:extLst>
                    <a:ext uri="{FF2B5EF4-FFF2-40B4-BE49-F238E27FC236}">
                      <a16:creationId xmlns:a16="http://schemas.microsoft.com/office/drawing/2014/main" id="{2212059A-C18E-E647-9FCF-DE3FFA06687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4E988FFB-790A-B64B-AD20-A08B796A51D3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78" name="Freeform 677">
                    <a:extLst>
                      <a:ext uri="{FF2B5EF4-FFF2-40B4-BE49-F238E27FC236}">
                        <a16:creationId xmlns:a16="http://schemas.microsoft.com/office/drawing/2014/main" id="{66908B6C-B117-9841-879C-62BBC6B65112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9" name="Freeform 678">
                    <a:extLst>
                      <a:ext uri="{FF2B5EF4-FFF2-40B4-BE49-F238E27FC236}">
                        <a16:creationId xmlns:a16="http://schemas.microsoft.com/office/drawing/2014/main" id="{400F8E7D-6C49-1F45-8E8D-9C8ACEB7BF1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0" name="Freeform 679">
                    <a:extLst>
                      <a:ext uri="{FF2B5EF4-FFF2-40B4-BE49-F238E27FC236}">
                        <a16:creationId xmlns:a16="http://schemas.microsoft.com/office/drawing/2014/main" id="{816B6622-EACD-A74E-8FBA-7CB71693184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1" name="Freeform 680">
                    <a:extLst>
                      <a:ext uri="{FF2B5EF4-FFF2-40B4-BE49-F238E27FC236}">
                        <a16:creationId xmlns:a16="http://schemas.microsoft.com/office/drawing/2014/main" id="{90BA40F3-69B1-A24F-B0C8-3C80AB3786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682" name="Line 70">
                <a:extLst>
                  <a:ext uri="{FF2B5EF4-FFF2-40B4-BE49-F238E27FC236}">
                    <a16:creationId xmlns:a16="http://schemas.microsoft.com/office/drawing/2014/main" id="{0BF331E8-D094-9A4E-A183-AFB19DA81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32595" y="5048617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96" name="Group 44">
                <a:extLst>
                  <a:ext uri="{FF2B5EF4-FFF2-40B4-BE49-F238E27FC236}">
                    <a16:creationId xmlns:a16="http://schemas.microsoft.com/office/drawing/2014/main" id="{E5446E80-AB67-8C42-826C-CF3CCA6BB4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379352" y="5445308"/>
                <a:ext cx="609600" cy="558800"/>
                <a:chOff x="-44" y="1473"/>
                <a:chExt cx="981" cy="1105"/>
              </a:xfrm>
            </p:grpSpPr>
            <p:pic>
              <p:nvPicPr>
                <p:cNvPr id="597" name="Picture 45" descr="desktop_computer_stylized_medium">
                  <a:extLst>
                    <a:ext uri="{FF2B5EF4-FFF2-40B4-BE49-F238E27FC236}">
                      <a16:creationId xmlns:a16="http://schemas.microsoft.com/office/drawing/2014/main" id="{681F82DD-2C88-BE4E-A84A-D12B49ED2A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98" name="Freeform 46">
                  <a:extLst>
                    <a:ext uri="{FF2B5EF4-FFF2-40B4-BE49-F238E27FC236}">
                      <a16:creationId xmlns:a16="http://schemas.microsoft.com/office/drawing/2014/main" id="{6B627442-314B-A349-9915-C40A0D16D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18726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8767518" y="3871809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9936386" y="3867054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基于端口的 VLAN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8811490" y="3492261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59268" y="4222579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5031" y="4222579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64167" y="4237505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53689" y="4437764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72231" y="4225754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62706" y="4024141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18368" y="3968579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8595" y="4929329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EE（VLAN 端口 1-8）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9490" y="4929329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CS（VLAN 端口 9-15）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445" y="4400811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7522693" y="4408316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8087474" y="4413650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8844341" y="4408988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9809742" y="4404326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10324969" y="4410236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11188570" y="4419228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16">
            <a:extLst>
              <a:ext uri="{FF2B5EF4-FFF2-40B4-BE49-F238E27FC236}">
                <a16:creationId xmlns:a16="http://schemas.microsoft.com/office/drawing/2014/main" id="{8752C49F-3AB0-9B44-98E8-567C5592B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537" y="1497947"/>
            <a:ext cx="6074615" cy="176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流量隔离：进出端口 1-8 的帧只能到达端口 1-8</a:t>
            </a:r>
            <a:r>
              <a:rPr lang="en-US" kern="0" dirty="0">
                <a:cs typeface="+mn-cs"/>
              </a:rPr>
              <a:t/>
            </a:r>
            <a:r>
              <a:rPr lang="en-US" kern="0" dirty="0">
                <a:cs typeface="Arial"/>
              </a:rPr>
              <a:t/>
            </a:r>
            <a:r>
              <a:rPr lang="en-US" kern="0" dirty="0">
                <a:cs typeface="+mn-cs"/>
              </a:rPr>
              <a:t/>
            </a:r>
            <a:r>
              <a:rPr lang="en-US" i="1" kern="0" dirty="0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  <a:r>
              <a:rPr lang="en-US" kern="0" dirty="0">
                <a:cs typeface="Arial"/>
              </a:rPr>
              <a:t/>
            </a:r>
            <a:r>
              <a:rPr lang="en-US" kern="0" dirty="0">
                <a:cs typeface="+mn-cs"/>
              </a:rPr>
              <a:t/>
            </a:r>
          </a:p>
          <a:p>
            <a:pPr marL="681038" lvl="1" indent="-223838">
              <a:defRPr/>
            </a:pPr>
            <a:r>
              <a:rPr lang="en-US" kern="0" dirty="0"/>
              <a:t>也可基于端点的 MAC 地址而非交换机端口定义 VLAN</a:t>
            </a:r>
          </a:p>
        </p:txBody>
      </p:sp>
      <p:sp>
        <p:nvSpPr>
          <p:cNvPr id="200" name="Rectangle 117">
            <a:extLst>
              <a:ext uri="{FF2B5EF4-FFF2-40B4-BE49-F238E27FC236}">
                <a16:creationId xmlns:a16="http://schemas.microsoft.com/office/drawing/2014/main" id="{8500F4BE-F251-994C-BDEF-CAFC5E531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444" y="3339914"/>
            <a:ext cx="5886450" cy="1612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动态成员资格：端口可在 VLAN 之间动态分配</a:t>
            </a:r>
            <a:r>
              <a:rPr lang="en-US" sz="2800" dirty="0">
                <a:solidFill>
                  <a:srgbClr val="FF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19DA561-4E6E-B142-A109-FCB9FCA9B796}"/>
              </a:ext>
            </a:extLst>
          </p:cNvPr>
          <p:cNvGrpSpPr/>
          <p:nvPr/>
        </p:nvGrpSpPr>
        <p:grpSpPr>
          <a:xfrm>
            <a:off x="994376" y="1896035"/>
            <a:ext cx="9669142" cy="4109104"/>
            <a:chOff x="994376" y="1896035"/>
            <a:chExt cx="9669142" cy="4109104"/>
          </a:xfrm>
        </p:grpSpPr>
        <p:sp>
          <p:nvSpPr>
            <p:cNvPr id="203" name="Rectangle 124">
              <a:extLst>
                <a:ext uri="{FF2B5EF4-FFF2-40B4-BE49-F238E27FC236}">
                  <a16:creationId xmlns:a16="http://schemas.microsoft.com/office/drawing/2014/main" id="{5B122FCB-1113-7F40-AA3B-B4A91A43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376" y="4392239"/>
              <a:ext cx="6199939" cy="16129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VLAN 之间的转发：通过路由完成（就像独立交换机之间一样）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/>
              </a:r>
            </a:p>
            <a:p>
              <a:pPr marL="681038" marR="0" lvl="1" indent="-223838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实践中厂商销售交换机加路由器的组合设备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972C96C-094A-EF47-93A1-1326F1D96F80}"/>
                </a:ext>
              </a:extLst>
            </p:cNvPr>
            <p:cNvCxnSpPr/>
            <p:nvPr/>
          </p:nvCxnSpPr>
          <p:spPr>
            <a:xfrm>
              <a:off x="9829800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415E4FA-7AD2-6845-8803-DF1BB0D80D4F}"/>
                </a:ext>
              </a:extLst>
            </p:cNvPr>
            <p:cNvCxnSpPr/>
            <p:nvPr/>
          </p:nvCxnSpPr>
          <p:spPr>
            <a:xfrm>
              <a:off x="10466294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0E1FAC98-C9A4-F649-9F15-34B96A45FC8B}"/>
                </a:ext>
              </a:extLst>
            </p:cNvPr>
            <p:cNvGrpSpPr/>
            <p:nvPr/>
          </p:nvGrpSpPr>
          <p:grpSpPr>
            <a:xfrm>
              <a:off x="9594532" y="1896035"/>
              <a:ext cx="1068986" cy="551329"/>
              <a:chOff x="7493876" y="2774731"/>
              <a:chExt cx="1481958" cy="894622"/>
            </a:xfrm>
          </p:grpSpPr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DF048F4A-3B08-7A4F-A6F3-1C834DE181B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17B002E9-2DB0-B34E-9CCE-67738614E03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6" name="Group 245">
                <a:extLst>
                  <a:ext uri="{FF2B5EF4-FFF2-40B4-BE49-F238E27FC236}">
                    <a16:creationId xmlns:a16="http://schemas.microsoft.com/office/drawing/2014/main" id="{F6E5CC2A-DFB6-0B46-BAE9-2651D4893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7" name="Freeform 246">
                  <a:extLst>
                    <a:ext uri="{FF2B5EF4-FFF2-40B4-BE49-F238E27FC236}">
                      <a16:creationId xmlns:a16="http://schemas.microsoft.com/office/drawing/2014/main" id="{6D6ABB93-D949-6048-9D4D-EDF5313B0F4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Freeform 247">
                  <a:extLst>
                    <a:ext uri="{FF2B5EF4-FFF2-40B4-BE49-F238E27FC236}">
                      <a16:creationId xmlns:a16="http://schemas.microsoft.com/office/drawing/2014/main" id="{94582A18-2631-8745-86BC-8C4EEC51BBF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5A810355-DF9D-5842-9EB4-C9672C047B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AD1A3F54-7A96-7C40-8425-673DA70074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21444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0" grpId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Rectangle 76">
            <a:extLst>
              <a:ext uri="{FF2B5EF4-FFF2-40B4-BE49-F238E27FC236}">
                <a16:creationId xmlns:a16="http://schemas.microsoft.com/office/drawing/2014/main" id="{D8A950A5-D349-3A4C-9452-45729A4FC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2748" y="2279650"/>
            <a:ext cx="294061" cy="2223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80" name="Rectangle 75">
            <a:extLst>
              <a:ext uri="{FF2B5EF4-FFF2-40B4-BE49-F238E27FC236}">
                <a16:creationId xmlns:a16="http://schemas.microsoft.com/office/drawing/2014/main" id="{8C0C85CC-E6A5-CF4D-B365-08A5FFBFE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1200" y="2519374"/>
            <a:ext cx="302725" cy="252401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75" name="Rectangle 76">
            <a:extLst>
              <a:ext uri="{FF2B5EF4-FFF2-40B4-BE49-F238E27FC236}">
                <a16:creationId xmlns:a16="http://schemas.microsoft.com/office/drawing/2014/main" id="{E36252AE-1FDF-844C-B0A3-9623FCA29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323" y="2308273"/>
            <a:ext cx="294061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556" name="Rectangle 75">
            <a:extLst>
              <a:ext uri="{FF2B5EF4-FFF2-40B4-BE49-F238E27FC236}">
                <a16:creationId xmlns:a16="http://schemas.microsoft.com/office/drawing/2014/main" id="{86D84E7B-7F94-CF43-97CD-E40F099FC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905" y="2276804"/>
            <a:ext cx="1188897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7" name="Rectangle 2">
            <a:extLst>
              <a:ext uri="{FF2B5EF4-FFF2-40B4-BE49-F238E27FC236}">
                <a16:creationId xmlns:a16="http://schemas.microsoft.com/office/drawing/2014/main" id="{75001E46-9EFA-6F46-BF58-DE475A333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590" y="2277305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8" name="Line 3">
            <a:extLst>
              <a:ext uri="{FF2B5EF4-FFF2-40B4-BE49-F238E27FC236}">
                <a16:creationId xmlns:a16="http://schemas.microsoft.com/office/drawing/2014/main" id="{58FD3C8D-D13C-DD42-85DC-F3FC758279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36177" y="2491790"/>
            <a:ext cx="1179110" cy="14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9" name="Text Box 6">
            <a:extLst>
              <a:ext uri="{FF2B5EF4-FFF2-40B4-BE49-F238E27FC236}">
                <a16:creationId xmlns:a16="http://schemas.microsoft.com/office/drawing/2014/main" id="{06310D8E-E39C-8749-8C4D-6762E12A6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2588" y="2256578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1</a:t>
            </a:r>
          </a:p>
        </p:txBody>
      </p:sp>
      <p:sp>
        <p:nvSpPr>
          <p:cNvPr id="562" name="Line 18">
            <a:extLst>
              <a:ext uri="{FF2B5EF4-FFF2-40B4-BE49-F238E27FC236}">
                <a16:creationId xmlns:a16="http://schemas.microsoft.com/office/drawing/2014/main" id="{674927D0-7AF4-FB45-A199-0AA4F2F4D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5615" y="228206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3" name="Line 21">
            <a:extLst>
              <a:ext uri="{FF2B5EF4-FFF2-40B4-BE49-F238E27FC236}">
                <a16:creationId xmlns:a16="http://schemas.microsoft.com/office/drawing/2014/main" id="{ED992B3F-F06B-D64B-B214-C09006060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102" y="227889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23">
            <a:extLst>
              <a:ext uri="{FF2B5EF4-FFF2-40B4-BE49-F238E27FC236}">
                <a16:creationId xmlns:a16="http://schemas.microsoft.com/office/drawing/2014/main" id="{0E55E53C-5364-9444-98BF-DF258E8EB9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6602" y="2286830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8" name="Text Box 26">
            <a:extLst>
              <a:ext uri="{FF2B5EF4-FFF2-40B4-BE49-F238E27FC236}">
                <a16:creationId xmlns:a16="http://schemas.microsoft.com/office/drawing/2014/main" id="{2BB93CA1-198F-BD45-B13D-35FA7DC8E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102" y="244558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8</a:t>
            </a:r>
          </a:p>
        </p:txBody>
      </p:sp>
      <p:sp>
        <p:nvSpPr>
          <p:cNvPr id="572" name="Text Box 30">
            <a:extLst>
              <a:ext uri="{FF2B5EF4-FFF2-40B4-BE49-F238E27FC236}">
                <a16:creationId xmlns:a16="http://schemas.microsoft.com/office/drawing/2014/main" id="{B28826E1-E494-BE45-847D-47836FFF5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5264" y="2449753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2</a:t>
            </a:r>
          </a:p>
        </p:txBody>
      </p:sp>
      <p:sp>
        <p:nvSpPr>
          <p:cNvPr id="573" name="Text Box 57">
            <a:extLst>
              <a:ext uri="{FF2B5EF4-FFF2-40B4-BE49-F238E27FC236}">
                <a16:creationId xmlns:a16="http://schemas.microsoft.com/office/drawing/2014/main" id="{0E14A6FA-A1FE-3F46-A4F2-105D9B7A7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340" y="223126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7</a:t>
            </a:r>
          </a:p>
        </p:txBody>
      </p:sp>
      <p:sp>
        <p:nvSpPr>
          <p:cNvPr id="584" name="Oval 81">
            <a:extLst>
              <a:ext uri="{FF2B5EF4-FFF2-40B4-BE49-F238E27FC236}">
                <a16:creationId xmlns:a16="http://schemas.microsoft.com/office/drawing/2014/main" id="{9FE56524-10FB-6042-A1CC-7979BFD9B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477" y="259163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5" name="Oval 82">
            <a:extLst>
              <a:ext uri="{FF2B5EF4-FFF2-40B4-BE49-F238E27FC236}">
                <a16:creationId xmlns:a16="http://schemas.microsoft.com/office/drawing/2014/main" id="{32B7ED54-8A66-9C40-90E0-AB788CBBD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2577" y="2588455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6" name="Oval 83">
            <a:extLst>
              <a:ext uri="{FF2B5EF4-FFF2-40B4-BE49-F238E27FC236}">
                <a16:creationId xmlns:a16="http://schemas.microsoft.com/office/drawing/2014/main" id="{ACECF9A3-7435-ED4E-A83D-328DB3D23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952" y="2593218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Rectangle 75">
            <a:extLst>
              <a:ext uri="{FF2B5EF4-FFF2-40B4-BE49-F238E27FC236}">
                <a16:creationId xmlns:a16="http://schemas.microsoft.com/office/drawing/2014/main" id="{16DFA114-075D-F847-ADE2-EB0DB4279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650" y="2300299"/>
            <a:ext cx="582125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3441456" y="2226513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896593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跨多台交换机的 VLAN</a:t>
            </a:r>
            <a:endParaRPr lang="en-US" sz="48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2316560" y="1851720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64338" y="2582038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0101" y="2582038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9236" y="2619375"/>
            <a:ext cx="683563" cy="338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8759" y="2797223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2613025"/>
            <a:ext cx="99076" cy="3500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7126" y="2406650"/>
            <a:ext cx="480076" cy="580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7074" y="2397125"/>
            <a:ext cx="500713" cy="415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3665" y="3288788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EE（VLAN 端口 1-8）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560" y="3288788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CS（VLAN 端口 9-15）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2515" y="2760270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1027763" y="2767775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1592544" y="2773109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2349411" y="2768447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3314812" y="2763785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3830039" y="2769695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4693640" y="2778687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8" name="Rectangle 76">
            <a:extLst>
              <a:ext uri="{FF2B5EF4-FFF2-40B4-BE49-F238E27FC236}">
                <a16:creationId xmlns:a16="http://schemas.microsoft.com/office/drawing/2014/main" id="{DF769E42-15DD-F647-8345-8EC3377A3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2446" y="2518116"/>
            <a:ext cx="887249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09" name="Rectangle 2">
            <a:extLst>
              <a:ext uri="{FF2B5EF4-FFF2-40B4-BE49-F238E27FC236}">
                <a16:creationId xmlns:a16="http://schemas.microsoft.com/office/drawing/2014/main" id="{DDFD3528-6EFA-5F4E-9976-3E7D020C1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8086" y="2300638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3">
            <a:extLst>
              <a:ext uri="{FF2B5EF4-FFF2-40B4-BE49-F238E27FC236}">
                <a16:creationId xmlns:a16="http://schemas.microsoft.com/office/drawing/2014/main" id="{3A16DF6F-694F-9142-B056-22ED2386A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7071" y="2518439"/>
            <a:ext cx="1163270" cy="2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17">
            <a:extLst>
              <a:ext uri="{FF2B5EF4-FFF2-40B4-BE49-F238E27FC236}">
                <a16:creationId xmlns:a16="http://schemas.microsoft.com/office/drawing/2014/main" id="{2484887D-A2EE-734F-B491-51AB52AD1C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8841" y="231016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4">
            <a:extLst>
              <a:ext uri="{FF2B5EF4-FFF2-40B4-BE49-F238E27FC236}">
                <a16:creationId xmlns:a16="http://schemas.microsoft.com/office/drawing/2014/main" id="{BCB59FC5-4BEA-F743-AC28-5080DC982D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3566" y="2305401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25">
            <a:extLst>
              <a:ext uri="{FF2B5EF4-FFF2-40B4-BE49-F238E27FC236}">
                <a16:creationId xmlns:a16="http://schemas.microsoft.com/office/drawing/2014/main" id="{7401A3B1-D2E0-5741-895F-85128721E1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4116" y="230063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Text Box 27">
            <a:extLst>
              <a:ext uri="{FF2B5EF4-FFF2-40B4-BE49-F238E27FC236}">
                <a16:creationId xmlns:a16="http://schemas.microsoft.com/office/drawing/2014/main" id="{5E773376-0561-9849-B623-65C4935F7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9716" y="225450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5</a:t>
            </a:r>
          </a:p>
        </p:txBody>
      </p:sp>
      <p:sp>
        <p:nvSpPr>
          <p:cNvPr id="115" name="Text Box 28">
            <a:extLst>
              <a:ext uri="{FF2B5EF4-FFF2-40B4-BE49-F238E27FC236}">
                <a16:creationId xmlns:a16="http://schemas.microsoft.com/office/drawing/2014/main" id="{CD7F9F23-1992-A64D-A194-FC1E2B1C80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634" y="247809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8</a:t>
            </a:r>
          </a:p>
        </p:txBody>
      </p:sp>
      <p:sp>
        <p:nvSpPr>
          <p:cNvPr id="116" name="Text Box 29">
            <a:extLst>
              <a:ext uri="{FF2B5EF4-FFF2-40B4-BE49-F238E27FC236}">
                <a16:creationId xmlns:a16="http://schemas.microsoft.com/office/drawing/2014/main" id="{DF09F4FB-6C6C-8243-ADFF-89107739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3339" y="2473676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2</a:t>
            </a:r>
          </a:p>
        </p:txBody>
      </p:sp>
      <p:sp>
        <p:nvSpPr>
          <p:cNvPr id="117" name="Text Box 74">
            <a:extLst>
              <a:ext uri="{FF2B5EF4-FFF2-40B4-BE49-F238E27FC236}">
                <a16:creationId xmlns:a16="http://schemas.microsoft.com/office/drawing/2014/main" id="{C65CC3C6-270D-CC4B-9027-9D06A78B2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9706" y="225867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7</a:t>
            </a:r>
          </a:p>
        </p:txBody>
      </p:sp>
      <p:sp>
        <p:nvSpPr>
          <p:cNvPr id="118" name="Oval 84">
            <a:extLst>
              <a:ext uri="{FF2B5EF4-FFF2-40B4-BE49-F238E27FC236}">
                <a16:creationId xmlns:a16="http://schemas.microsoft.com/office/drawing/2014/main" id="{094D34F4-B4E1-AF40-8C9D-661E27F57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816" y="2613376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9" name="Oval 85">
            <a:extLst>
              <a:ext uri="{FF2B5EF4-FFF2-40B4-BE49-F238E27FC236}">
                <a16:creationId xmlns:a16="http://schemas.microsoft.com/office/drawing/2014/main" id="{ABA8AC99-BF96-784C-9799-50384ACEE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116" y="2399063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0" name="Oval 86">
            <a:extLst>
              <a:ext uri="{FF2B5EF4-FFF2-40B4-BE49-F238E27FC236}">
                <a16:creationId xmlns:a16="http://schemas.microsoft.com/office/drawing/2014/main" id="{5B8FA7F1-1A20-4A40-BAFA-E19D09F9B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1245" y="2607922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7" name="Text Box 64">
            <a:extLst>
              <a:ext uri="{FF2B5EF4-FFF2-40B4-BE49-F238E27FC236}">
                <a16:creationId xmlns:a16="http://schemas.microsoft.com/office/drawing/2014/main" id="{B19E9EFE-53A3-DE4A-BE77-4CC7AA8153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8454" y="2836289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88" name="Line 69">
            <a:extLst>
              <a:ext uri="{FF2B5EF4-FFF2-40B4-BE49-F238E27FC236}">
                <a16:creationId xmlns:a16="http://schemas.microsoft.com/office/drawing/2014/main" id="{9689948A-F753-EA4C-A4D1-BD513EA05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996" y="2624279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70">
            <a:extLst>
              <a:ext uri="{FF2B5EF4-FFF2-40B4-BE49-F238E27FC236}">
                <a16:creationId xmlns:a16="http://schemas.microsoft.com/office/drawing/2014/main" id="{4FE0AC14-8ACA-3B40-9E0B-E5A914DC7C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6896" y="2641600"/>
            <a:ext cx="117034" cy="38431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1" name="Group 44">
            <a:extLst>
              <a:ext uri="{FF2B5EF4-FFF2-40B4-BE49-F238E27FC236}">
                <a16:creationId xmlns:a16="http://schemas.microsoft.com/office/drawing/2014/main" id="{3F4FD38A-71B2-BD46-B644-F748B4A95D76}"/>
              </a:ext>
            </a:extLst>
          </p:cNvPr>
          <p:cNvGrpSpPr>
            <a:grpSpLocks/>
          </p:cNvGrpSpPr>
          <p:nvPr/>
        </p:nvGrpSpPr>
        <p:grpSpPr bwMode="auto">
          <a:xfrm>
            <a:off x="6754507" y="2802851"/>
            <a:ext cx="609600" cy="558800"/>
            <a:chOff x="-44" y="1473"/>
            <a:chExt cx="981" cy="1105"/>
          </a:xfrm>
        </p:grpSpPr>
        <p:pic>
          <p:nvPicPr>
            <p:cNvPr id="106" name="Picture 45" descr="desktop_computer_stylized_medium">
              <a:extLst>
                <a:ext uri="{FF2B5EF4-FFF2-40B4-BE49-F238E27FC236}">
                  <a16:creationId xmlns:a16="http://schemas.microsoft.com/office/drawing/2014/main" id="{27C36CF3-2AC9-4547-A2C2-132F4C799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46">
              <a:extLst>
                <a:ext uri="{FF2B5EF4-FFF2-40B4-BE49-F238E27FC236}">
                  <a16:creationId xmlns:a16="http://schemas.microsoft.com/office/drawing/2014/main" id="{CD8ED0DE-6479-5141-BE8A-06075D2B1C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15B0B6B3-C2F3-4B44-82A3-C71C9F43FE8F}"/>
              </a:ext>
            </a:extLst>
          </p:cNvPr>
          <p:cNvGrpSpPr>
            <a:grpSpLocks/>
          </p:cNvGrpSpPr>
          <p:nvPr/>
        </p:nvGrpSpPr>
        <p:grpSpPr bwMode="auto">
          <a:xfrm>
            <a:off x="7269734" y="2808761"/>
            <a:ext cx="609600" cy="558800"/>
            <a:chOff x="-44" y="1473"/>
            <a:chExt cx="981" cy="1105"/>
          </a:xfrm>
        </p:grpSpPr>
        <p:pic>
          <p:nvPicPr>
            <p:cNvPr id="104" name="Picture 45" descr="desktop_computer_stylized_medium">
              <a:extLst>
                <a:ext uri="{FF2B5EF4-FFF2-40B4-BE49-F238E27FC236}">
                  <a16:creationId xmlns:a16="http://schemas.microsoft.com/office/drawing/2014/main" id="{7B05CA4A-9316-F144-9CA1-C1D965B25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" name="Freeform 46">
              <a:extLst>
                <a:ext uri="{FF2B5EF4-FFF2-40B4-BE49-F238E27FC236}">
                  <a16:creationId xmlns:a16="http://schemas.microsoft.com/office/drawing/2014/main" id="{772156A5-F08F-4742-BC92-5E267E6C3D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413FB81D-F848-6A4E-8DB2-7790BB58F883}"/>
              </a:ext>
            </a:extLst>
          </p:cNvPr>
          <p:cNvGrpSpPr/>
          <p:nvPr/>
        </p:nvGrpSpPr>
        <p:grpSpPr>
          <a:xfrm>
            <a:off x="6951920" y="1887445"/>
            <a:ext cx="1206122" cy="410624"/>
            <a:chOff x="7399107" y="1365161"/>
            <a:chExt cx="2388836" cy="732595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06D9177-3534-0A4D-8375-1AECE2DE81B9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C1CF51F-E140-A549-8FD5-911E3A1F808C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923E587-3908-7343-B943-9148CFD38C8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6F6E3936-5704-904B-A965-E09D74248E2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14553340-E893-8947-A4ED-728819D8D69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9762F9A8-9309-FE47-99EA-B36182CCD1E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94" name="Line 70">
            <a:extLst>
              <a:ext uri="{FF2B5EF4-FFF2-40B4-BE49-F238E27FC236}">
                <a16:creationId xmlns:a16="http://schemas.microsoft.com/office/drawing/2014/main" id="{675B8C8A-36A4-194C-B4CD-244C11639A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061" y="2628348"/>
            <a:ext cx="474942" cy="395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5" name="Group 44">
            <a:extLst>
              <a:ext uri="{FF2B5EF4-FFF2-40B4-BE49-F238E27FC236}">
                <a16:creationId xmlns:a16="http://schemas.microsoft.com/office/drawing/2014/main" id="{367E973A-BC2E-E449-A069-AD008F96ECC7}"/>
              </a:ext>
            </a:extLst>
          </p:cNvPr>
          <p:cNvGrpSpPr>
            <a:grpSpLocks/>
          </p:cNvGrpSpPr>
          <p:nvPr/>
        </p:nvGrpSpPr>
        <p:grpSpPr bwMode="auto">
          <a:xfrm>
            <a:off x="8133335" y="2817753"/>
            <a:ext cx="609600" cy="558800"/>
            <a:chOff x="-44" y="1473"/>
            <a:chExt cx="981" cy="1105"/>
          </a:xfrm>
        </p:grpSpPr>
        <p:pic>
          <p:nvPicPr>
            <p:cNvPr id="96" name="Picture 45" descr="desktop_computer_stylized_medium">
              <a:extLst>
                <a:ext uri="{FF2B5EF4-FFF2-40B4-BE49-F238E27FC236}">
                  <a16:creationId xmlns:a16="http://schemas.microsoft.com/office/drawing/2014/main" id="{8B2D4FE3-520C-1A49-998C-A6EC8D46D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" name="Freeform 46">
              <a:extLst>
                <a:ext uri="{FF2B5EF4-FFF2-40B4-BE49-F238E27FC236}">
                  <a16:creationId xmlns:a16="http://schemas.microsoft.com/office/drawing/2014/main" id="{17B4CA66-EC57-AD47-92EC-F041CAD18D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70">
            <a:extLst>
              <a:ext uri="{FF2B5EF4-FFF2-40B4-BE49-F238E27FC236}">
                <a16:creationId xmlns:a16="http://schemas.microsoft.com/office/drawing/2014/main" id="{3B0B6F17-4816-0044-BD4C-089B84297346}"/>
              </a:ext>
            </a:extLst>
          </p:cNvPr>
          <p:cNvGrpSpPr>
            <a:grpSpLocks/>
          </p:cNvGrpSpPr>
          <p:nvPr/>
        </p:nvGrpSpPr>
        <p:grpSpPr bwMode="auto">
          <a:xfrm>
            <a:off x="4317661" y="2251388"/>
            <a:ext cx="2835275" cy="430213"/>
            <a:chOff x="2096" y="1154"/>
            <a:chExt cx="1786" cy="271"/>
          </a:xfrm>
        </p:grpSpPr>
        <p:sp>
          <p:nvSpPr>
            <p:cNvPr id="169" name="Oval 85">
              <a:extLst>
                <a:ext uri="{FF2B5EF4-FFF2-40B4-BE49-F238E27FC236}">
                  <a16:creationId xmlns:a16="http://schemas.microsoft.com/office/drawing/2014/main" id="{01BE6D7A-823D-B14C-B094-4AB33BF4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1381"/>
              <a:ext cx="27" cy="3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1" hangingPunct="1"/>
              <a:endParaRPr lang="en-US" i="0" dirty="0">
                <a:solidFill>
                  <a:srgbClr val="000000"/>
                </a:solidFill>
                <a:latin typeface="Arial" charset="0"/>
              </a:endParaRPr>
            </a:p>
          </p:txBody>
        </p: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D18077DD-CD88-FD49-913C-BC4DB320E3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6" y="1154"/>
              <a:ext cx="1786" cy="271"/>
              <a:chOff x="2096" y="1154"/>
              <a:chExt cx="1786" cy="271"/>
            </a:xfrm>
          </p:grpSpPr>
          <p:sp>
            <p:nvSpPr>
              <p:cNvPr id="171" name="Text Box 28">
                <a:extLst>
                  <a:ext uri="{FF2B5EF4-FFF2-40B4-BE49-F238E27FC236}">
                    <a16:creationId xmlns:a16="http://schemas.microsoft.com/office/drawing/2014/main" id="{32F920CB-14C3-394B-A24F-423C9D30D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96" y="1290"/>
                <a:ext cx="188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16</a:t>
                </a:r>
              </a:p>
            </p:txBody>
          </p:sp>
          <p:sp>
            <p:nvSpPr>
              <p:cNvPr id="172" name="Text Box 27">
                <a:extLst>
                  <a:ext uri="{FF2B5EF4-FFF2-40B4-BE49-F238E27FC236}">
                    <a16:creationId xmlns:a16="http://schemas.microsoft.com/office/drawing/2014/main" id="{182C898F-65A5-CB46-BF24-5CBF637E6D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9" y="1154"/>
                <a:ext cx="15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</a:t>
                </a:r>
              </a:p>
            </p:txBody>
          </p:sp>
          <p:sp>
            <p:nvSpPr>
              <p:cNvPr id="173" name="Oval 85">
                <a:extLst>
                  <a:ext uri="{FF2B5EF4-FFF2-40B4-BE49-F238E27FC236}">
                    <a16:creationId xmlns:a16="http://schemas.microsoft.com/office/drawing/2014/main" id="{CAA56E02-AE12-6E41-89AE-D35521E5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247"/>
                <a:ext cx="27" cy="3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1" hangingPunct="1"/>
                <a:endParaRPr lang="en-US" i="0" dirty="0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174" name="Freeform 168">
                <a:extLst>
                  <a:ext uri="{FF2B5EF4-FFF2-40B4-BE49-F238E27FC236}">
                    <a16:creationId xmlns:a16="http://schemas.microsoft.com/office/drawing/2014/main" id="{037DB8CD-0DCC-3E43-A5FF-5526E5FA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260"/>
                <a:ext cx="1644" cy="135"/>
              </a:xfrm>
              <a:custGeom>
                <a:avLst/>
                <a:gdLst>
                  <a:gd name="T0" fmla="*/ 0 w 1644"/>
                  <a:gd name="T1" fmla="*/ 135 h 135"/>
                  <a:gd name="T2" fmla="*/ 852 w 1644"/>
                  <a:gd name="T3" fmla="*/ 132 h 135"/>
                  <a:gd name="T4" fmla="*/ 1050 w 1644"/>
                  <a:gd name="T5" fmla="*/ 0 h 135"/>
                  <a:gd name="T6" fmla="*/ 1644 w 1644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4" h="135">
                    <a:moveTo>
                      <a:pt x="0" y="135"/>
                    </a:moveTo>
                    <a:lnTo>
                      <a:pt x="852" y="132"/>
                    </a:lnTo>
                    <a:lnTo>
                      <a:pt x="1050" y="0"/>
                    </a:lnTo>
                    <a:lnTo>
                      <a:pt x="1644" y="0"/>
                    </a:ln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sp>
        <p:nvSpPr>
          <p:cNvPr id="176" name="Text Box 27">
            <a:extLst>
              <a:ext uri="{FF2B5EF4-FFF2-40B4-BE49-F238E27FC236}">
                <a16:creationId xmlns:a16="http://schemas.microsoft.com/office/drawing/2014/main" id="{385E4030-D5C3-924A-84F2-F800333F6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889" y="2475447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6</a:t>
            </a:r>
          </a:p>
        </p:txBody>
      </p:sp>
      <p:sp>
        <p:nvSpPr>
          <p:cNvPr id="177" name="Text Box 29">
            <a:extLst>
              <a:ext uri="{FF2B5EF4-FFF2-40B4-BE49-F238E27FC236}">
                <a16:creationId xmlns:a16="http://schemas.microsoft.com/office/drawing/2014/main" id="{9EE3102F-C6C5-DB49-8DB2-681B0FA06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068" y="2256799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3</a:t>
            </a:r>
          </a:p>
        </p:txBody>
      </p:sp>
      <p:sp>
        <p:nvSpPr>
          <p:cNvPr id="178" name="Text Box 29">
            <a:extLst>
              <a:ext uri="{FF2B5EF4-FFF2-40B4-BE49-F238E27FC236}">
                <a16:creationId xmlns:a16="http://schemas.microsoft.com/office/drawing/2014/main" id="{BDE5B39E-100B-6147-986B-E3965A4E9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9854" y="2474305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4</a:t>
            </a:r>
          </a:p>
        </p:txBody>
      </p:sp>
      <p:sp>
        <p:nvSpPr>
          <p:cNvPr id="181" name="Oval 86">
            <a:extLst>
              <a:ext uri="{FF2B5EF4-FFF2-40B4-BE49-F238E27FC236}">
                <a16:creationId xmlns:a16="http://schemas.microsoft.com/office/drawing/2014/main" id="{B8FC3FE4-76F6-A34B-A1F3-AE510F7AC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457" y="261938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Text Box 73">
            <a:extLst>
              <a:ext uri="{FF2B5EF4-FFF2-40B4-BE49-F238E27FC236}">
                <a16:creationId xmlns:a16="http://schemas.microsoft.com/office/drawing/2014/main" id="{1D88346D-98A9-0549-9F22-97A6E9BFD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1701" y="3325906"/>
            <a:ext cx="2408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端口 2、3、5 属于 EE VLAN</a:t>
            </a:r>
          </a:p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端口 4、6、7、8 属于 CS VLAN</a:t>
            </a:r>
          </a:p>
        </p:txBody>
      </p:sp>
      <p:sp>
        <p:nvSpPr>
          <p:cNvPr id="185" name="Rectangle 3">
            <a:extLst>
              <a:ext uri="{FF2B5EF4-FFF2-40B4-BE49-F238E27FC236}">
                <a16:creationId xmlns:a16="http://schemas.microsoft.com/office/drawing/2014/main" id="{725460D0-8BC5-A14B-872E-FA5833756D4D}"/>
              </a:ext>
            </a:extLst>
          </p:cNvPr>
          <p:cNvSpPr txBox="1">
            <a:spLocks noChangeArrowheads="1"/>
          </p:cNvSpPr>
          <p:nvPr/>
        </p:nvSpPr>
        <p:spPr>
          <a:xfrm>
            <a:off x="1379351" y="4052608"/>
            <a:ext cx="9983414" cy="26876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干线端口：承载跨多台物理交换机定义的 VLAN 之间的帧</a:t>
            </a:r>
            <a:r>
              <a:rPr lang="en-US" dirty="0"/>
              <a:t/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交换机之间在 VLAN 内转发的帧不能是普通 802.1 帧（必须携带 VLAN ID 信息）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802.1q 协议为干线端口之间转发的帧添加/移除额外首部字段</a:t>
            </a:r>
          </a:p>
        </p:txBody>
      </p:sp>
    </p:spTree>
    <p:extLst>
      <p:ext uri="{BB962C8B-B14F-4D97-AF65-F5344CB8AC3E}">
        <p14:creationId xmlns:p14="http://schemas.microsoft.com/office/powerpoint/2010/main" val="4243574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 build="p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802.1Q VLAN 帧格式</a:t>
            </a: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92" name="Text Box 28">
            <a:extLst>
              <a:ext uri="{FF2B5EF4-FFF2-40B4-BE49-F238E27FC236}">
                <a16:creationId xmlns:a16="http://schemas.microsoft.com/office/drawing/2014/main" id="{5863B091-D854-6543-B179-4AF1AB17C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7266" y="1963177"/>
            <a:ext cx="285334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i="0" dirty="0">
                <a:solidFill>
                  <a:srgbClr val="000000"/>
                </a:solidFill>
                <a:latin typeface="+mn-lt"/>
                <a:cs typeface="Arial" charset="0"/>
              </a:rPr>
              <a:t>802.1 Ethernet 帧</a:t>
            </a:r>
          </a:p>
        </p:txBody>
      </p:sp>
      <p:grpSp>
        <p:nvGrpSpPr>
          <p:cNvPr id="222" name="Group 51">
            <a:extLst>
              <a:ext uri="{FF2B5EF4-FFF2-40B4-BE49-F238E27FC236}">
                <a16:creationId xmlns:a16="http://schemas.microsoft.com/office/drawing/2014/main" id="{71FD1940-1110-264F-922B-7062D175FA16}"/>
              </a:ext>
            </a:extLst>
          </p:cNvPr>
          <p:cNvGrpSpPr>
            <a:grpSpLocks/>
          </p:cNvGrpSpPr>
          <p:nvPr/>
        </p:nvGrpSpPr>
        <p:grpSpPr bwMode="auto">
          <a:xfrm>
            <a:off x="970245" y="1413943"/>
            <a:ext cx="7867779" cy="1104405"/>
            <a:chOff x="940711" y="4902593"/>
            <a:chExt cx="6291001" cy="992895"/>
          </a:xfrm>
        </p:grpSpPr>
        <p:sp>
          <p:nvSpPr>
            <p:cNvPr id="223" name="Line 10">
              <a:extLst>
                <a:ext uri="{FF2B5EF4-FFF2-40B4-BE49-F238E27FC236}">
                  <a16:creationId xmlns:a16="http://schemas.microsoft.com/office/drawing/2014/main" id="{24204A1D-8F26-9C44-BFD5-CEAEA363DE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24" name="Rectangle 1">
              <a:extLst>
                <a:ext uri="{FF2B5EF4-FFF2-40B4-BE49-F238E27FC236}">
                  <a16:creationId xmlns:a16="http://schemas.microsoft.com/office/drawing/2014/main" id="{7F607B5C-7039-5E48-A472-4DDBFE013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25" name="Straight Connector 3">
              <a:extLst>
                <a:ext uri="{FF2B5EF4-FFF2-40B4-BE49-F238E27FC236}">
                  <a16:creationId xmlns:a16="http://schemas.microsoft.com/office/drawing/2014/main" id="{496EAB23-A12E-1B42-87E7-089C0E8621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6" name="Straight Connector 32">
              <a:extLst>
                <a:ext uri="{FF2B5EF4-FFF2-40B4-BE49-F238E27FC236}">
                  <a16:creationId xmlns:a16="http://schemas.microsoft.com/office/drawing/2014/main" id="{F650668C-7461-3B46-82C5-99887F8184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7" name="Straight Connector 33">
              <a:extLst>
                <a:ext uri="{FF2B5EF4-FFF2-40B4-BE49-F238E27FC236}">
                  <a16:creationId xmlns:a16="http://schemas.microsoft.com/office/drawing/2014/main" id="{680A4570-82D8-AD4F-9986-E779522F5D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8" name="Straight Connector 34">
              <a:extLst>
                <a:ext uri="{FF2B5EF4-FFF2-40B4-BE49-F238E27FC236}">
                  <a16:creationId xmlns:a16="http://schemas.microsoft.com/office/drawing/2014/main" id="{C862820D-E1AD-5544-A2BD-5164630AC1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9" name="Straight Connector 35">
              <a:extLst>
                <a:ext uri="{FF2B5EF4-FFF2-40B4-BE49-F238E27FC236}">
                  <a16:creationId xmlns:a16="http://schemas.microsoft.com/office/drawing/2014/main" id="{9F5DC5A1-94AD-274E-B8C5-61F7122E1D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0" name="TextBox 5">
              <a:extLst>
                <a:ext uri="{FF2B5EF4-FFF2-40B4-BE49-F238E27FC236}">
                  <a16:creationId xmlns:a16="http://schemas.microsoft.com/office/drawing/2014/main" id="{92868CAA-8B64-6448-ABB8-AEE060516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目的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231" name="TextBox 37">
              <a:extLst>
                <a:ext uri="{FF2B5EF4-FFF2-40B4-BE49-F238E27FC236}">
                  <a16:creationId xmlns:a16="http://schemas.microsoft.com/office/drawing/2014/main" id="{9C53AC9A-436A-C048-AF41-591815DAA1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源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232" name="TextBox 38">
              <a:extLst>
                <a:ext uri="{FF2B5EF4-FFF2-40B4-BE49-F238E27FC236}">
                  <a16:creationId xmlns:a16="http://schemas.microsoft.com/office/drawing/2014/main" id="{11BA3E7E-54F5-7245-819A-3F612B971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数据（载荷）</a:t>
              </a:r>
            </a:p>
          </p:txBody>
        </p:sp>
        <p:sp>
          <p:nvSpPr>
            <p:cNvPr id="233" name="TextBox 39">
              <a:extLst>
                <a:ext uri="{FF2B5EF4-FFF2-40B4-BE49-F238E27FC236}">
                  <a16:creationId xmlns:a16="http://schemas.microsoft.com/office/drawing/2014/main" id="{18D90B14-B841-4247-A2B9-8FC55526A9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34" name="TextBox 40">
              <a:extLst>
                <a:ext uri="{FF2B5EF4-FFF2-40B4-BE49-F238E27FC236}">
                  <a16:creationId xmlns:a16="http://schemas.microsoft.com/office/drawing/2014/main" id="{74F0F720-3C22-0540-A6DD-2C7FEBBA2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前导码</a:t>
              </a:r>
            </a:p>
          </p:txBody>
        </p:sp>
        <p:sp>
          <p:nvSpPr>
            <p:cNvPr id="235" name="Text Box 9">
              <a:extLst>
                <a:ext uri="{FF2B5EF4-FFF2-40B4-BE49-F238E27FC236}">
                  <a16:creationId xmlns:a16="http://schemas.microsoft.com/office/drawing/2014/main" id="{3006592F-6A37-1843-886D-1EFCB34DC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类型</a:t>
              </a:r>
            </a:p>
          </p:txBody>
        </p:sp>
      </p:grpSp>
      <p:sp>
        <p:nvSpPr>
          <p:cNvPr id="182" name="Line 40">
            <a:extLst>
              <a:ext uri="{FF2B5EF4-FFF2-40B4-BE49-F238E27FC236}">
                <a16:creationId xmlns:a16="http://schemas.microsoft.com/office/drawing/2014/main" id="{12F6564B-9905-C34C-8A5B-AAB2DCBFAC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366933" y="3946525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Rectangle 41">
            <a:extLst>
              <a:ext uri="{FF2B5EF4-FFF2-40B4-BE49-F238E27FC236}">
                <a16:creationId xmlns:a16="http://schemas.microsoft.com/office/drawing/2014/main" id="{E294B2D1-E297-1747-8E2E-6D71E416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459" y="4770209"/>
            <a:ext cx="3210879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2 字节标签协议标识符</a:t>
            </a:r>
          </a:p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                        (value： 81-00) </a:t>
            </a:r>
          </a:p>
        </p:txBody>
      </p:sp>
      <p:sp>
        <p:nvSpPr>
          <p:cNvPr id="187" name="Rectangle 42">
            <a:extLst>
              <a:ext uri="{FF2B5EF4-FFF2-40B4-BE49-F238E27FC236}">
                <a16:creationId xmlns:a16="http://schemas.microsoft.com/office/drawing/2014/main" id="{4FDDD519-8245-B24C-A434-B129D7498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2269" y="5148138"/>
            <a:ext cx="481824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标签控制信息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（12 位 VLAN ID 字段，3 位类似 IP TOS 的优先级字段） </a:t>
            </a:r>
            <a:r>
              <a:rPr lang="en-US" altLang="ko-KR" sz="2400" dirty="0">
                <a:solidFill>
                  <a:srgbClr val="000000"/>
                </a:solidFill>
                <a:ea typeface="Gulim" charset="0"/>
                <a:cs typeface="Gulim" charset="0"/>
              </a:rPr>
              <a:t/>
            </a:r>
          </a:p>
        </p:txBody>
      </p:sp>
      <p:sp>
        <p:nvSpPr>
          <p:cNvPr id="189" name="Line 44">
            <a:extLst>
              <a:ext uri="{FF2B5EF4-FFF2-40B4-BE49-F238E27FC236}">
                <a16:creationId xmlns:a16="http://schemas.microsoft.com/office/drawing/2014/main" id="{CA2F6B01-A8AB-9E42-9EB2-7E134E2AC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2855" y="4032157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Rectangle 48">
            <a:extLst>
              <a:ext uri="{FF2B5EF4-FFF2-40B4-BE49-F238E27FC236}">
                <a16:creationId xmlns:a16="http://schemas.microsoft.com/office/drawing/2014/main" id="{6994D61A-2E6F-3C4C-8024-C641BA659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655" y="4887819"/>
            <a:ext cx="1238250" cy="48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重新计算 </a:t>
            </a:r>
          </a:p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CRC</a:t>
            </a:r>
            <a:r>
              <a:rPr lang="en-US" altLang="ko-KR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699AA00-69FB-8C4B-B9D8-1454D9BA6EAA}"/>
              </a:ext>
            </a:extLst>
          </p:cNvPr>
          <p:cNvGrpSpPr/>
          <p:nvPr/>
        </p:nvGrpSpPr>
        <p:grpSpPr>
          <a:xfrm>
            <a:off x="974727" y="2418509"/>
            <a:ext cx="10895172" cy="1664180"/>
            <a:chOff x="974727" y="2418509"/>
            <a:chExt cx="10895172" cy="1664180"/>
          </a:xfrm>
        </p:grpSpPr>
        <p:sp>
          <p:nvSpPr>
            <p:cNvPr id="166" name="Line 36">
              <a:extLst>
                <a:ext uri="{FF2B5EF4-FFF2-40B4-BE49-F238E27FC236}">
                  <a16:creationId xmlns:a16="http://schemas.microsoft.com/office/drawing/2014/main" id="{87594C58-F1ED-E148-BCCA-74CE2EEF3F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588" y="2418509"/>
              <a:ext cx="979954" cy="956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37">
              <a:extLst>
                <a:ext uri="{FF2B5EF4-FFF2-40B4-BE49-F238E27FC236}">
                  <a16:creationId xmlns:a16="http://schemas.microsoft.com/office/drawing/2014/main" id="{EFFFBEDE-4066-F34F-AA6E-E86BFDB68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3063" y="2441481"/>
              <a:ext cx="905714" cy="9471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Text Box 29">
              <a:extLst>
                <a:ext uri="{FF2B5EF4-FFF2-40B4-BE49-F238E27FC236}">
                  <a16:creationId xmlns:a16="http://schemas.microsoft.com/office/drawing/2014/main" id="{4981A6AC-846C-C94C-8F75-3D52D146D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8288" y="3478025"/>
              <a:ext cx="1901611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802.1Q 帧</a:t>
              </a:r>
            </a:p>
          </p:txBody>
        </p:sp>
        <p:sp>
          <p:nvSpPr>
            <p:cNvPr id="237" name="Line 10">
              <a:extLst>
                <a:ext uri="{FF2B5EF4-FFF2-40B4-BE49-F238E27FC236}">
                  <a16:creationId xmlns:a16="http://schemas.microsoft.com/office/drawing/2014/main" id="{30F90D85-C5B8-E846-A9E7-5BD55C252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2715" y="3308495"/>
              <a:ext cx="0" cy="227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38" name="Rectangle 1">
              <a:extLst>
                <a:ext uri="{FF2B5EF4-FFF2-40B4-BE49-F238E27FC236}">
                  <a16:creationId xmlns:a16="http://schemas.microsoft.com/office/drawing/2014/main" id="{CDC56025-C3C8-3144-8431-3ECCF2706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060" y="3389722"/>
              <a:ext cx="8796294" cy="609373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39" name="Straight Connector 3">
              <a:extLst>
                <a:ext uri="{FF2B5EF4-FFF2-40B4-BE49-F238E27FC236}">
                  <a16:creationId xmlns:a16="http://schemas.microsoft.com/office/drawing/2014/main" id="{764958CB-85C4-4D40-8B70-78F74524FC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63192" y="3378763"/>
              <a:ext cx="0" cy="61218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0" name="Straight Connector 32">
              <a:extLst>
                <a:ext uri="{FF2B5EF4-FFF2-40B4-BE49-F238E27FC236}">
                  <a16:creationId xmlns:a16="http://schemas.microsoft.com/office/drawing/2014/main" id="{FF4AE762-9C5F-BC44-B002-47DCB50AED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76434" y="3382291"/>
              <a:ext cx="0" cy="64923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1" name="Straight Connector 33">
              <a:extLst>
                <a:ext uri="{FF2B5EF4-FFF2-40B4-BE49-F238E27FC236}">
                  <a16:creationId xmlns:a16="http://schemas.microsoft.com/office/drawing/2014/main" id="{6EDAE1EA-083B-CB47-99FA-23861C82B9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096217" y="3387584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2" name="Straight Connector 34">
              <a:extLst>
                <a:ext uri="{FF2B5EF4-FFF2-40B4-BE49-F238E27FC236}">
                  <a16:creationId xmlns:a16="http://schemas.microsoft.com/office/drawing/2014/main" id="{86963B64-AF82-944E-AB57-8BF7FAA160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413866" y="3382291"/>
              <a:ext cx="0" cy="64570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3" name="Straight Connector 35">
              <a:extLst>
                <a:ext uri="{FF2B5EF4-FFF2-40B4-BE49-F238E27FC236}">
                  <a16:creationId xmlns:a16="http://schemas.microsoft.com/office/drawing/2014/main" id="{E9CD8FE5-0690-0143-924A-0537DE301C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873664" y="3389347"/>
              <a:ext cx="0" cy="69334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44" name="TextBox 5">
              <a:extLst>
                <a:ext uri="{FF2B5EF4-FFF2-40B4-BE49-F238E27FC236}">
                  <a16:creationId xmlns:a16="http://schemas.microsoft.com/office/drawing/2014/main" id="{62721451-260B-5B42-B446-4A08A5449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664" y="3504009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目的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245" name="TextBox 37">
              <a:extLst>
                <a:ext uri="{FF2B5EF4-FFF2-40B4-BE49-F238E27FC236}">
                  <a16:creationId xmlns:a16="http://schemas.microsoft.com/office/drawing/2014/main" id="{3D0AD47F-C570-7447-8C6E-17BFA75B3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423" y="3508238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源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地址</a:t>
              </a:r>
            </a:p>
          </p:txBody>
        </p:sp>
        <p:sp>
          <p:nvSpPr>
            <p:cNvPr id="246" name="TextBox 38">
              <a:extLst>
                <a:ext uri="{FF2B5EF4-FFF2-40B4-BE49-F238E27FC236}">
                  <a16:creationId xmlns:a16="http://schemas.microsoft.com/office/drawing/2014/main" id="{7CDA1998-E9C5-B148-8045-9A713C300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1342" y="3584708"/>
              <a:ext cx="1722641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数据（载荷）</a:t>
              </a:r>
            </a:p>
          </p:txBody>
        </p:sp>
        <p:sp>
          <p:nvSpPr>
            <p:cNvPr id="247" name="TextBox 39">
              <a:extLst>
                <a:ext uri="{FF2B5EF4-FFF2-40B4-BE49-F238E27FC236}">
                  <a16:creationId xmlns:a16="http://schemas.microsoft.com/office/drawing/2014/main" id="{B8ABE0A2-CE51-F940-9862-68F41351F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36896" y="3566359"/>
              <a:ext cx="1070013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48" name="TextBox 40">
              <a:extLst>
                <a:ext uri="{FF2B5EF4-FFF2-40B4-BE49-F238E27FC236}">
                  <a16:creationId xmlns:a16="http://schemas.microsoft.com/office/drawing/2014/main" id="{CDFE46FD-3720-754A-A23C-C253EC320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727" y="3607454"/>
              <a:ext cx="1338345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前导码</a:t>
              </a:r>
            </a:p>
          </p:txBody>
        </p:sp>
        <p:sp>
          <p:nvSpPr>
            <p:cNvPr id="249" name="Text Box 9">
              <a:extLst>
                <a:ext uri="{FF2B5EF4-FFF2-40B4-BE49-F238E27FC236}">
                  <a16:creationId xmlns:a16="http://schemas.microsoft.com/office/drawing/2014/main" id="{DCF83EB4-2232-D345-A1F3-6C8A3CB5C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0768" y="2978284"/>
              <a:ext cx="963318" cy="3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类型</a:t>
              </a:r>
            </a:p>
          </p:txBody>
        </p:sp>
        <p:cxnSp>
          <p:nvCxnSpPr>
            <p:cNvPr id="250" name="Straight Connector 33">
              <a:extLst>
                <a:ext uri="{FF2B5EF4-FFF2-40B4-BE49-F238E27FC236}">
                  <a16:creationId xmlns:a16="http://schemas.microsoft.com/office/drawing/2014/main" id="{3EEE3482-CDF4-DE40-84C8-2E05C8BFC7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92170" y="3405513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51" name="Straight Connector 33">
              <a:extLst>
                <a:ext uri="{FF2B5EF4-FFF2-40B4-BE49-F238E27FC236}">
                  <a16:creationId xmlns:a16="http://schemas.microsoft.com/office/drawing/2014/main" id="{C3ABE881-0CBB-EB49-A630-BF0139917E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94194" y="3383101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52" name="Line 36">
              <a:extLst>
                <a:ext uri="{FF2B5EF4-FFF2-40B4-BE49-F238E27FC236}">
                  <a16:creationId xmlns:a16="http://schemas.microsoft.com/office/drawing/2014/main" id="{B875FAF9-1532-C14B-8D2A-571C5529C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5424" y="2436437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Line 36">
              <a:extLst>
                <a:ext uri="{FF2B5EF4-FFF2-40B4-BE49-F238E27FC236}">
                  <a16:creationId xmlns:a16="http://schemas.microsoft.com/office/drawing/2014/main" id="{8378302D-C70D-6949-ABC1-317AA474B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5495" y="2440920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856316-3977-AE43-89A4-247038665FF9}"/>
              </a:ext>
            </a:extLst>
          </p:cNvPr>
          <p:cNvCxnSpPr>
            <a:cxnSpLocks/>
          </p:cNvCxnSpPr>
          <p:nvPr/>
        </p:nvCxnSpPr>
        <p:spPr>
          <a:xfrm>
            <a:off x="4827494" y="4034118"/>
            <a:ext cx="0" cy="1156447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4A4005C6-D998-EF4E-BB11-9F85F385687A}"/>
              </a:ext>
            </a:extLst>
          </p:cNvPr>
          <p:cNvSpPr/>
          <p:nvPr/>
        </p:nvSpPr>
        <p:spPr>
          <a:xfrm>
            <a:off x="4101353" y="3334872"/>
            <a:ext cx="1008529" cy="685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2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" grpId="0" animBg="1"/>
      <p:bldP spid="186" grpId="0"/>
      <p:bldP spid="187" grpId="0"/>
      <p:bldP spid="189" grpId="0" animBg="1"/>
      <p:bldP spid="191" grpId="0"/>
      <p:bldP spid="10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链路层：6-124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9342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4D242B36-C64B-AD44-85A2-A7552F0092CA}"/>
              </a:ext>
            </a:extLst>
          </p:cNvPr>
          <p:cNvGrpSpPr/>
          <p:nvPr/>
        </p:nvGrpSpPr>
        <p:grpSpPr>
          <a:xfrm>
            <a:off x="3301814" y="4666078"/>
            <a:ext cx="3122613" cy="1757363"/>
            <a:chOff x="3136714" y="4650581"/>
            <a:chExt cx="3122613" cy="1757363"/>
          </a:xfrm>
        </p:grpSpPr>
        <p:sp>
          <p:nvSpPr>
            <p:cNvPr id="104" name="Freeform 4">
              <a:extLst>
                <a:ext uri="{FF2B5EF4-FFF2-40B4-BE49-F238E27FC236}">
                  <a16:creationId xmlns:a16="http://schemas.microsoft.com/office/drawing/2014/main" id="{01593D15-7006-5E48-8210-FADE2F8A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117" y="4650581"/>
              <a:ext cx="3081164" cy="788448"/>
            </a:xfrm>
            <a:custGeom>
              <a:avLst/>
              <a:gdLst>
                <a:gd name="T0" fmla="*/ 2147483647 w 1958"/>
                <a:gd name="T1" fmla="*/ 0 h 683"/>
                <a:gd name="T2" fmla="*/ 0 w 1958"/>
                <a:gd name="T3" fmla="*/ 2147483647 h 683"/>
                <a:gd name="T4" fmla="*/ 2147483647 w 1958"/>
                <a:gd name="T5" fmla="*/ 2147483647 h 683"/>
                <a:gd name="T6" fmla="*/ 2147483647 w 1958"/>
                <a:gd name="T7" fmla="*/ 0 h 683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375 w 9654"/>
                <a:gd name="connsiteY0" fmla="*/ 0 h 10000"/>
                <a:gd name="connsiteX1" fmla="*/ 0 w 9654"/>
                <a:gd name="connsiteY1" fmla="*/ 7644 h 10000"/>
                <a:gd name="connsiteX2" fmla="*/ 9654 w 9654"/>
                <a:gd name="connsiteY2" fmla="*/ 10000 h 10000"/>
                <a:gd name="connsiteX3" fmla="*/ 6712 w 9654"/>
                <a:gd name="connsiteY3" fmla="*/ 0 h 10000"/>
                <a:gd name="connsiteX0" fmla="*/ 1424 w 10358"/>
                <a:gd name="connsiteY0" fmla="*/ 0 h 7644"/>
                <a:gd name="connsiteX1" fmla="*/ 0 w 10358"/>
                <a:gd name="connsiteY1" fmla="*/ 7644 h 7644"/>
                <a:gd name="connsiteX2" fmla="*/ 10358 w 10358"/>
                <a:gd name="connsiteY2" fmla="*/ 7024 h 7644"/>
                <a:gd name="connsiteX3" fmla="*/ 6953 w 10358"/>
                <a:gd name="connsiteY3" fmla="*/ 0 h 7644"/>
                <a:gd name="connsiteX0" fmla="*/ 1288 w 9913"/>
                <a:gd name="connsiteY0" fmla="*/ 0 h 9513"/>
                <a:gd name="connsiteX1" fmla="*/ 0 w 9913"/>
                <a:gd name="connsiteY1" fmla="*/ 9513 h 9513"/>
                <a:gd name="connsiteX2" fmla="*/ 9913 w 9913"/>
                <a:gd name="connsiteY2" fmla="*/ 9189 h 9513"/>
                <a:gd name="connsiteX3" fmla="*/ 6626 w 9913"/>
                <a:gd name="connsiteY3" fmla="*/ 0 h 9513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299" y="0"/>
                  </a:moveTo>
                  <a:cubicBezTo>
                    <a:pt x="907" y="5588"/>
                    <a:pt x="1044" y="5473"/>
                    <a:pt x="0" y="10000"/>
                  </a:cubicBezTo>
                  <a:lnTo>
                    <a:pt x="10000" y="9659"/>
                  </a:lnTo>
                  <a:cubicBezTo>
                    <a:pt x="7455" y="5586"/>
                    <a:pt x="7294" y="3703"/>
                    <a:pt x="6684" y="0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Rectangle 27">
              <a:extLst>
                <a:ext uri="{FF2B5EF4-FFF2-40B4-BE49-F238E27FC236}">
                  <a16:creationId xmlns:a16="http://schemas.microsoft.com/office/drawing/2014/main" id="{ADC95906-2481-F24F-A51F-EAF281AF0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714" y="5395119"/>
              <a:ext cx="3122613" cy="679450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28">
              <a:extLst>
                <a:ext uri="{FF2B5EF4-FFF2-40B4-BE49-F238E27FC236}">
                  <a16:creationId xmlns:a16="http://schemas.microsoft.com/office/drawing/2014/main" id="{A3793CC3-F73A-7040-910B-2BC773A55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9477" y="5563394"/>
              <a:ext cx="6667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标签</a:t>
              </a:r>
            </a:p>
          </p:txBody>
        </p:sp>
        <p:sp>
          <p:nvSpPr>
            <p:cNvPr id="116" name="Text Box 29">
              <a:extLst>
                <a:ext uri="{FF2B5EF4-FFF2-40B4-BE49-F238E27FC236}">
                  <a16:creationId xmlns:a16="http://schemas.microsoft.com/office/drawing/2014/main" id="{059FE6BA-834D-5D47-9816-FEF3D3BE5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164" y="5571331"/>
              <a:ext cx="577850" cy="366713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Exp</a:t>
              </a:r>
            </a:p>
          </p:txBody>
        </p:sp>
        <p:sp>
          <p:nvSpPr>
            <p:cNvPr id="117" name="Text Box 30">
              <a:extLst>
                <a:ext uri="{FF2B5EF4-FFF2-40B4-BE49-F238E27FC236}">
                  <a16:creationId xmlns:a16="http://schemas.microsoft.com/office/drawing/2014/main" id="{4D8F3D4E-04C0-DB43-9DAF-1E706F3DE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9377" y="5579269"/>
              <a:ext cx="336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S</a:t>
              </a:r>
            </a:p>
          </p:txBody>
        </p:sp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EACA38D4-23D8-F24A-98BC-AC0F913710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9252" y="5576094"/>
              <a:ext cx="590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TTL</a:t>
              </a:r>
            </a:p>
          </p:txBody>
        </p:sp>
        <p:sp>
          <p:nvSpPr>
            <p:cNvPr id="119" name="Line 32">
              <a:extLst>
                <a:ext uri="{FF2B5EF4-FFF2-40B4-BE49-F238E27FC236}">
                  <a16:creationId xmlns:a16="http://schemas.microsoft.com/office/drawing/2014/main" id="{FBF76ACB-1AD7-9B49-8064-F134E6B32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677" y="5404644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AF372919-0FC8-764F-B570-46F1637C2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8589" y="5425281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C7934B54-1A2D-2D4B-8668-2BF1FED77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8464" y="54205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Text Box 35">
              <a:extLst>
                <a:ext uri="{FF2B5EF4-FFF2-40B4-BE49-F238E27FC236}">
                  <a16:creationId xmlns:a16="http://schemas.microsoft.com/office/drawing/2014/main" id="{58BC2DC1-E958-0D47-9ACA-60356FCDA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8227" y="6071394"/>
              <a:ext cx="4095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20</a:t>
              </a:r>
            </a:p>
          </p:txBody>
        </p:sp>
        <p:sp>
          <p:nvSpPr>
            <p:cNvPr id="123" name="Text Box 36">
              <a:extLst>
                <a:ext uri="{FF2B5EF4-FFF2-40B4-BE49-F238E27FC236}">
                  <a16:creationId xmlns:a16="http://schemas.microsoft.com/office/drawing/2014/main" id="{DE1DF8F2-BF23-1344-9CFE-8A728F97E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9802" y="6066631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3</a:t>
              </a:r>
            </a:p>
          </p:txBody>
        </p:sp>
        <p:sp>
          <p:nvSpPr>
            <p:cNvPr id="124" name="Text Box 37">
              <a:extLst>
                <a:ext uri="{FF2B5EF4-FFF2-40B4-BE49-F238E27FC236}">
                  <a16:creationId xmlns:a16="http://schemas.microsoft.com/office/drawing/2014/main" id="{0ECBD627-15A8-4C4D-997A-601CDFC1B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6839" y="6063456"/>
              <a:ext cx="296863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8701B027-F174-B64A-9C73-2F05A3150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6577" y="6058694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5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多协议标签交换（MPLS）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2B7E2D7B-D27C-6849-B3DC-B467E275CD60}"/>
              </a:ext>
            </a:extLst>
          </p:cNvPr>
          <p:cNvSpPr txBox="1">
            <a:spLocks noChangeArrowheads="1"/>
          </p:cNvSpPr>
          <p:nvPr/>
        </p:nvSpPr>
        <p:spPr>
          <a:xfrm>
            <a:off x="889560" y="1309781"/>
            <a:ext cx="11099240" cy="2468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8925" indent="-288925">
              <a:defRPr/>
            </a:pPr>
            <a:r>
              <a:rPr lang="en-US" sz="3200" dirty="0">
                <a:solidFill>
                  <a:srgbClr val="0000A8"/>
                </a:solidFill>
              </a:rPr>
              <a:t>目标：在支持 MPLS 的路由器网络中，使用固定长度标签（而非最短前缀匹配）实现高速 IP 转发 </a:t>
            </a:r>
            <a:r>
              <a:rPr lang="en-US" sz="3200" dirty="0"/>
              <a:t/>
            </a:r>
            <a:r>
              <a:rPr lang="en-US" dirty="0"/>
              <a:t/>
            </a:r>
            <a:endParaRPr lang="en-US" sz="3200" dirty="0"/>
          </a:p>
          <a:p>
            <a:pPr marL="681038" lvl="1" indent="-223838">
              <a:defRPr/>
            </a:pPr>
            <a:r>
              <a:rPr lang="en-US" sz="2800" dirty="0"/>
              <a:t>使用固定长度标识符实现更快查找</a:t>
            </a:r>
          </a:p>
          <a:p>
            <a:pPr marL="681038" lvl="1" indent="-223838">
              <a:defRPr/>
            </a:pPr>
            <a:r>
              <a:rPr lang="en-US" sz="2800" dirty="0"/>
              <a:t>借鉴虚电路（VC）方法的思想</a:t>
            </a:r>
          </a:p>
          <a:p>
            <a:pPr marL="681038" lvl="1" indent="-223838">
              <a:defRPr/>
            </a:pPr>
            <a:r>
              <a:rPr lang="en-US" sz="2800" dirty="0"/>
              <a:t>但 IP 数据报仍保留 IP 地址！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111" name="Text Box 12">
            <a:extLst>
              <a:ext uri="{FF2B5EF4-FFF2-40B4-BE49-F238E27FC236}">
                <a16:creationId xmlns:a16="http://schemas.microsoft.com/office/drawing/2014/main" id="{E5A66E53-43AE-2641-AEA2-1AA7871E2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3652" y="4038600"/>
            <a:ext cx="508494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chemeClr val="bg1"/>
                </a:solidFill>
                <a:latin typeface="Arial" charset="0"/>
              </a:rPr>
              <a:t>Ethernet 帧剩余部分，包括带有 IP 源、目的地址的 IP 首部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35AFB78-3DBC-584D-B7D1-450F79F2A333}"/>
              </a:ext>
            </a:extLst>
          </p:cNvPr>
          <p:cNvGrpSpPr/>
          <p:nvPr/>
        </p:nvGrpSpPr>
        <p:grpSpPr>
          <a:xfrm>
            <a:off x="3735093" y="3993350"/>
            <a:ext cx="1665910" cy="657225"/>
            <a:chOff x="3557402" y="4006056"/>
            <a:chExt cx="1666875" cy="657225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08" name="Line 9">
              <a:extLst>
                <a:ext uri="{FF2B5EF4-FFF2-40B4-BE49-F238E27FC236}">
                  <a16:creationId xmlns:a16="http://schemas.microsoft.com/office/drawing/2014/main" id="{2F6FC90F-1E3A-F64A-BE40-94A2E15FE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8514" y="40108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0">
              <a:extLst>
                <a:ext uri="{FF2B5EF4-FFF2-40B4-BE49-F238E27FC236}">
                  <a16:creationId xmlns:a16="http://schemas.microsoft.com/office/drawing/2014/main" id="{C21CAFBC-51A7-6542-8430-5C5251756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89" y="4006056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Rectangle 25">
              <a:extLst>
                <a:ext uri="{FF2B5EF4-FFF2-40B4-BE49-F238E27FC236}">
                  <a16:creationId xmlns:a16="http://schemas.microsoft.com/office/drawing/2014/main" id="{33DA14E2-710D-6045-AF7C-2CF1581AC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402" y="4009231"/>
              <a:ext cx="1660525" cy="639763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3" name="Text Box 7">
              <a:extLst>
                <a:ext uri="{FF2B5EF4-FFF2-40B4-BE49-F238E27FC236}">
                  <a16:creationId xmlns:a16="http://schemas.microsoft.com/office/drawing/2014/main" id="{0D53170E-D4FB-2C41-92FE-4FD03EFA7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2327" y="4167981"/>
              <a:ext cx="16319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b="1" i="0" dirty="0">
                  <a:solidFill>
                    <a:srgbClr val="FFFFFF"/>
                  </a:solidFill>
                  <a:latin typeface="Arial" charset="0"/>
                </a:rPr>
                <a:t>MPLS 首部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F1E81A5-4DDE-B941-9696-EDD9220C9CBF}"/>
              </a:ext>
            </a:extLst>
          </p:cNvPr>
          <p:cNvGrpSpPr/>
          <p:nvPr/>
        </p:nvGrpSpPr>
        <p:grpSpPr>
          <a:xfrm>
            <a:off x="2591501" y="3998009"/>
            <a:ext cx="1828099" cy="651093"/>
            <a:chOff x="1905701" y="7534275"/>
            <a:chExt cx="1828099" cy="651093"/>
          </a:xfrm>
        </p:grpSpPr>
        <p:sp>
          <p:nvSpPr>
            <p:cNvPr id="132" name="Rectangle 5">
              <a:extLst>
                <a:ext uri="{FF2B5EF4-FFF2-40B4-BE49-F238E27FC236}">
                  <a16:creationId xmlns:a16="http://schemas.microsoft.com/office/drawing/2014/main" id="{0EB33CC5-3EEE-BD4C-8CD0-813090C9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701" y="7534275"/>
              <a:ext cx="1828099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6">
              <a:extLst>
                <a:ext uri="{FF2B5EF4-FFF2-40B4-BE49-F238E27FC236}">
                  <a16:creationId xmlns:a16="http://schemas.microsoft.com/office/drawing/2014/main" id="{6CC7271F-1E00-184A-9CC6-3A6EFB881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816" y="7539037"/>
              <a:ext cx="1120820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Ethernet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首部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DAC9AC08-173B-FF4E-9E7E-258D9F5F29F2}"/>
              </a:ext>
            </a:extLst>
          </p:cNvPr>
          <p:cNvGrpSpPr/>
          <p:nvPr/>
        </p:nvGrpSpPr>
        <p:grpSpPr>
          <a:xfrm>
            <a:off x="4419600" y="3994834"/>
            <a:ext cx="5234874" cy="646331"/>
            <a:chOff x="4737100" y="6692900"/>
            <a:chExt cx="5234874" cy="646331"/>
          </a:xfrm>
        </p:grpSpPr>
        <p:sp>
          <p:nvSpPr>
            <p:cNvPr id="127" name="Rectangle 5">
              <a:extLst>
                <a:ext uri="{FF2B5EF4-FFF2-40B4-BE49-F238E27FC236}">
                  <a16:creationId xmlns:a16="http://schemas.microsoft.com/office/drawing/2014/main" id="{72A52302-139F-0E4F-8C01-90FBB0BF2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100" y="6696075"/>
              <a:ext cx="5234874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Text Box 12">
              <a:extLst>
                <a:ext uri="{FF2B5EF4-FFF2-40B4-BE49-F238E27FC236}">
                  <a16:creationId xmlns:a16="http://schemas.microsoft.com/office/drawing/2014/main" id="{F1315168-B5EA-6E4C-A9BC-D50E586DE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8926" y="6692900"/>
              <a:ext cx="5084948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Ethernet 帧剩余部分，包括带有 IP 源、目的地址的 IP 首部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9104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3.7037E-7 L 0.08008 3.7037E-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9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4.07407E-6 L -0.05651 0.00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支持 MPLS 的路由器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69E050D-27B7-634F-8AD6-EDDC26763879}"/>
              </a:ext>
            </a:extLst>
          </p:cNvPr>
          <p:cNvSpPr txBox="1">
            <a:spLocks noChangeArrowheads="1"/>
          </p:cNvSpPr>
          <p:nvPr/>
        </p:nvSpPr>
        <p:spPr>
          <a:xfrm>
            <a:off x="1004047" y="1371600"/>
            <a:ext cx="10304929" cy="5029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5138" indent="-334963">
              <a:defRPr/>
            </a:pPr>
            <a:r>
              <a:rPr lang="en-US" sz="3200" dirty="0"/>
              <a:t>又称标签交换路由器</a:t>
            </a:r>
          </a:p>
          <a:p>
            <a:pPr marL="465138" indent="-334963">
              <a:defRPr/>
            </a:pPr>
            <a:r>
              <a:rPr lang="en-US" sz="3200" dirty="0"/>
              <a:t>仅根据标签值把分组转发到外出接口（不检查 IP 地址）</a:t>
            </a:r>
            <a:r>
              <a:rPr lang="en-US" sz="3200" i="1" dirty="0"/>
              <a:t/>
            </a:r>
            <a:r>
              <a:rPr lang="en-US" sz="3200" dirty="0"/>
              <a:t/>
            </a:r>
          </a:p>
          <a:p>
            <a:pPr lvl="1">
              <a:defRPr/>
            </a:pPr>
            <a:r>
              <a:rPr lang="en-US" sz="2800" dirty="0"/>
              <a:t>MPLS 转发表不同于 IP 转发表</a:t>
            </a:r>
          </a:p>
          <a:p>
            <a:pPr marL="465138" indent="-334963">
              <a:defRPr/>
            </a:pPr>
            <a:r>
              <a:rPr lang="en-US" sz="3200" i="1" dirty="0">
                <a:solidFill>
                  <a:srgbClr val="0000A8"/>
                </a:solidFill>
              </a:rPr>
              <a:t>灵活性：MPLS 转发决策可不同于 IP</a:t>
            </a:r>
            <a:r>
              <a:rPr lang="en-US" sz="3200" dirty="0"/>
              <a:t/>
            </a:r>
            <a:r>
              <a:rPr lang="en-US" sz="3200" i="1" dirty="0"/>
              <a:t/>
            </a:r>
            <a:r>
              <a:rPr lang="en-US" sz="3200" dirty="0"/>
              <a:t/>
            </a:r>
          </a:p>
          <a:p>
            <a:pPr lvl="1">
              <a:defRPr/>
            </a:pPr>
            <a:r>
              <a:rPr lang="en-US" sz="2800" dirty="0"/>
              <a:t>使用目的和源地址把到同一目的地的流按不同路径路由（流量工程）</a:t>
            </a:r>
            <a:r>
              <a:rPr lang="en-US" sz="2800" i="1" dirty="0"/>
              <a:t/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dirty="0"/>
              <a:t>若链路故障，快速重路由流：预先计算备份路径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469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>
            <a:extLst>
              <a:ext uri="{FF2B5EF4-FFF2-40B4-BE49-F238E27FC236}">
                <a16:creationId xmlns:a16="http://schemas.microsoft.com/office/drawing/2014/main" id="{1AC884E2-7C84-4748-8E78-29AD4341B603}"/>
              </a:ext>
            </a:extLst>
          </p:cNvPr>
          <p:cNvGrpSpPr/>
          <p:nvPr/>
        </p:nvGrpSpPr>
        <p:grpSpPr>
          <a:xfrm>
            <a:off x="3103897" y="2168711"/>
            <a:ext cx="800044" cy="416858"/>
            <a:chOff x="7493876" y="2774731"/>
            <a:chExt cx="1481958" cy="894622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9FB3E6D9-C941-0E40-8CEC-E6E36AB7EE3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840D35B2-0210-7F41-89C9-36FB51709C0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DBC7C3CE-4EE9-B943-961E-0D33B1BF5A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331FCD0-8A96-084D-82F0-49EDA0CF0C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847EB3A5-5E4E-E142-B7E3-26D62F2E2D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43B635A-04A2-5B48-8BFF-C7EFD4BD4B3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CB174067-58C3-9945-9E4A-29CF07B75C4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067BF8-0E92-A241-B979-6DBC7376BA25}"/>
              </a:ext>
            </a:extLst>
          </p:cNvPr>
          <p:cNvGrpSpPr/>
          <p:nvPr/>
        </p:nvGrpSpPr>
        <p:grpSpPr>
          <a:xfrm>
            <a:off x="4565518" y="2198594"/>
            <a:ext cx="800044" cy="416858"/>
            <a:chOff x="7493876" y="2774731"/>
            <a:chExt cx="1481958" cy="894622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08000AB-2410-B24B-B9A7-F8C6444737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C8F055D3-6E41-0D48-8BB5-986C4177AC7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10968CE7-2411-524C-85DE-338DF5CA491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BE22A9B0-F679-BF41-B887-8FE83A309EE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DBCC451E-8D4F-F94D-999A-81DF66CEA2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CFB4AA86-92D9-ED40-8EC4-25513CDAF2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C86B848C-5375-254D-A8FB-DB3E946B91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0699CDC-9B09-9741-B717-602EEB61AE25}"/>
              </a:ext>
            </a:extLst>
          </p:cNvPr>
          <p:cNvGrpSpPr/>
          <p:nvPr/>
        </p:nvGrpSpPr>
        <p:grpSpPr>
          <a:xfrm>
            <a:off x="4189561" y="3198907"/>
            <a:ext cx="800044" cy="41685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76A99B9-2954-7045-AD14-8BDC95DFD7F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F76D6138-A155-BD43-AE6C-1006A15786E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71852350-A36B-E648-A64D-7ECE44B715B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30AB8A14-EA82-9F4F-A38F-E3EC63D6063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6A3596FA-EFC7-FF41-B194-0647E96BB8E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D0E44AF9-C176-444C-877E-77A2464248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0774CB2-F827-0248-92A8-50399EE821E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E8249A9-0F99-AE42-BB85-7DDA5EAC6650}"/>
              </a:ext>
            </a:extLst>
          </p:cNvPr>
          <p:cNvGrpSpPr/>
          <p:nvPr/>
        </p:nvGrpSpPr>
        <p:grpSpPr>
          <a:xfrm>
            <a:off x="6015747" y="3215157"/>
            <a:ext cx="800044" cy="416858"/>
            <a:chOff x="7493876" y="2774731"/>
            <a:chExt cx="1481958" cy="894622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2B8708D-55B8-EC44-B90F-E3478131F7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A98145D6-6C62-8D43-9DC8-86305736A60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20099A11-8E91-444E-9159-2071CCEA73C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018D1F04-9565-D444-9B68-B1F95AF03EF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960C15D3-0DE5-D24B-86EF-73F1ABF66E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C6C3CFAF-4DA2-4147-882C-92DE33BD48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8F68EDDA-10C8-FA43-821C-50BFD4375F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与 IP 路径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2" name="Freeform 1">
            <a:extLst>
              <a:ext uri="{FF2B5EF4-FFF2-40B4-BE49-F238E27FC236}">
                <a16:creationId xmlns:a16="http://schemas.microsoft.com/office/drawing/2014/main" id="{C50E341D-D3FE-AF47-9CE3-616D5F120F6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600636" y="489562"/>
                </a:lnTo>
                <a:lnTo>
                  <a:pt x="1170173" y="614228"/>
                </a:lnTo>
                <a:lnTo>
                  <a:pt x="2039172" y="1622945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3" name="Freeform 149">
            <a:extLst>
              <a:ext uri="{FF2B5EF4-FFF2-40B4-BE49-F238E27FC236}">
                <a16:creationId xmlns:a16="http://schemas.microsoft.com/office/drawing/2014/main" id="{6C1A7A27-D266-C842-85AF-291700855D6D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C0000"/>
                </a:solidFill>
                <a:latin typeface="+mn-lt"/>
              </a:rPr>
              <a:t>IP 路由：到目的地的路径仅由目的地址决定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/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TextBox 2">
            <a:extLst>
              <a:ext uri="{FF2B5EF4-FFF2-40B4-BE49-F238E27FC236}">
                <a16:creationId xmlns:a16="http://schemas.microsoft.com/office/drawing/2014/main" id="{CC19B554-ED26-2A4D-9F83-BFE523C80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路由器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4DFE461-65B0-DC45-967C-27BAE3228AA2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B15ADDC-F0DF-7847-9146-516C95EFE2A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DE7B2185-65B9-1845-8EAD-E5E133825B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E659C548-FE49-6541-824A-22B71458DC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CD770F3-A51D-8447-B372-C6D9BD4D709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7103CBF8-6D8D-2043-B1D4-61F8D7482F1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3294622-AA35-A74E-8241-A158C02054C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52431B74-ABE1-544D-A8C2-F4EE2CBEE34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781073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roup 418">
            <a:extLst>
              <a:ext uri="{FF2B5EF4-FFF2-40B4-BE49-F238E27FC236}">
                <a16:creationId xmlns:a16="http://schemas.microsoft.com/office/drawing/2014/main" id="{F77A7D19-8C6F-5B42-BF87-B8D258F25EB2}"/>
              </a:ext>
            </a:extLst>
          </p:cNvPr>
          <p:cNvGrpSpPr/>
          <p:nvPr/>
        </p:nvGrpSpPr>
        <p:grpSpPr>
          <a:xfrm>
            <a:off x="3104084" y="2169457"/>
            <a:ext cx="800044" cy="416858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7B347614-95B5-104C-8657-504FF89CCA0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2031E1C9-9C20-4840-9408-F4995D7F2A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9529BF07-3205-5D48-967B-9134BA9555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C9991F24-F7C1-1F4F-BEE0-C3E49A43CE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E2DA6099-9895-A248-B58F-F5AB6AF96AA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73B517BC-AAD7-EC4B-B19B-0B3354A074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3DA597D-030B-9B49-936A-2CF0D9C1F2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91C22D11-0472-D444-B47D-6068C3594E9C}"/>
              </a:ext>
            </a:extLst>
          </p:cNvPr>
          <p:cNvGrpSpPr/>
          <p:nvPr/>
        </p:nvGrpSpPr>
        <p:grpSpPr>
          <a:xfrm>
            <a:off x="4564629" y="2204710"/>
            <a:ext cx="800044" cy="416858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627451AE-50CE-F74F-999A-6ACBAC40A41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159959BD-7AC4-7744-B50D-8995514756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B287206E-BC01-5F4C-8E92-702F5DCDB6D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5CD2C228-DAC7-7848-98BC-B6A4DBD0F47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B53FB649-BF3B-8F47-9FF5-F972A0DEB8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F7E9846D-94CA-8A4A-9EAD-8497DD13B4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36269EFC-64EE-2844-877E-00384427F58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64BED899-10A3-E648-88DF-8C9D746029A7}"/>
              </a:ext>
            </a:extLst>
          </p:cNvPr>
          <p:cNvGrpSpPr/>
          <p:nvPr/>
        </p:nvGrpSpPr>
        <p:grpSpPr>
          <a:xfrm>
            <a:off x="4183358" y="3201117"/>
            <a:ext cx="800044" cy="416858"/>
            <a:chOff x="7493876" y="2774731"/>
            <a:chExt cx="1481958" cy="894622"/>
          </a:xfrm>
        </p:grpSpPr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9D901DAF-672A-BC42-86F5-BDDFCB4571C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48A6932E-86F8-8843-8C7C-DCF6611EF59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FCDFFDED-DAFB-B844-AC76-39034A30064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CC70474D-BF68-064E-BC6E-C960A678D2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48AFED8C-7ECC-F545-8050-8352F627B2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3742FF40-294E-094D-A695-DAA0293728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04221566-AF60-E34B-BB5B-355A27EDDFF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9255E15D-DD7F-284E-8788-C8FA6DF84BC1}"/>
              </a:ext>
            </a:extLst>
          </p:cNvPr>
          <p:cNvGrpSpPr/>
          <p:nvPr/>
        </p:nvGrpSpPr>
        <p:grpSpPr>
          <a:xfrm>
            <a:off x="6014871" y="3215650"/>
            <a:ext cx="800044" cy="416858"/>
            <a:chOff x="7493876" y="2774731"/>
            <a:chExt cx="1481958" cy="894622"/>
          </a:xfrm>
        </p:grpSpPr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072DDC6D-BA07-5C48-905D-2F0C9D31D0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F0AB7CEC-143F-6E40-8766-B7D9E00EA23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4ABAA694-0FFC-D149-B6DA-47C39539E8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D008C859-C959-6341-A6A6-295340E5E4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A433C9E2-721E-E94D-BEFB-2DBB92D8D38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F2CEAC29-5E19-0246-B96D-77BE38687D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87D1E2C0-C895-DD4A-8404-346E30EF76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与 IP 路径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8" name="TextBox 2">
            <a:extLst>
              <a:ext uri="{FF2B5EF4-FFF2-40B4-BE49-F238E27FC236}">
                <a16:creationId xmlns:a16="http://schemas.microsoft.com/office/drawing/2014/main" id="{1627C605-9C6D-7A40-AB3C-02D953A31A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路由器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54EE0CF3-C877-2B41-876E-AD8A0E3281FF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1AC5E981-1621-EF4E-AE11-BAE258B97F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F9EA27B8-2035-7541-9808-943C3E87C6C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A442D165-6342-5C47-B717-F625C03272D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D4EBB926-F57B-EE41-9318-1D7470368D2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95237C88-3CB7-2249-9095-28432A6E9AF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0467955A-1076-FF4A-B111-3650862D9E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FFD18EB9-43FA-704B-BEA9-F61F99F378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00000"/>
                </a:solidFill>
                <a:latin typeface="+mn-lt"/>
              </a:rPr>
              <a:t>IP 路由：到目的地的路径仅由目的地址决定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/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5E656F68-12CF-074F-A1FD-89165300B3E1}"/>
              </a:ext>
            </a:extLst>
          </p:cNvPr>
          <p:cNvGrpSpPr/>
          <p:nvPr/>
        </p:nvGrpSpPr>
        <p:grpSpPr>
          <a:xfrm>
            <a:off x="8697359" y="3042907"/>
            <a:ext cx="800044" cy="416858"/>
            <a:chOff x="7493876" y="2774731"/>
            <a:chExt cx="1481958" cy="894622"/>
          </a:xfrm>
        </p:grpSpPr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EA0612B1-B625-1E4B-9EA8-C9529F6A0C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5E0173FC-872E-4A45-B19A-7C3A7F03E1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51736B51-F61A-2146-86BF-8037FB44C0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958EA045-C980-2A46-AEF5-DD26CCFDFF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E486E80B-20C0-2A4D-B130-C2A894DAF5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60C47E56-FC95-A148-B77D-AD55B0659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C79CFB88-C2E3-4747-ACF6-3D58A31871B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61" name="TextBox 2">
            <a:extLst>
              <a:ext uri="{FF2B5EF4-FFF2-40B4-BE49-F238E27FC236}">
                <a16:creationId xmlns:a16="http://schemas.microsoft.com/office/drawing/2014/main" id="{1E7E78C4-170B-BF44-9C49-74732B085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5967" y="3046129"/>
            <a:ext cx="17608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IP/MPLS 路由器</a:t>
            </a:r>
          </a:p>
        </p:txBody>
      </p:sp>
      <p:sp>
        <p:nvSpPr>
          <p:cNvPr id="462" name="Freeform 1">
            <a:extLst>
              <a:ext uri="{FF2B5EF4-FFF2-40B4-BE49-F238E27FC236}">
                <a16:creationId xmlns:a16="http://schemas.microsoft.com/office/drawing/2014/main" id="{2F285AF5-3CFC-8144-A3E3-C606C51723B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63" name="Freeform 149">
            <a:extLst>
              <a:ext uri="{FF2B5EF4-FFF2-40B4-BE49-F238E27FC236}">
                <a16:creationId xmlns:a16="http://schemas.microsoft.com/office/drawing/2014/main" id="{C96E52B5-7C67-A44C-94AA-D0E48F75F781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EB029A7E-44C0-F242-A5A1-3FC07CDBB65E}"/>
              </a:ext>
            </a:extLst>
          </p:cNvPr>
          <p:cNvGrpSpPr/>
          <p:nvPr/>
        </p:nvGrpSpPr>
        <p:grpSpPr>
          <a:xfrm>
            <a:off x="3568700" y="1399148"/>
            <a:ext cx="7067923" cy="1745690"/>
            <a:chOff x="3568700" y="1399148"/>
            <a:chExt cx="7067923" cy="1745690"/>
          </a:xfrm>
        </p:grpSpPr>
        <p:cxnSp>
          <p:nvCxnSpPr>
            <p:cNvPr id="464" name="Straight Connector 5">
              <a:extLst>
                <a:ext uri="{FF2B5EF4-FFF2-40B4-BE49-F238E27FC236}">
                  <a16:creationId xmlns:a16="http://schemas.microsoft.com/office/drawing/2014/main" id="{4A6BF5BF-16DA-5442-8B76-4B6D04C8BC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999006" y="1726547"/>
              <a:ext cx="323196" cy="397000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65" name="TextBox 6">
              <a:extLst>
                <a:ext uri="{FF2B5EF4-FFF2-40B4-BE49-F238E27FC236}">
                  <a16:creationId xmlns:a16="http://schemas.microsoft.com/office/drawing/2014/main" id="{5A85EE23-0DCC-ED46-BE8D-9C679D1AE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802" y="1399148"/>
              <a:ext cx="6339821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IP/MPLS 入口路由器（R4）可基于 IP 源地址或其他字段，为到 A 的流使用不同 MPLS 路由</a:t>
              </a:r>
              <a:r>
                <a:rPr lang="en-US" sz="2000" dirty="0">
                  <a:solidFill>
                    <a:srgbClr val="000000"/>
                  </a:solidFill>
                  <a:latin typeface="+mn-lt"/>
                  <a:cs typeface="Arial" charset="0"/>
                </a:rPr>
                <a:t/>
              </a:r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/>
              </a:r>
            </a:p>
          </p:txBody>
        </p:sp>
        <p:sp>
          <p:nvSpPr>
            <p:cNvPr id="466" name="Oval 3">
              <a:extLst>
                <a:ext uri="{FF2B5EF4-FFF2-40B4-BE49-F238E27FC236}">
                  <a16:creationId xmlns:a16="http://schemas.microsoft.com/office/drawing/2014/main" id="{4A124612-BCD5-2B40-AA4F-13E275CE4C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263392">
              <a:off x="3568700" y="2000250"/>
              <a:ext cx="161925" cy="1144588"/>
            </a:xfrm>
            <a:prstGeom prst="ellips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468" name="Rectangle 3">
            <a:extLst>
              <a:ext uri="{FF2B5EF4-FFF2-40B4-BE49-F238E27FC236}">
                <a16:creationId xmlns:a16="http://schemas.microsoft.com/office/drawing/2014/main" id="{865EA7EE-95F3-5A4E-BB84-123A34384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851" y="4701896"/>
            <a:ext cx="10892772" cy="154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solidFill>
                  <a:srgbClr val="C00000"/>
                </a:solidFill>
                <a:latin typeface="+mn-lt"/>
              </a:rPr>
              <a:t>MPLS 路由：到目的地的路径可基于源地址和目的地址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/>
            </a:r>
            <a:r>
              <a:rPr lang="en-US" sz="2800" dirty="0">
                <a:solidFill>
                  <a:srgbClr val="000000"/>
                </a:solidFill>
                <a:latin typeface="+mn-lt"/>
              </a:rPr>
              <a:t/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/>
            </a:r>
          </a:p>
          <a:p>
            <a:pPr marL="693738" lvl="1" indent="-2936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通用转发的一种形式（MPLS 早了 10 年）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/>
            </a:r>
          </a:p>
          <a:p>
            <a:pPr marL="681038" lvl="1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快速重路由：为链路故障预先计算备份路由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/>
            </a:r>
          </a:p>
        </p:txBody>
      </p:sp>
      <p:sp>
        <p:nvSpPr>
          <p:cNvPr id="469" name="Text Box 83">
            <a:extLst>
              <a:ext uri="{FF2B5EF4-FFF2-40B4-BE49-F238E27FC236}">
                <a16:creationId xmlns:a16="http://schemas.microsoft.com/office/drawing/2014/main" id="{82575C60-3D09-694E-94EF-1FD71702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0759" y="3650037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796807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2" grpId="0" animBg="1"/>
      <p:bldP spid="463" grpId="0" animBg="1"/>
      <p:bldP spid="468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信令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链路层：6-129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CA66BB57-919B-4648-81E0-16D9853CD4F6}"/>
              </a:ext>
            </a:extLst>
          </p:cNvPr>
          <p:cNvSpPr txBox="1">
            <a:spLocks noChangeArrowheads="1"/>
          </p:cNvSpPr>
          <p:nvPr/>
        </p:nvSpPr>
        <p:spPr>
          <a:xfrm>
            <a:off x="806263" y="1486367"/>
            <a:ext cx="11188513" cy="2142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修改 OSPF、IS-IS 链路状态泛洪协议，以携带 MPLS 路由所用信息： </a:t>
            </a:r>
          </a:p>
          <a:p>
            <a:pPr lvl="1">
              <a:defRPr/>
            </a:pPr>
            <a:r>
              <a:rPr lang="en-US" sz="2800" dirty="0"/>
              <a:t>例如，链路带宽、“预留”链路带宽量</a:t>
            </a:r>
            <a:r>
              <a:rPr lang="en-US" altLang="ja-JP" sz="2800" dirty="0"/>
              <a:t/>
            </a:r>
            <a:r>
              <a:rPr lang="en-US" sz="2800" dirty="0"/>
              <a:t/>
            </a: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CCA1C305-E041-4941-9AEA-18805F739D29}"/>
              </a:ext>
            </a:extLst>
          </p:cNvPr>
          <p:cNvGrpSpPr/>
          <p:nvPr/>
        </p:nvGrpSpPr>
        <p:grpSpPr>
          <a:xfrm>
            <a:off x="4502577" y="4805080"/>
            <a:ext cx="800044" cy="416858"/>
            <a:chOff x="7493876" y="2774731"/>
            <a:chExt cx="1481958" cy="894622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08CDBB1-1F38-7F48-836E-B6E5C7B5AA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39920A8D-C9F8-C94F-8877-345E775DE4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2BF505B8-734D-9F4C-9AB4-3DB0003EA8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076F7462-849F-A741-B5A8-E6AFFE366DA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CA07A77C-17B7-594C-9C1F-058B512A7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790AF07F-1AF0-C142-89B7-4A5388DE08D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F3627550-6C97-504C-96E0-54B2BC757A3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1F7AA10F-C17E-734C-BC0B-B5C4F498C1B2}"/>
              </a:ext>
            </a:extLst>
          </p:cNvPr>
          <p:cNvGrpSpPr/>
          <p:nvPr/>
        </p:nvGrpSpPr>
        <p:grpSpPr>
          <a:xfrm>
            <a:off x="5963122" y="4840333"/>
            <a:ext cx="800044" cy="416858"/>
            <a:chOff x="7493876" y="2774731"/>
            <a:chExt cx="1481958" cy="894622"/>
          </a:xfrm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B75F260-AF78-5C42-A36E-ABCC91D5C3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87AC8B6D-0B61-2E42-BA0A-CB71C2DC0B7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5852113F-BB20-2F49-AEE4-82335B4E4C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CBBF1C45-997B-074C-A138-03EEA0977B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E9753822-EBA0-DC43-B9FE-7E103BC932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C0140E77-EEFD-D344-AF27-6C18825665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3254445-2606-D746-BE94-C18BE6773F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C78173E-918D-6249-9D45-F67CE76B5FD0}"/>
              </a:ext>
            </a:extLst>
          </p:cNvPr>
          <p:cNvGrpSpPr/>
          <p:nvPr/>
        </p:nvGrpSpPr>
        <p:grpSpPr>
          <a:xfrm>
            <a:off x="5581851" y="5836740"/>
            <a:ext cx="800044" cy="416858"/>
            <a:chOff x="7493876" y="2774731"/>
            <a:chExt cx="1481958" cy="894622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8F48514-17FF-0146-9698-D7C0F038395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09092E3-60B3-164F-A316-277265AC5A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FCAA4410-2D6D-6145-8EEF-161FB3D8890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4387B18F-CE78-4C41-9BA8-EB37B082248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1011784E-B450-FD4F-A12B-1F72F4D5B6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A4F0A83E-1750-6446-A304-C184C5BA99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24D3F830-55C7-1540-82D6-9393CC0C79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AF5F4AF-1553-A944-A6F1-DC6C10532BED}"/>
              </a:ext>
            </a:extLst>
          </p:cNvPr>
          <p:cNvGrpSpPr/>
          <p:nvPr/>
        </p:nvGrpSpPr>
        <p:grpSpPr>
          <a:xfrm>
            <a:off x="7413364" y="5851273"/>
            <a:ext cx="800044" cy="416858"/>
            <a:chOff x="7493876" y="2774731"/>
            <a:chExt cx="1481958" cy="894622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C8FC781-18BC-A94D-9D8C-96DF76B6B86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E928D398-A97E-E140-9DEA-DF30655B7E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86C45F4F-E0FE-0647-8FC1-54A0A966992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FBC13035-4D56-014E-8725-86EA6B5650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7244683D-8614-2943-841E-955790189AD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3132EDF5-4B73-814A-BE4A-A69AB9F7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1871928-C93B-B040-B83A-30F3781F8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26" name="Line 76">
            <a:extLst>
              <a:ext uri="{FF2B5EF4-FFF2-40B4-BE49-F238E27FC236}">
                <a16:creationId xmlns:a16="http://schemas.microsoft.com/office/drawing/2014/main" id="{D6A468A9-1FA1-E948-B763-8236176CF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7" y="4422215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Line 77">
            <a:extLst>
              <a:ext uri="{FF2B5EF4-FFF2-40B4-BE49-F238E27FC236}">
                <a16:creationId xmlns:a16="http://schemas.microsoft.com/office/drawing/2014/main" id="{AFAF3405-DDD8-6F4B-8C54-008F0C7E60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9160" y="5080796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Line 78">
            <a:extLst>
              <a:ext uri="{FF2B5EF4-FFF2-40B4-BE49-F238E27FC236}">
                <a16:creationId xmlns:a16="http://schemas.microsoft.com/office/drawing/2014/main" id="{B7B1F8CE-10DA-0647-B8D3-A5B5B45D91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99716" y="5066403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79">
            <a:extLst>
              <a:ext uri="{FF2B5EF4-FFF2-40B4-BE49-F238E27FC236}">
                <a16:creationId xmlns:a16="http://schemas.microsoft.com/office/drawing/2014/main" id="{F6835931-2CCC-4240-84AF-F91B73BC0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1756" y="5202704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80">
            <a:extLst>
              <a:ext uri="{FF2B5EF4-FFF2-40B4-BE49-F238E27FC236}">
                <a16:creationId xmlns:a16="http://schemas.microsoft.com/office/drawing/2014/main" id="{7F1DA1E7-52EE-3443-BA1E-BC838B280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909" y="6087691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81">
            <a:extLst>
              <a:ext uri="{FF2B5EF4-FFF2-40B4-BE49-F238E27FC236}">
                <a16:creationId xmlns:a16="http://schemas.microsoft.com/office/drawing/2014/main" id="{1B1F013C-DE45-9B4D-B181-0F65365EC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6659" y="5201023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82">
            <a:extLst>
              <a:ext uri="{FF2B5EF4-FFF2-40B4-BE49-F238E27FC236}">
                <a16:creationId xmlns:a16="http://schemas.microsoft.com/office/drawing/2014/main" id="{F3A7F028-1974-094A-8DA1-14CC0849B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8230" y="610589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Text Box 84">
            <a:extLst>
              <a:ext uri="{FF2B5EF4-FFF2-40B4-BE49-F238E27FC236}">
                <a16:creationId xmlns:a16="http://schemas.microsoft.com/office/drawing/2014/main" id="{DEE8F196-B8BB-DD4F-8012-8492EBF98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6546" y="62836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134" name="Text Box 85">
            <a:extLst>
              <a:ext uri="{FF2B5EF4-FFF2-40B4-BE49-F238E27FC236}">
                <a16:creationId xmlns:a16="http://schemas.microsoft.com/office/drawing/2014/main" id="{31615C8B-D883-714C-87DC-85E50194A4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169" y="4890614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135" name="Text Box 86">
            <a:extLst>
              <a:ext uri="{FF2B5EF4-FFF2-40B4-BE49-F238E27FC236}">
                <a16:creationId xmlns:a16="http://schemas.microsoft.com/office/drawing/2014/main" id="{03A6AE07-F4FE-DD42-8326-7B9D7F6EE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2309" y="528198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136" name="Text Box 102">
            <a:extLst>
              <a:ext uri="{FF2B5EF4-FFF2-40B4-BE49-F238E27FC236}">
                <a16:creationId xmlns:a16="http://schemas.microsoft.com/office/drawing/2014/main" id="{0C5BFEFF-00A9-3845-ACA4-891E64194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721" y="551852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137" name="Text Box 108">
            <a:extLst>
              <a:ext uri="{FF2B5EF4-FFF2-40B4-BE49-F238E27FC236}">
                <a16:creationId xmlns:a16="http://schemas.microsoft.com/office/drawing/2014/main" id="{1E0D3342-505B-C24E-BFDA-D04CF12FD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121" y="5923336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138" name="Text Box 109">
            <a:extLst>
              <a:ext uri="{FF2B5EF4-FFF2-40B4-BE49-F238E27FC236}">
                <a16:creationId xmlns:a16="http://schemas.microsoft.com/office/drawing/2014/main" id="{BE388218-BE5D-3841-91C3-13261572A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3209" y="45691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139" name="Text Box 87">
            <a:extLst>
              <a:ext uri="{FF2B5EF4-FFF2-40B4-BE49-F238E27FC236}">
                <a16:creationId xmlns:a16="http://schemas.microsoft.com/office/drawing/2014/main" id="{CBFE94AF-097D-1F48-BA05-00CBBC2CE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8609" y="522007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0AF1C5B-2CAB-D34C-8F67-49DE4EA6E0F8}"/>
              </a:ext>
            </a:extLst>
          </p:cNvPr>
          <p:cNvGrpSpPr/>
          <p:nvPr/>
        </p:nvGrpSpPr>
        <p:grpSpPr>
          <a:xfrm>
            <a:off x="2992024" y="4208928"/>
            <a:ext cx="800044" cy="416858"/>
            <a:chOff x="7493876" y="2774731"/>
            <a:chExt cx="1481958" cy="89462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D577B434-BA2B-5048-8303-668D8541C9D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3E0E3127-FBD5-784D-9460-752548DA90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E00F7552-9938-BD43-B367-F1078D405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402F5AF1-E782-0E45-8255-F70F36E7C6D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DB91231-7CD0-2F41-84FA-5DCDF20879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A0DA28C2-3453-6143-9478-48BBC945F5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88CC48C-0664-C249-B122-BB1AFA82AAA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410FA06-D796-E449-BA59-1CCF08938547}"/>
              </a:ext>
            </a:extLst>
          </p:cNvPr>
          <p:cNvGrpSpPr/>
          <p:nvPr/>
        </p:nvGrpSpPr>
        <p:grpSpPr>
          <a:xfrm>
            <a:off x="3036847" y="5060575"/>
            <a:ext cx="800044" cy="416858"/>
            <a:chOff x="7493876" y="2774731"/>
            <a:chExt cx="1481958" cy="894622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AE7AA12C-5FCC-A742-B80B-8182EE49EB2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974557B-9511-4D4E-A016-326011BD62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712772EE-5934-E346-93A7-485179A2F8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7F07BF85-DCEC-CE40-8D93-74D61E51832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BCEF72A1-3B9B-E545-91B8-0552AC3890D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81973C5F-893B-0C47-A068-F2921F6F7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993966AB-94A3-3F47-AC6D-9DE515C29D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6" name="Line 82">
            <a:extLst>
              <a:ext uri="{FF2B5EF4-FFF2-40B4-BE49-F238E27FC236}">
                <a16:creationId xmlns:a16="http://schemas.microsoft.com/office/drawing/2014/main" id="{4D68AB6F-BD41-6240-8717-7BBD819CBD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5510" y="506957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A5374C71-840A-7347-9DA0-1DD69BD53A1A}"/>
              </a:ext>
            </a:extLst>
          </p:cNvPr>
          <p:cNvGrpSpPr>
            <a:grpSpLocks/>
          </p:cNvGrpSpPr>
          <p:nvPr/>
        </p:nvGrpSpPr>
        <p:grpSpPr bwMode="auto">
          <a:xfrm>
            <a:off x="4254499" y="4756992"/>
            <a:ext cx="3109913" cy="1607891"/>
            <a:chOff x="2882348" y="4542181"/>
            <a:chExt cx="3109821" cy="1607226"/>
          </a:xfrm>
        </p:grpSpPr>
        <p:sp>
          <p:nvSpPr>
            <p:cNvPr id="160" name="Right Arrow 93183">
              <a:extLst>
                <a:ext uri="{FF2B5EF4-FFF2-40B4-BE49-F238E27FC236}">
                  <a16:creationId xmlns:a16="http://schemas.microsoft.com/office/drawing/2014/main" id="{7F2DEA98-57F4-4F41-BA41-B470DA9A18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3876263" y="4542181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1" name="Right Arrow 112">
              <a:extLst>
                <a:ext uri="{FF2B5EF4-FFF2-40B4-BE49-F238E27FC236}">
                  <a16:creationId xmlns:a16="http://schemas.microsoft.com/office/drawing/2014/main" id="{C3AD32EA-5BFF-F749-B511-E312AE1D7B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936672" flipV="1">
              <a:off x="3501914" y="5294505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2" name="Right Arrow 113">
              <a:extLst>
                <a:ext uri="{FF2B5EF4-FFF2-40B4-BE49-F238E27FC236}">
                  <a16:creationId xmlns:a16="http://schemas.microsoft.com/office/drawing/2014/main" id="{30640B9E-D2BC-CE49-AFB6-6355D36BD2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901416" flipV="1">
              <a:off x="3896874" y="5246831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3" name="TextBox 93184">
              <a:extLst>
                <a:ext uri="{FF2B5EF4-FFF2-40B4-BE49-F238E27FC236}">
                  <a16:creationId xmlns:a16="http://schemas.microsoft.com/office/drawing/2014/main" id="{3ECEB854-808D-D340-B457-1BC298B8C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2348" y="5396948"/>
              <a:ext cx="1081931" cy="75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修改后的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链路状态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泛洪</a:t>
              </a: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173F7A7B-1583-A64A-9DC1-C6B97EB31313}"/>
              </a:ext>
            </a:extLst>
          </p:cNvPr>
          <p:cNvGrpSpPr>
            <a:grpSpLocks/>
          </p:cNvGrpSpPr>
          <p:nvPr/>
        </p:nvGrpSpPr>
        <p:grpSpPr bwMode="auto">
          <a:xfrm>
            <a:off x="5243596" y="4483662"/>
            <a:ext cx="2182726" cy="1516342"/>
            <a:chOff x="6863432" y="3135344"/>
            <a:chExt cx="2183363" cy="1516976"/>
          </a:xfrm>
        </p:grpSpPr>
        <p:sp>
          <p:nvSpPr>
            <p:cNvPr id="165" name="Right Arrow 119">
              <a:extLst>
                <a:ext uri="{FF2B5EF4-FFF2-40B4-BE49-F238E27FC236}">
                  <a16:creationId xmlns:a16="http://schemas.microsoft.com/office/drawing/2014/main" id="{1C5EDD2A-5B5F-0A4D-8668-74F54114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0889" y="3432312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6" name="Right Arrow 120">
              <a:extLst>
                <a:ext uri="{FF2B5EF4-FFF2-40B4-BE49-F238E27FC236}">
                  <a16:creationId xmlns:a16="http://schemas.microsoft.com/office/drawing/2014/main" id="{C3ACBA8F-A6DE-4F48-A7D7-196C58D55A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111092" flipV="1">
              <a:off x="6556540" y="4184636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7" name="Right Arrow 121">
              <a:extLst>
                <a:ext uri="{FF2B5EF4-FFF2-40B4-BE49-F238E27FC236}">
                  <a16:creationId xmlns:a16="http://schemas.microsoft.com/office/drawing/2014/main" id="{602E9C23-C75C-6C49-850B-658E74D8DB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36798" flipV="1">
              <a:off x="6951500" y="4136962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8" name="TextBox 122">
              <a:extLst>
                <a:ext uri="{FF2B5EF4-FFF2-40B4-BE49-F238E27FC236}">
                  <a16:creationId xmlns:a16="http://schemas.microsoft.com/office/drawing/2014/main" id="{77E44874-A122-AA44-A46F-6C9B2F567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432" y="3135344"/>
              <a:ext cx="949319" cy="316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C00000"/>
                  </a:solidFill>
                  <a:latin typeface="+mn-lt"/>
                  <a:cs typeface="Arial" charset="0"/>
                </a:rPr>
                <a:t>RSVP-TE</a:t>
              </a:r>
            </a:p>
          </p:txBody>
        </p:sp>
      </p:grpSp>
      <p:sp>
        <p:nvSpPr>
          <p:cNvPr id="169" name="Rectangle 3">
            <a:extLst>
              <a:ext uri="{FF2B5EF4-FFF2-40B4-BE49-F238E27FC236}">
                <a16:creationId xmlns:a16="http://schemas.microsoft.com/office/drawing/2014/main" id="{60B103AD-1C48-BC42-A29F-B371A495B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646" y="2941171"/>
            <a:ext cx="10947213" cy="1058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i="0" dirty="0">
                <a:solidFill>
                  <a:srgbClr val="000000"/>
                </a:solidFill>
                <a:latin typeface="+mn-lt"/>
                <a:cs typeface="+mn-cs"/>
              </a:rPr>
              <a:t>入口 MPLS 路由器使用 RSVP-TE 信令协议在下游路由器中建立 MPLS 转发</a:t>
            </a:r>
          </a:p>
        </p:txBody>
      </p:sp>
      <p:sp>
        <p:nvSpPr>
          <p:cNvPr id="170" name="Text Box 83">
            <a:extLst>
              <a:ext uri="{FF2B5EF4-FFF2-40B4-BE49-F238E27FC236}">
                <a16:creationId xmlns:a16="http://schemas.microsoft.com/office/drawing/2014/main" id="{E7E31D70-BCFD-0C44-8E54-DC49147B9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9253" y="629812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4182523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转发表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链路层：6-130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73EB9AE-4B4B-4346-962C-323D97558A86}"/>
              </a:ext>
            </a:extLst>
          </p:cNvPr>
          <p:cNvGrpSpPr/>
          <p:nvPr/>
        </p:nvGrpSpPr>
        <p:grpSpPr>
          <a:xfrm>
            <a:off x="6348319" y="4936097"/>
            <a:ext cx="2661899" cy="1319944"/>
            <a:chOff x="6348319" y="4936097"/>
            <a:chExt cx="2661899" cy="1319944"/>
          </a:xfrm>
        </p:grpSpPr>
        <p:sp>
          <p:nvSpPr>
            <p:cNvPr id="219" name="Freeform 3">
              <a:extLst>
                <a:ext uri="{FF2B5EF4-FFF2-40B4-BE49-F238E27FC236}">
                  <a16:creationId xmlns:a16="http://schemas.microsoft.com/office/drawing/2014/main" id="{C2B16262-E527-A34C-BA93-364FB40B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319" y="4936097"/>
              <a:ext cx="2447925" cy="577850"/>
            </a:xfrm>
            <a:custGeom>
              <a:avLst/>
              <a:gdLst>
                <a:gd name="T0" fmla="*/ 2147483647 w 1542"/>
                <a:gd name="T1" fmla="*/ 2147483647 h 364"/>
                <a:gd name="T2" fmla="*/ 0 w 1542"/>
                <a:gd name="T3" fmla="*/ 2147483647 h 364"/>
                <a:gd name="T4" fmla="*/ 2147483647 w 1542"/>
                <a:gd name="T5" fmla="*/ 2147483647 h 364"/>
                <a:gd name="T6" fmla="*/ 2147483647 w 1542"/>
                <a:gd name="T7" fmla="*/ 0 h 364"/>
                <a:gd name="T8" fmla="*/ 2147483647 w 1542"/>
                <a:gd name="T9" fmla="*/ 2147483647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2" h="364">
                  <a:moveTo>
                    <a:pt x="839" y="8"/>
                  </a:moveTo>
                  <a:lnTo>
                    <a:pt x="0" y="364"/>
                  </a:lnTo>
                  <a:lnTo>
                    <a:pt x="1542" y="364"/>
                  </a:lnTo>
                  <a:lnTo>
                    <a:pt x="1127" y="0"/>
                  </a:lnTo>
                  <a:lnTo>
                    <a:pt x="839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1" name="Group 110">
              <a:extLst>
                <a:ext uri="{FF2B5EF4-FFF2-40B4-BE49-F238E27FC236}">
                  <a16:creationId xmlns:a16="http://schemas.microsoft.com/office/drawing/2014/main" id="{A9B6F810-1DA8-CD4B-9B9A-8E3E61B5A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68" y="5333703"/>
              <a:ext cx="2546350" cy="922338"/>
              <a:chOff x="679" y="3270"/>
              <a:chExt cx="1604" cy="581"/>
            </a:xfrm>
          </p:grpSpPr>
          <p:sp>
            <p:nvSpPr>
              <p:cNvPr id="222" name="Rectangle 111">
                <a:extLst>
                  <a:ext uri="{FF2B5EF4-FFF2-40B4-BE49-F238E27FC236}">
                    <a16:creationId xmlns:a16="http://schemas.microsoft.com/office/drawing/2014/main" id="{080EFBD4-EA9F-4B4C-BB14-48AF92D4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23" name="Text Box 112">
                <a:extLst>
                  <a:ext uri="{FF2B5EF4-FFF2-40B4-BE49-F238E27FC236}">
                    <a16:creationId xmlns:a16="http://schemas.microsoft.com/office/drawing/2014/main" id="{B9BCEF9A-45F9-8A4A-8E6C-199529FE5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out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24" name="Line 113">
                <a:extLst>
                  <a:ext uri="{FF2B5EF4-FFF2-40B4-BE49-F238E27FC236}">
                    <a16:creationId xmlns:a16="http://schemas.microsoft.com/office/drawing/2014/main" id="{71BE2D74-DC26-1442-AFB5-AAD87B9FC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5" name="Text Box 114">
                <a:extLst>
                  <a:ext uri="{FF2B5EF4-FFF2-40B4-BE49-F238E27FC236}">
                    <a16:creationId xmlns:a16="http://schemas.microsoft.com/office/drawing/2014/main" id="{68E1F84E-9C74-1243-B51D-F4CD28DAC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6 - A 0</a:t>
                </a:r>
              </a:p>
            </p:txBody>
          </p:sp>
          <p:sp>
            <p:nvSpPr>
              <p:cNvPr id="226" name="Line 115">
                <a:extLst>
                  <a:ext uri="{FF2B5EF4-FFF2-40B4-BE49-F238E27FC236}">
                    <a16:creationId xmlns:a16="http://schemas.microsoft.com/office/drawing/2014/main" id="{93DCE101-756F-124D-98B0-9767B4E41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7" name="Line 116">
                <a:extLst>
                  <a:ext uri="{FF2B5EF4-FFF2-40B4-BE49-F238E27FC236}">
                    <a16:creationId xmlns:a16="http://schemas.microsoft.com/office/drawing/2014/main" id="{EDD0C2CA-3B5E-1A43-88D5-257D16A4B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8" name="Line 117">
                <a:extLst>
                  <a:ext uri="{FF2B5EF4-FFF2-40B4-BE49-F238E27FC236}">
                    <a16:creationId xmlns:a16="http://schemas.microsoft.com/office/drawing/2014/main" id="{46B29124-E64A-AB42-AB69-F312BBD42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A9F890F5-B889-5B4F-8AC2-1385934F9348}"/>
              </a:ext>
            </a:extLst>
          </p:cNvPr>
          <p:cNvGrpSpPr/>
          <p:nvPr/>
        </p:nvGrpSpPr>
        <p:grpSpPr>
          <a:xfrm>
            <a:off x="6341409" y="1863350"/>
            <a:ext cx="2622550" cy="1714500"/>
            <a:chOff x="6341409" y="1863350"/>
            <a:chExt cx="2622550" cy="1714500"/>
          </a:xfrm>
        </p:grpSpPr>
        <p:sp>
          <p:nvSpPr>
            <p:cNvPr id="220" name="Freeform 5">
              <a:extLst>
                <a:ext uri="{FF2B5EF4-FFF2-40B4-BE49-F238E27FC236}">
                  <a16:creationId xmlns:a16="http://schemas.microsoft.com/office/drawing/2014/main" id="{6ABEC6E8-4445-0547-B162-E6AFDDE5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1409" y="3066675"/>
              <a:ext cx="2589213" cy="511175"/>
            </a:xfrm>
            <a:custGeom>
              <a:avLst/>
              <a:gdLst>
                <a:gd name="T0" fmla="*/ 2147483647 w 1631"/>
                <a:gd name="T1" fmla="*/ 2147483647 h 322"/>
                <a:gd name="T2" fmla="*/ 2147483647 w 1631"/>
                <a:gd name="T3" fmla="*/ 0 h 322"/>
                <a:gd name="T4" fmla="*/ 2147483647 w 1631"/>
                <a:gd name="T5" fmla="*/ 0 h 322"/>
                <a:gd name="T6" fmla="*/ 0 w 1631"/>
                <a:gd name="T7" fmla="*/ 2147483647 h 322"/>
                <a:gd name="T8" fmla="*/ 2147483647 w 1631"/>
                <a:gd name="T9" fmla="*/ 2147483647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1" h="322">
                  <a:moveTo>
                    <a:pt x="123" y="322"/>
                  </a:moveTo>
                  <a:lnTo>
                    <a:pt x="1631" y="0"/>
                  </a:lnTo>
                  <a:lnTo>
                    <a:pt x="89" y="0"/>
                  </a:lnTo>
                  <a:lnTo>
                    <a:pt x="0" y="300"/>
                  </a:lnTo>
                  <a:lnTo>
                    <a:pt x="123" y="322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9" name="Group 118">
              <a:extLst>
                <a:ext uri="{FF2B5EF4-FFF2-40B4-BE49-F238E27FC236}">
                  <a16:creationId xmlns:a16="http://schemas.microsoft.com/office/drawing/2014/main" id="{E7D28835-7AC3-3F4C-BDBC-E1A91D2C2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609" y="1863350"/>
              <a:ext cx="2546350" cy="1239838"/>
              <a:chOff x="3494" y="291"/>
              <a:chExt cx="1604" cy="781"/>
            </a:xfrm>
          </p:grpSpPr>
          <p:sp>
            <p:nvSpPr>
              <p:cNvPr id="230" name="Rectangle 119">
                <a:extLst>
                  <a:ext uri="{FF2B5EF4-FFF2-40B4-BE49-F238E27FC236}">
                    <a16:creationId xmlns:a16="http://schemas.microsoft.com/office/drawing/2014/main" id="{4BA74B4D-4F28-6844-BD61-1913BA4B4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17"/>
                <a:ext cx="1533" cy="7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31" name="Text Box 120">
                <a:extLst>
                  <a:ext uri="{FF2B5EF4-FFF2-40B4-BE49-F238E27FC236}">
                    <a16:creationId xmlns:a16="http://schemas.microsoft.com/office/drawing/2014/main" id="{CA6C1CFC-6CB9-E24A-BCFF-E161A0DB77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4" y="291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out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32" name="Line 121">
                <a:extLst>
                  <a:ext uri="{FF2B5EF4-FFF2-40B4-BE49-F238E27FC236}">
                    <a16:creationId xmlns:a16="http://schemas.microsoft.com/office/drawing/2014/main" id="{949DE82B-28E9-3B4D-AA3C-D4D602982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4" y="605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3" name="Text Box 122">
                <a:extLst>
                  <a:ext uri="{FF2B5EF4-FFF2-40B4-BE49-F238E27FC236}">
                    <a16:creationId xmlns:a16="http://schemas.microsoft.com/office/drawing/2014/main" id="{6E2E79A9-DCDF-164A-8A0A-96A386C29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5" y="609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10 6 A 1</a:t>
                </a:r>
              </a:p>
            </p:txBody>
          </p:sp>
          <p:sp>
            <p:nvSpPr>
              <p:cNvPr id="234" name="Line 123">
                <a:extLst>
                  <a:ext uri="{FF2B5EF4-FFF2-40B4-BE49-F238E27FC236}">
                    <a16:creationId xmlns:a16="http://schemas.microsoft.com/office/drawing/2014/main" id="{433E5963-7CBD-2F44-B2F7-4AACF9D47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7" y="324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5" name="Text Box 124">
                <a:extLst>
                  <a:ext uri="{FF2B5EF4-FFF2-40B4-BE49-F238E27FC236}">
                    <a16:creationId xmlns:a16="http://schemas.microsoft.com/office/drawing/2014/main" id="{5BF662DE-4BB8-B84F-B980-9F77A2063C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0" y="830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12 9 D 0</a:t>
                </a:r>
              </a:p>
            </p:txBody>
          </p:sp>
          <p:sp>
            <p:nvSpPr>
              <p:cNvPr id="236" name="Line 125">
                <a:extLst>
                  <a:ext uri="{FF2B5EF4-FFF2-40B4-BE49-F238E27FC236}">
                    <a16:creationId xmlns:a16="http://schemas.microsoft.com/office/drawing/2014/main" id="{5F740908-A1B6-A04A-96B2-3720B6234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5" y="335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7" name="Line 126">
                <a:extLst>
                  <a:ext uri="{FF2B5EF4-FFF2-40B4-BE49-F238E27FC236}">
                    <a16:creationId xmlns:a16="http://schemas.microsoft.com/office/drawing/2014/main" id="{54E39628-0ECF-F043-851F-1E1E3EFA7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3" y="329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2310F5B-3DD5-7448-B7B8-CE790FE726DF}"/>
              </a:ext>
            </a:extLst>
          </p:cNvPr>
          <p:cNvGrpSpPr/>
          <p:nvPr/>
        </p:nvGrpSpPr>
        <p:grpSpPr>
          <a:xfrm>
            <a:off x="3571782" y="4888472"/>
            <a:ext cx="2546350" cy="1304925"/>
            <a:chOff x="3571782" y="4888472"/>
            <a:chExt cx="2546350" cy="1304925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82716ED6-05E4-334B-91EE-B1EC80C9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882" y="4888472"/>
              <a:ext cx="2462212" cy="419100"/>
            </a:xfrm>
            <a:custGeom>
              <a:avLst/>
              <a:gdLst>
                <a:gd name="T0" fmla="*/ 2147483647 w 1551"/>
                <a:gd name="T1" fmla="*/ 2147483647 h 264"/>
                <a:gd name="T2" fmla="*/ 0 w 1551"/>
                <a:gd name="T3" fmla="*/ 2147483647 h 264"/>
                <a:gd name="T4" fmla="*/ 2147483647 w 1551"/>
                <a:gd name="T5" fmla="*/ 2147483647 h 264"/>
                <a:gd name="T6" fmla="*/ 2147483647 w 1551"/>
                <a:gd name="T7" fmla="*/ 0 h 264"/>
                <a:gd name="T8" fmla="*/ 2147483647 w 1551"/>
                <a:gd name="T9" fmla="*/ 2147483647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1" h="264">
                  <a:moveTo>
                    <a:pt x="1263" y="8"/>
                  </a:moveTo>
                  <a:lnTo>
                    <a:pt x="0" y="264"/>
                  </a:lnTo>
                  <a:lnTo>
                    <a:pt x="1536" y="264"/>
                  </a:lnTo>
                  <a:lnTo>
                    <a:pt x="1551" y="0"/>
                  </a:lnTo>
                  <a:lnTo>
                    <a:pt x="1263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8" name="Group 137">
              <a:extLst>
                <a:ext uri="{FF2B5EF4-FFF2-40B4-BE49-F238E27FC236}">
                  <a16:creationId xmlns:a16="http://schemas.microsoft.com/office/drawing/2014/main" id="{FEBC6843-606B-4F41-804E-F269AE29E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1782" y="5271059"/>
              <a:ext cx="2546350" cy="922338"/>
              <a:chOff x="679" y="3270"/>
              <a:chExt cx="1604" cy="581"/>
            </a:xfrm>
          </p:grpSpPr>
          <p:sp>
            <p:nvSpPr>
              <p:cNvPr id="239" name="Rectangle 138">
                <a:extLst>
                  <a:ext uri="{FF2B5EF4-FFF2-40B4-BE49-F238E27FC236}">
                    <a16:creationId xmlns:a16="http://schemas.microsoft.com/office/drawing/2014/main" id="{4CCB2E59-9D3C-1A46-8804-DE9784E82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40" name="Text Box 139">
                <a:extLst>
                  <a:ext uri="{FF2B5EF4-FFF2-40B4-BE49-F238E27FC236}">
                    <a16:creationId xmlns:a16="http://schemas.microsoft.com/office/drawing/2014/main" id="{6251E42A-AB5F-484A-AE74-F120DFC9EC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out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41" name="Line 140">
                <a:extLst>
                  <a:ext uri="{FF2B5EF4-FFF2-40B4-BE49-F238E27FC236}">
                    <a16:creationId xmlns:a16="http://schemas.microsoft.com/office/drawing/2014/main" id="{48550AFD-EB33-B94B-9E47-8276779B1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2" name="Text Box 141">
                <a:extLst>
                  <a:ext uri="{FF2B5EF4-FFF2-40B4-BE49-F238E27FC236}">
                    <a16:creationId xmlns:a16="http://schemas.microsoft.com/office/drawing/2014/main" id="{707061C8-ACC2-F14E-B28A-24FC700989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8 6 A 0</a:t>
                </a:r>
              </a:p>
            </p:txBody>
          </p:sp>
          <p:sp>
            <p:nvSpPr>
              <p:cNvPr id="243" name="Line 142">
                <a:extLst>
                  <a:ext uri="{FF2B5EF4-FFF2-40B4-BE49-F238E27FC236}">
                    <a16:creationId xmlns:a16="http://schemas.microsoft.com/office/drawing/2014/main" id="{F6028321-6CA8-0F40-B16A-85C805482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4" name="Line 143">
                <a:extLst>
                  <a:ext uri="{FF2B5EF4-FFF2-40B4-BE49-F238E27FC236}">
                    <a16:creationId xmlns:a16="http://schemas.microsoft.com/office/drawing/2014/main" id="{89B04793-10A9-AC4C-A7C1-FAB97AEB0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5" name="Line 144">
                <a:extLst>
                  <a:ext uri="{FF2B5EF4-FFF2-40B4-BE49-F238E27FC236}">
                    <a16:creationId xmlns:a16="http://schemas.microsoft.com/office/drawing/2014/main" id="{1EBBB069-EFA9-9647-88A0-1180B13640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409B71D9-C569-2E4B-A5EB-A57D6D3DA9C2}"/>
              </a:ext>
            </a:extLst>
          </p:cNvPr>
          <p:cNvGrpSpPr/>
          <p:nvPr/>
        </p:nvGrpSpPr>
        <p:grpSpPr>
          <a:xfrm>
            <a:off x="3582334" y="1260100"/>
            <a:ext cx="2546350" cy="2295525"/>
            <a:chOff x="1793875" y="1609725"/>
            <a:chExt cx="2546350" cy="2295525"/>
          </a:xfrm>
        </p:grpSpPr>
        <p:sp>
          <p:nvSpPr>
            <p:cNvPr id="247" name="Freeform 4">
              <a:extLst>
                <a:ext uri="{FF2B5EF4-FFF2-40B4-BE49-F238E27FC236}">
                  <a16:creationId xmlns:a16="http://schemas.microsoft.com/office/drawing/2014/main" id="{C05B965D-1EEA-3345-B7B4-D8BF7547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3106738"/>
              <a:ext cx="2433637" cy="798512"/>
            </a:xfrm>
            <a:custGeom>
              <a:avLst/>
              <a:gdLst>
                <a:gd name="T0" fmla="*/ 2147483647 w 1533"/>
                <a:gd name="T1" fmla="*/ 2147483647 h 503"/>
                <a:gd name="T2" fmla="*/ 2147483647 w 1533"/>
                <a:gd name="T3" fmla="*/ 0 h 503"/>
                <a:gd name="T4" fmla="*/ 0 w 1533"/>
                <a:gd name="T5" fmla="*/ 0 h 503"/>
                <a:gd name="T6" fmla="*/ 2147483647 w 1533"/>
                <a:gd name="T7" fmla="*/ 2147483647 h 503"/>
                <a:gd name="T8" fmla="*/ 2147483647 w 1533"/>
                <a:gd name="T9" fmla="*/ 2147483647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3" h="503">
                  <a:moveTo>
                    <a:pt x="808" y="503"/>
                  </a:moveTo>
                  <a:lnTo>
                    <a:pt x="1533" y="0"/>
                  </a:lnTo>
                  <a:lnTo>
                    <a:pt x="0" y="0"/>
                  </a:lnTo>
                  <a:lnTo>
                    <a:pt x="685" y="481"/>
                  </a:lnTo>
                  <a:lnTo>
                    <a:pt x="808" y="503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Rectangle 127">
              <a:extLst>
                <a:ext uri="{FF2B5EF4-FFF2-40B4-BE49-F238E27FC236}">
                  <a16:creationId xmlns:a16="http://schemas.microsoft.com/office/drawing/2014/main" id="{943486B6-3B33-4E4E-9295-604A4D426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088" y="1651000"/>
              <a:ext cx="2433637" cy="14351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cs typeface="+mn-cs"/>
              </a:endParaRPr>
            </a:p>
          </p:txBody>
        </p:sp>
        <p:sp>
          <p:nvSpPr>
            <p:cNvPr id="249" name="Text Box 128">
              <a:extLst>
                <a:ext uri="{FF2B5EF4-FFF2-40B4-BE49-F238E27FC236}">
                  <a16:creationId xmlns:a16="http://schemas.microsoft.com/office/drawing/2014/main" id="{B2E451E6-B86A-FC47-91D2-C34C4AAF5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3875" y="1609725"/>
              <a:ext cx="25463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in out out</a:t>
              </a:r>
            </a:p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label     label   dest    interface</a:t>
              </a:r>
            </a:p>
          </p:txBody>
        </p:sp>
        <p:sp>
          <p:nvSpPr>
            <p:cNvPr id="250" name="Line 129">
              <a:extLst>
                <a:ext uri="{FF2B5EF4-FFF2-40B4-BE49-F238E27FC236}">
                  <a16:creationId xmlns:a16="http://schemas.microsoft.com/office/drawing/2014/main" id="{BDA0B7A9-0758-2449-AF68-5E090CC46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375" y="2108200"/>
              <a:ext cx="23923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Text Box 130">
              <a:extLst>
                <a:ext uri="{FF2B5EF4-FFF2-40B4-BE49-F238E27FC236}">
                  <a16:creationId xmlns:a16="http://schemas.microsoft.com/office/drawing/2014/main" id="{4A0596CB-4D57-3848-9391-C4A8A3859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4838" y="2114550"/>
              <a:ext cx="2381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10 A 0</a:t>
              </a:r>
            </a:p>
          </p:txBody>
        </p:sp>
        <p:sp>
          <p:nvSpPr>
            <p:cNvPr id="252" name="Line 131">
              <a:extLst>
                <a:ext uri="{FF2B5EF4-FFF2-40B4-BE49-F238E27FC236}">
                  <a16:creationId xmlns:a16="http://schemas.microsoft.com/office/drawing/2014/main" id="{892CE36D-9427-D44E-84AB-7D03304EC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0138" y="1662113"/>
              <a:ext cx="1587" cy="14128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Text Box 132">
              <a:extLst>
                <a:ext uri="{FF2B5EF4-FFF2-40B4-BE49-F238E27FC236}">
                  <a16:creationId xmlns:a16="http://schemas.microsoft.com/office/drawing/2014/main" id="{C6B2D3D0-129A-E94D-9CC0-9D69A69F8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2455863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12 D 0</a:t>
              </a:r>
            </a:p>
          </p:txBody>
        </p:sp>
        <p:sp>
          <p:nvSpPr>
            <p:cNvPr id="254" name="Line 133">
              <a:extLst>
                <a:ext uri="{FF2B5EF4-FFF2-40B4-BE49-F238E27FC236}">
                  <a16:creationId xmlns:a16="http://schemas.microsoft.com/office/drawing/2014/main" id="{D87D0D69-F4A8-E44A-B598-7F5BADA43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463" y="1658938"/>
              <a:ext cx="1587" cy="1422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Line 134">
              <a:extLst>
                <a:ext uri="{FF2B5EF4-FFF2-40B4-BE49-F238E27FC236}">
                  <a16:creationId xmlns:a16="http://schemas.microsoft.com/office/drawing/2014/main" id="{61167F6E-49DD-2E46-846F-F3F98D828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788" y="1670050"/>
              <a:ext cx="1587" cy="14017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6" name="Text Box 146">
              <a:extLst>
                <a:ext uri="{FF2B5EF4-FFF2-40B4-BE49-F238E27FC236}">
                  <a16:creationId xmlns:a16="http://schemas.microsoft.com/office/drawing/2014/main" id="{EB4AFCE0-5EBE-5149-8CA6-F475E5524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7850" y="2757488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  8 A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2BD2A27-CA79-3747-AD5F-B3EA164BD0AF}"/>
              </a:ext>
            </a:extLst>
          </p:cNvPr>
          <p:cNvGrpSpPr/>
          <p:nvPr/>
        </p:nvGrpSpPr>
        <p:grpSpPr>
          <a:xfrm>
            <a:off x="3005471" y="2904563"/>
            <a:ext cx="6187647" cy="2441483"/>
            <a:chOff x="2992024" y="3375211"/>
            <a:chExt cx="6187647" cy="2441483"/>
          </a:xfrm>
        </p:grpSpPr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CA1C305-E041-4941-9AEA-18805F739D29}"/>
                </a:ext>
              </a:extLst>
            </p:cNvPr>
            <p:cNvGrpSpPr/>
            <p:nvPr/>
          </p:nvGrpSpPr>
          <p:grpSpPr>
            <a:xfrm>
              <a:off x="4502577" y="3971363"/>
              <a:ext cx="800044" cy="416858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08CDBB1-1F38-7F48-836E-B6E5C7B5AA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9920A8D-C9F8-C94F-8877-345E775DE4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2BF505B8-734D-9F4C-9AB4-3DB0003EA8A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076F7462-849F-A741-B5A8-E6AFFE366DA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CA07A77C-17B7-594C-9C1F-058B512A76F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790AF07F-1AF0-C142-89B7-4A5388DE08D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F3627550-6C97-504C-96E0-54B2BC757A3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F7AA10F-C17E-734C-BC0B-B5C4F498C1B2}"/>
                </a:ext>
              </a:extLst>
            </p:cNvPr>
            <p:cNvGrpSpPr/>
            <p:nvPr/>
          </p:nvGrpSpPr>
          <p:grpSpPr>
            <a:xfrm>
              <a:off x="5963122" y="4006616"/>
              <a:ext cx="800044" cy="416858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EB75F260-AF78-5C42-A36E-ABCC91D5C37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87AC8B6D-0B61-2E42-BA0A-CB71C2DC0B7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5852113F-BB20-2F49-AEE4-82335B4E4C6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CBBF1C45-997B-074C-A138-03EEA0977BF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E9753822-EBA0-DC43-B9FE-7E103BC932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0140E77-EEFD-D344-AF27-6C18825665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83254445-2606-D746-BE94-C18BE6773F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7C78173E-918D-6249-9D45-F67CE76B5FD0}"/>
                </a:ext>
              </a:extLst>
            </p:cNvPr>
            <p:cNvGrpSpPr/>
            <p:nvPr/>
          </p:nvGrpSpPr>
          <p:grpSpPr>
            <a:xfrm>
              <a:off x="5581851" y="5003023"/>
              <a:ext cx="800044" cy="416858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8F48514-17FF-0146-9698-D7C0F03839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09092E3-60B3-164F-A316-277265AC5A7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FCAA4410-2D6D-6145-8EEF-161FB3D889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4387B18F-CE78-4C41-9BA8-EB37B082248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1011784E-B450-FD4F-A12B-1F72F4D5B6A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A4F0A83E-1750-6446-A304-C184C5BA99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24D3F830-55C7-1540-82D6-9393CC0C79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EAF5F4AF-1553-A944-A6F1-DC6C10532BED}"/>
                </a:ext>
              </a:extLst>
            </p:cNvPr>
            <p:cNvGrpSpPr/>
            <p:nvPr/>
          </p:nvGrpSpPr>
          <p:grpSpPr>
            <a:xfrm>
              <a:off x="7413364" y="5017556"/>
              <a:ext cx="800044" cy="416858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FC8FC781-18BC-A94D-9D8C-96DF76B6B86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E928D398-A97E-E140-9DEA-DF30655B7EA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86C45F4F-E0FE-0647-8FC1-54A0A966992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FBC13035-4D56-014E-8725-86EA6B5650A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7244683D-8614-2943-841E-955790189A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3132EDF5-4B73-814A-BE4A-A69AB9F7339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E1871928-C93B-B040-B83A-30F3781F82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6" name="Line 76">
              <a:extLst>
                <a:ext uri="{FF2B5EF4-FFF2-40B4-BE49-F238E27FC236}">
                  <a16:creationId xmlns:a16="http://schemas.microsoft.com/office/drawing/2014/main" id="{D6A468A9-1FA1-E948-B763-8236176CF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087" y="3588498"/>
              <a:ext cx="752593" cy="5806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77">
              <a:extLst>
                <a:ext uri="{FF2B5EF4-FFF2-40B4-BE49-F238E27FC236}">
                  <a16:creationId xmlns:a16="http://schemas.microsoft.com/office/drawing/2014/main" id="{AFAF3405-DDD8-6F4B-8C54-008F0C7E6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9160" y="4247079"/>
              <a:ext cx="688134" cy="2345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78">
              <a:extLst>
                <a:ext uri="{FF2B5EF4-FFF2-40B4-BE49-F238E27FC236}">
                  <a16:creationId xmlns:a16="http://schemas.microsoft.com/office/drawing/2014/main" id="{B7B1F8CE-10DA-0647-B8D3-A5B5B45D9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9716" y="4232686"/>
              <a:ext cx="6667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79">
              <a:extLst>
                <a:ext uri="{FF2B5EF4-FFF2-40B4-BE49-F238E27FC236}">
                  <a16:creationId xmlns:a16="http://schemas.microsoft.com/office/drawing/2014/main" id="{F6835931-2CCC-4240-84AF-F91B73BC0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1756" y="4368987"/>
              <a:ext cx="607804" cy="677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Line 80">
              <a:extLst>
                <a:ext uri="{FF2B5EF4-FFF2-40B4-BE49-F238E27FC236}">
                  <a16:creationId xmlns:a16="http://schemas.microsoft.com/office/drawing/2014/main" id="{7F1DA1E7-52EE-3443-BA1E-BC838B280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0909" y="5253974"/>
              <a:ext cx="10382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1" name="Line 81">
              <a:extLst>
                <a:ext uri="{FF2B5EF4-FFF2-40B4-BE49-F238E27FC236}">
                  <a16:creationId xmlns:a16="http://schemas.microsoft.com/office/drawing/2014/main" id="{1B1F013C-DE45-9B4D-B181-0F65365EC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6659" y="4367306"/>
              <a:ext cx="838200" cy="7143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82">
              <a:extLst>
                <a:ext uri="{FF2B5EF4-FFF2-40B4-BE49-F238E27FC236}">
                  <a16:creationId xmlns:a16="http://schemas.microsoft.com/office/drawing/2014/main" id="{F3A7F028-1974-094A-8DA1-14CC0849B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8230" y="527218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84">
              <a:extLst>
                <a:ext uri="{FF2B5EF4-FFF2-40B4-BE49-F238E27FC236}">
                  <a16:creationId xmlns:a16="http://schemas.microsoft.com/office/drawing/2014/main" id="{DEE8F196-B8BB-DD4F-8012-8492EBF98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6546" y="54499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R2</a:t>
              </a:r>
            </a:p>
          </p:txBody>
        </p:sp>
        <p:sp>
          <p:nvSpPr>
            <p:cNvPr id="134" name="Text Box 85">
              <a:extLst>
                <a:ext uri="{FF2B5EF4-FFF2-40B4-BE49-F238E27FC236}">
                  <a16:creationId xmlns:a16="http://schemas.microsoft.com/office/drawing/2014/main" id="{31615C8B-D883-714C-87DC-85E50194A4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169" y="4056897"/>
              <a:ext cx="349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D</a:t>
              </a:r>
            </a:p>
          </p:txBody>
        </p:sp>
        <p:sp>
          <p:nvSpPr>
            <p:cNvPr id="135" name="Text Box 86">
              <a:extLst>
                <a:ext uri="{FF2B5EF4-FFF2-40B4-BE49-F238E27FC236}">
                  <a16:creationId xmlns:a16="http://schemas.microsoft.com/office/drawing/2014/main" id="{03A6AE07-F4FE-DD42-8326-7B9D7F6EE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309" y="4448269"/>
              <a:ext cx="476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R3</a:t>
              </a:r>
            </a:p>
          </p:txBody>
        </p:sp>
        <p:sp>
          <p:nvSpPr>
            <p:cNvPr id="136" name="Text Box 102">
              <a:extLst>
                <a:ext uri="{FF2B5EF4-FFF2-40B4-BE49-F238E27FC236}">
                  <a16:creationId xmlns:a16="http://schemas.microsoft.com/office/drawing/2014/main" id="{0C5BFEFF-00A9-3845-ACA4-891E64194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9721" y="468480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R5</a:t>
              </a:r>
            </a:p>
          </p:txBody>
        </p:sp>
        <p:sp>
          <p:nvSpPr>
            <p:cNvPr id="137" name="Text Box 108">
              <a:extLst>
                <a:ext uri="{FF2B5EF4-FFF2-40B4-BE49-F238E27FC236}">
                  <a16:creationId xmlns:a16="http://schemas.microsoft.com/office/drawing/2014/main" id="{1E0D3342-505B-C24E-BFDA-D04CF12FD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43121" y="5089619"/>
              <a:ext cx="3365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A</a:t>
              </a:r>
            </a:p>
          </p:txBody>
        </p:sp>
        <p:sp>
          <p:nvSpPr>
            <p:cNvPr id="138" name="Text Box 109">
              <a:extLst>
                <a:ext uri="{FF2B5EF4-FFF2-40B4-BE49-F238E27FC236}">
                  <a16:creationId xmlns:a16="http://schemas.microsoft.com/office/drawing/2014/main" id="{BE388218-BE5D-3841-91C3-13261572A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3209" y="37354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R6</a:t>
              </a:r>
            </a:p>
          </p:txBody>
        </p:sp>
        <p:sp>
          <p:nvSpPr>
            <p:cNvPr id="139" name="Text Box 87">
              <a:extLst>
                <a:ext uri="{FF2B5EF4-FFF2-40B4-BE49-F238E27FC236}">
                  <a16:creationId xmlns:a16="http://schemas.microsoft.com/office/drawing/2014/main" id="{CBFE94AF-097D-1F48-BA05-00CBBC2CE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8609" y="438635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R4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20AF1C5B-2CAB-D34C-8F67-49DE4EA6E0F8}"/>
                </a:ext>
              </a:extLst>
            </p:cNvPr>
            <p:cNvGrpSpPr/>
            <p:nvPr/>
          </p:nvGrpSpPr>
          <p:grpSpPr>
            <a:xfrm>
              <a:off x="2992024" y="3375211"/>
              <a:ext cx="800044" cy="416858"/>
              <a:chOff x="7493876" y="2774731"/>
              <a:chExt cx="1481958" cy="894622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D577B434-BA2B-5048-8303-668D8541C9D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3E0E3127-FBD5-784D-9460-752548DA908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E00F7552-9938-BD43-B367-F1078D4050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402F5AF1-E782-0E45-8255-F70F36E7C6D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ADB91231-7CD0-2F41-84FA-5DCDF20879A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45">
                  <a:extLst>
                    <a:ext uri="{FF2B5EF4-FFF2-40B4-BE49-F238E27FC236}">
                      <a16:creationId xmlns:a16="http://schemas.microsoft.com/office/drawing/2014/main" id="{A0DA28C2-3453-6143-9478-48BBC945F57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D88CC48C-0664-C249-B122-BB1AFA82AA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B410FA06-D796-E449-BA59-1CCF08938547}"/>
                </a:ext>
              </a:extLst>
            </p:cNvPr>
            <p:cNvGrpSpPr/>
            <p:nvPr/>
          </p:nvGrpSpPr>
          <p:grpSpPr>
            <a:xfrm>
              <a:off x="3036847" y="4226858"/>
              <a:ext cx="800044" cy="416858"/>
              <a:chOff x="7493876" y="2774731"/>
              <a:chExt cx="1481958" cy="894622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AE7AA12C-5FCC-A742-B80B-8182EE49EB2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0974557B-9511-4D4E-A016-326011BD62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712772EE-5934-E346-93A7-485179A2F8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7F07BF85-DCEC-CE40-8D93-74D61E51832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BCEF72A1-3B9B-E545-91B8-0552AC3890D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153">
                  <a:extLst>
                    <a:ext uri="{FF2B5EF4-FFF2-40B4-BE49-F238E27FC236}">
                      <a16:creationId xmlns:a16="http://schemas.microsoft.com/office/drawing/2014/main" id="{81973C5F-893B-0C47-A068-F2921F6F7A0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993966AB-94A3-3F47-AC6D-9DE515C29D5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56" name="Line 82">
              <a:extLst>
                <a:ext uri="{FF2B5EF4-FFF2-40B4-BE49-F238E27FC236}">
                  <a16:creationId xmlns:a16="http://schemas.microsoft.com/office/drawing/2014/main" id="{4D68AB6F-BD41-6240-8717-7BBD819CB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510" y="423586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57" name="Text Box 83">
            <a:extLst>
              <a:ext uri="{FF2B5EF4-FFF2-40B4-BE49-F238E27FC236}">
                <a16:creationId xmlns:a16="http://schemas.microsoft.com/office/drawing/2014/main" id="{06060299-33A5-D342-A46D-14CD05A11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594" y="499474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EFDB6D3-9CA0-8E40-AD50-5C4528BA9BB4}"/>
              </a:ext>
            </a:extLst>
          </p:cNvPr>
          <p:cNvGrpSpPr/>
          <p:nvPr/>
        </p:nvGrpSpPr>
        <p:grpSpPr>
          <a:xfrm>
            <a:off x="5231373" y="3473264"/>
            <a:ext cx="3230562" cy="1343025"/>
            <a:chOff x="3335338" y="3876675"/>
            <a:chExt cx="3230562" cy="1343025"/>
          </a:xfrm>
        </p:grpSpPr>
        <p:sp>
          <p:nvSpPr>
            <p:cNvPr id="258" name="Text Box 103">
              <a:extLst>
                <a:ext uri="{FF2B5EF4-FFF2-40B4-BE49-F238E27FC236}">
                  <a16:creationId xmlns:a16="http://schemas.microsoft.com/office/drawing/2014/main" id="{304D411B-393B-FF44-8517-B7144F7ED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83325" y="48974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59" name="Text Box 104">
              <a:extLst>
                <a:ext uri="{FF2B5EF4-FFF2-40B4-BE49-F238E27FC236}">
                  <a16:creationId xmlns:a16="http://schemas.microsoft.com/office/drawing/2014/main" id="{5176358E-A33A-1C4E-8AF3-AE2CB9F2FA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4425" y="4164013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0" name="Text Box 105">
              <a:extLst>
                <a:ext uri="{FF2B5EF4-FFF2-40B4-BE49-F238E27FC236}">
                  <a16:creationId xmlns:a16="http://schemas.microsoft.com/office/drawing/2014/main" id="{C80D24C2-438F-B94C-9C34-9CE6C1613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9813" y="38893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1" name="Text Box 107">
              <a:extLst>
                <a:ext uri="{FF2B5EF4-FFF2-40B4-BE49-F238E27FC236}">
                  <a16:creationId xmlns:a16="http://schemas.microsoft.com/office/drawing/2014/main" id="{382D4E86-900D-1E4F-AB13-4728C0025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38766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2" name="Text Box 135">
              <a:extLst>
                <a:ext uri="{FF2B5EF4-FFF2-40B4-BE49-F238E27FC236}">
                  <a16:creationId xmlns:a16="http://schemas.microsoft.com/office/drawing/2014/main" id="{4D5AE950-9C98-1A45-B2E0-FC16A048D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338" y="41989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3" name="Text Box 145">
              <a:extLst>
                <a:ext uri="{FF2B5EF4-FFF2-40B4-BE49-F238E27FC236}">
                  <a16:creationId xmlns:a16="http://schemas.microsoft.com/office/drawing/2014/main" id="{77549FD6-AAA9-EC46-874A-18A2A0105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7863" y="4914900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</p:grpSp>
      <p:sp>
        <p:nvSpPr>
          <p:cNvPr id="264" name="Freeform 1">
            <a:extLst>
              <a:ext uri="{FF2B5EF4-FFF2-40B4-BE49-F238E27FC236}">
                <a16:creationId xmlns:a16="http://schemas.microsoft.com/office/drawing/2014/main" id="{A7A673D1-A77D-D543-8228-881090BA5ACA}"/>
              </a:ext>
            </a:extLst>
          </p:cNvPr>
          <p:cNvSpPr>
            <a:spLocks/>
          </p:cNvSpPr>
          <p:nvPr/>
        </p:nvSpPr>
        <p:spPr bwMode="auto">
          <a:xfrm>
            <a:off x="3939709" y="3070038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242F7B8-A255-3646-A652-61B617405F25}"/>
              </a:ext>
            </a:extLst>
          </p:cNvPr>
          <p:cNvGrpSpPr/>
          <p:nvPr/>
        </p:nvGrpSpPr>
        <p:grpSpPr>
          <a:xfrm>
            <a:off x="3697941" y="1842247"/>
            <a:ext cx="5199529" cy="4298576"/>
            <a:chOff x="3697941" y="1842247"/>
            <a:chExt cx="5199529" cy="429857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A9D5EF23-F2CB-1941-B21D-2519D0BB07E2}"/>
                </a:ext>
              </a:extLst>
            </p:cNvPr>
            <p:cNvSpPr/>
            <p:nvPr/>
          </p:nvSpPr>
          <p:spPr>
            <a:xfrm>
              <a:off x="3697941" y="1842247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0F941672-7B9C-6841-B5AC-074052F7CA6A}"/>
                </a:ext>
              </a:extLst>
            </p:cNvPr>
            <p:cNvSpPr/>
            <p:nvPr/>
          </p:nvSpPr>
          <p:spPr>
            <a:xfrm>
              <a:off x="6539753" y="242495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F45320F8-F201-BD4F-9DCE-BA5F8827645D}"/>
                </a:ext>
              </a:extLst>
            </p:cNvPr>
            <p:cNvSpPr/>
            <p:nvPr/>
          </p:nvSpPr>
          <p:spPr>
            <a:xfrm>
              <a:off x="6571129" y="591222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650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" grpId="0" animBg="1"/>
      <p:bldP spid="264" grpId="1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链路层：6-131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6654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数据中心网络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链路层：6-132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0" name="Rectangle 6">
            <a:extLst>
              <a:ext uri="{FF2B5EF4-FFF2-40B4-BE49-F238E27FC236}">
                <a16:creationId xmlns:a16="http://schemas.microsoft.com/office/drawing/2014/main" id="{E4D728B5-3C3F-924A-9CDF-27480A919CB3}"/>
              </a:ext>
            </a:extLst>
          </p:cNvPr>
          <p:cNvSpPr txBox="1">
            <a:spLocks noChangeArrowheads="1"/>
          </p:cNvSpPr>
          <p:nvPr/>
        </p:nvSpPr>
        <p:spPr>
          <a:xfrm>
            <a:off x="977152" y="1293906"/>
            <a:ext cx="10210800" cy="197373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sz="3200" dirty="0"/>
              <a:t>数万到数十万台主机，通常紧密耦合且物理接近：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电子商务（例如 Amazon）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内容服务器（例如 YouTube、Akamai、Apple、Microsoft）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搜索引擎、数据挖掘（例如 Google）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1" name="Rectangle 6">
            <a:extLst>
              <a:ext uri="{FF2B5EF4-FFF2-40B4-BE49-F238E27FC236}">
                <a16:creationId xmlns:a16="http://schemas.microsoft.com/office/drawing/2014/main" id="{D3EF5B0D-E7CD-5644-B7EA-B471327DD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478773"/>
            <a:ext cx="5772243" cy="3056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SzPct val="100000"/>
              <a:buNone/>
              <a:defRPr/>
            </a:pPr>
            <a:r>
              <a:rPr lang="en-US" sz="3200" i="0" dirty="0">
                <a:cs typeface="+mn-cs"/>
              </a:rPr>
              <a:t>挑战：</a:t>
            </a: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多个应用，每个应用服务海量客户 </a:t>
            </a:r>
          </a:p>
          <a:p>
            <a:pPr marL="466725" lvl="1" indent="-280988">
              <a:defRPr/>
            </a:pPr>
            <a:r>
              <a:rPr lang="en-US" sz="2800" dirty="0"/>
              <a:t>可靠性</a:t>
            </a:r>
            <a:endParaRPr lang="en-US" sz="2800" i="0" dirty="0">
              <a:cs typeface="+mn-cs"/>
            </a:endParaRP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管理/均衡负载，避免处理、网络和数据瓶颈  </a:t>
            </a:r>
          </a:p>
        </p:txBody>
      </p:sp>
      <p:pic>
        <p:nvPicPr>
          <p:cNvPr id="82" name="Picture 1">
            <a:extLst>
              <a:ext uri="{FF2B5EF4-FFF2-40B4-BE49-F238E27FC236}">
                <a16:creationId xmlns:a16="http://schemas.microsoft.com/office/drawing/2014/main" id="{EF697C9C-05DB-EC46-A107-B9EED28B84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6079" y="3303307"/>
            <a:ext cx="3527425" cy="2522538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" name="TextBox 3">
            <a:extLst>
              <a:ext uri="{FF2B5EF4-FFF2-40B4-BE49-F238E27FC236}">
                <a16:creationId xmlns:a16="http://schemas.microsoft.com/office/drawing/2014/main" id="{8A4A2A11-339C-0B43-A8FB-3B9DF32DFB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035" y="5924644"/>
            <a:ext cx="479453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i="0" dirty="0">
                <a:latin typeface="Arial" charset="0"/>
                <a:cs typeface="Arial" charset="0"/>
              </a:rPr>
              <a:t>芝加哥数据中心中 40 英尺 Microsoft 集装箱内部</a:t>
            </a:r>
          </a:p>
        </p:txBody>
      </p:sp>
    </p:spTree>
    <p:extLst>
      <p:ext uri="{BB962C8B-B14F-4D97-AF65-F5344CB8AC3E}">
        <p14:creationId xmlns:p14="http://schemas.microsoft.com/office/powerpoint/2010/main" val="1677537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6" name="Group 3045">
            <a:extLst>
              <a:ext uri="{FF2B5EF4-FFF2-40B4-BE49-F238E27FC236}">
                <a16:creationId xmlns:a16="http://schemas.microsoft.com/office/drawing/2014/main" id="{C01B87A7-7127-F442-AE4E-E3462A230005}"/>
              </a:ext>
            </a:extLst>
          </p:cNvPr>
          <p:cNvGrpSpPr/>
          <p:nvPr/>
        </p:nvGrpSpPr>
        <p:grpSpPr>
          <a:xfrm>
            <a:off x="1479177" y="1790700"/>
            <a:ext cx="5700821" cy="1085176"/>
            <a:chOff x="1411941" y="1759372"/>
            <a:chExt cx="5700821" cy="1085176"/>
          </a:xfrm>
        </p:grpSpPr>
        <p:cxnSp>
          <p:nvCxnSpPr>
            <p:cNvPr id="3031" name="Straight Connector 3030">
              <a:extLst>
                <a:ext uri="{FF2B5EF4-FFF2-40B4-BE49-F238E27FC236}">
                  <a16:creationId xmlns:a16="http://schemas.microsoft.com/office/drawing/2014/main" id="{4DACBBAE-EE17-2746-A9E7-933C0B692B39}"/>
                </a:ext>
              </a:extLst>
            </p:cNvPr>
            <p:cNvCxnSpPr>
              <a:endCxn id="1070" idx="9"/>
            </p:cNvCxnSpPr>
            <p:nvPr/>
          </p:nvCxnSpPr>
          <p:spPr>
            <a:xfrm flipV="1">
              <a:off x="1411941" y="1792398"/>
              <a:ext cx="2243429" cy="92390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2" name="Straight Connector 3031">
              <a:extLst>
                <a:ext uri="{FF2B5EF4-FFF2-40B4-BE49-F238E27FC236}">
                  <a16:creationId xmlns:a16="http://schemas.microsoft.com/office/drawing/2014/main" id="{CD27CBCF-5CF5-3043-B26E-78688B2819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25388" y="1790700"/>
              <a:ext cx="4493570" cy="93905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4" name="Straight Connector 3033">
              <a:extLst>
                <a:ext uri="{FF2B5EF4-FFF2-40B4-BE49-F238E27FC236}">
                  <a16:creationId xmlns:a16="http://schemas.microsoft.com/office/drawing/2014/main" id="{365D6AA2-2F56-F246-9061-DA47F2E70630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V="1">
              <a:off x="3016624" y="1792398"/>
              <a:ext cx="638746" cy="10225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6" name="Straight Connector 3035">
              <a:extLst>
                <a:ext uri="{FF2B5EF4-FFF2-40B4-BE49-F238E27FC236}">
                  <a16:creationId xmlns:a16="http://schemas.microsoft.com/office/drawing/2014/main" id="{D5D74B17-E669-FE4C-90E2-AB4FFE11BB70}"/>
                </a:ext>
              </a:extLst>
            </p:cNvPr>
            <p:cNvCxnSpPr>
              <a:cxnSpLocks/>
              <a:endCxn id="1070" idx="13"/>
            </p:cNvCxnSpPr>
            <p:nvPr/>
          </p:nvCxnSpPr>
          <p:spPr>
            <a:xfrm flipH="1" flipV="1">
              <a:off x="3558254" y="1759372"/>
              <a:ext cx="1022712" cy="105384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8" name="Straight Connector 3037">
              <a:extLst>
                <a:ext uri="{FF2B5EF4-FFF2-40B4-BE49-F238E27FC236}">
                  <a16:creationId xmlns:a16="http://schemas.microsoft.com/office/drawing/2014/main" id="{525EBE08-7479-054B-BB61-1565F65EA5BD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H="1" flipV="1">
              <a:off x="3655370" y="1792398"/>
              <a:ext cx="3457392" cy="105215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0" name="Straight Connector 3039">
              <a:extLst>
                <a:ext uri="{FF2B5EF4-FFF2-40B4-BE49-F238E27FC236}">
                  <a16:creationId xmlns:a16="http://schemas.microsoft.com/office/drawing/2014/main" id="{3FA1EC99-9B3B-1F4B-9262-9BB2D13C8A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85160" y="1759372"/>
              <a:ext cx="2906904" cy="100257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2" name="Straight Connector 3041">
              <a:extLst>
                <a:ext uri="{FF2B5EF4-FFF2-40B4-BE49-F238E27FC236}">
                  <a16:creationId xmlns:a16="http://schemas.microsoft.com/office/drawing/2014/main" id="{7091C08B-B764-4044-B56B-33E0E4C0C11F}"/>
                </a:ext>
              </a:extLst>
            </p:cNvPr>
            <p:cNvCxnSpPr>
              <a:cxnSpLocks/>
              <a:endCxn id="1266" idx="6"/>
            </p:cNvCxnSpPr>
            <p:nvPr/>
          </p:nvCxnSpPr>
          <p:spPr>
            <a:xfrm flipH="1" flipV="1">
              <a:off x="6032171" y="1818912"/>
              <a:ext cx="1009432" cy="97436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3" name="Straight Connector 3042">
              <a:extLst>
                <a:ext uri="{FF2B5EF4-FFF2-40B4-BE49-F238E27FC236}">
                  <a16:creationId xmlns:a16="http://schemas.microsoft.com/office/drawing/2014/main" id="{52F9EC65-3D9A-FE4E-8A58-70BB083F633E}"/>
                </a:ext>
              </a:extLst>
            </p:cNvPr>
            <p:cNvCxnSpPr>
              <a:cxnSpLocks/>
              <a:endCxn id="1266" idx="12"/>
            </p:cNvCxnSpPr>
            <p:nvPr/>
          </p:nvCxnSpPr>
          <p:spPr>
            <a:xfrm flipV="1">
              <a:off x="4549326" y="1819056"/>
              <a:ext cx="1290280" cy="9742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数据中心网络：网络元素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链路层：6-133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19F489-33B2-3749-BFA1-4C8997D87B0C}"/>
              </a:ext>
            </a:extLst>
          </p:cNvPr>
          <p:cNvSpPr txBox="1"/>
          <p:nvPr/>
        </p:nvSpPr>
        <p:spPr bwMode="auto">
          <a:xfrm>
            <a:off x="8168548" y="5355232"/>
            <a:ext cx="3482235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服务器机架</a:t>
            </a:r>
            <a:endParaRPr lang="en-US" sz="2400" dirty="0">
              <a:solidFill>
                <a:prstClr val="black"/>
              </a:solidFill>
              <a:latin typeface="Calibri"/>
            </a:endParaRP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20–40 个服务器刀片：主机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FB15393-9320-AD40-A920-9F6F10E726A5}"/>
              </a:ext>
            </a:extLst>
          </p:cNvPr>
          <p:cNvSpPr txBox="1"/>
          <p:nvPr/>
        </p:nvSpPr>
        <p:spPr bwMode="auto">
          <a:xfrm>
            <a:off x="8085439" y="4357127"/>
            <a:ext cx="3774867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机架顶部（TOR）交换机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每个机架一个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到刀片的 40–100Gbps Ethernet      </a:t>
            </a:r>
            <a:endParaRPr lang="en-US" sz="2000" i="0" dirty="0">
              <a:solidFill>
                <a:prstClr val="black"/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2086" name="TextBox 2085">
            <a:extLst>
              <a:ext uri="{FF2B5EF4-FFF2-40B4-BE49-F238E27FC236}">
                <a16:creationId xmlns:a16="http://schemas.microsoft.com/office/drawing/2014/main" id="{053E7DEC-F98A-0E4C-BFF7-FD0AB93149B1}"/>
              </a:ext>
            </a:extLst>
          </p:cNvPr>
          <p:cNvSpPr txBox="1"/>
          <p:nvPr/>
        </p:nvSpPr>
        <p:spPr bwMode="auto">
          <a:xfrm>
            <a:off x="8130262" y="3460657"/>
            <a:ext cx="3774867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第 2 层级交换机</a:t>
            </a: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latin typeface="Calibri"/>
              </a:rPr>
              <a:t>连接到下方约 16 个 TOR</a:t>
            </a:r>
            <a:endParaRPr lang="en-US" sz="2000" i="0" dirty="0">
              <a:latin typeface="Calibri"/>
            </a:endParaRPr>
          </a:p>
        </p:txBody>
      </p:sp>
      <p:grpSp>
        <p:nvGrpSpPr>
          <p:cNvPr id="2210" name="Group 2209">
            <a:extLst>
              <a:ext uri="{FF2B5EF4-FFF2-40B4-BE49-F238E27FC236}">
                <a16:creationId xmlns:a16="http://schemas.microsoft.com/office/drawing/2014/main" id="{13DE82CA-DD22-694A-A97F-01C7E541FE0C}"/>
              </a:ext>
            </a:extLst>
          </p:cNvPr>
          <p:cNvGrpSpPr/>
          <p:nvPr/>
        </p:nvGrpSpPr>
        <p:grpSpPr>
          <a:xfrm>
            <a:off x="7582180" y="4489205"/>
            <a:ext cx="267360" cy="997195"/>
            <a:chOff x="6424161" y="4488570"/>
            <a:chExt cx="267360" cy="997195"/>
          </a:xfrm>
        </p:grpSpPr>
        <p:grpSp>
          <p:nvGrpSpPr>
            <p:cNvPr id="2211" name="Group 506">
              <a:extLst>
                <a:ext uri="{FF2B5EF4-FFF2-40B4-BE49-F238E27FC236}">
                  <a16:creationId xmlns:a16="http://schemas.microsoft.com/office/drawing/2014/main" id="{AD06A772-1A23-D747-9DC2-05E45DF50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4161" y="4637077"/>
              <a:ext cx="235570" cy="848688"/>
              <a:chOff x="6395998" y="3062424"/>
              <a:chExt cx="564403" cy="837478"/>
            </a:xfrm>
          </p:grpSpPr>
          <p:sp>
            <p:nvSpPr>
              <p:cNvPr id="2233" name="Rectangle 2232">
                <a:extLst>
                  <a:ext uri="{FF2B5EF4-FFF2-40B4-BE49-F238E27FC236}">
                    <a16:creationId xmlns:a16="http://schemas.microsoft.com/office/drawing/2014/main" id="{6E750B71-77FD-0D4B-B6D0-F545DE2E9082}"/>
                  </a:ext>
                </a:extLst>
              </p:cNvPr>
              <p:cNvSpPr/>
              <p:nvPr/>
            </p:nvSpPr>
            <p:spPr>
              <a:xfrm>
                <a:off x="6509786" y="3061857"/>
                <a:ext cx="447707" cy="742536"/>
              </a:xfrm>
              <a:prstGeom prst="rect">
                <a:avLst/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4" name="Straight Connector 2233">
                <a:extLst>
                  <a:ext uri="{FF2B5EF4-FFF2-40B4-BE49-F238E27FC236}">
                    <a16:creationId xmlns:a16="http://schemas.microsoft.com/office/drawing/2014/main" id="{823776B1-A44D-9E42-BD23-BBDCDD322B5F}"/>
                  </a:ext>
                </a:extLst>
              </p:cNvPr>
              <p:cNvCxnSpPr/>
              <p:nvPr/>
            </p:nvCxnSpPr>
            <p:spPr>
              <a:xfrm flipV="1">
                <a:off x="684705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5" name="Rectangle 2234">
                <a:extLst>
                  <a:ext uri="{FF2B5EF4-FFF2-40B4-BE49-F238E27FC236}">
                    <a16:creationId xmlns:a16="http://schemas.microsoft.com/office/drawing/2014/main" id="{81088A6C-BEE7-6E48-9B05-16BD01ECE6EC}"/>
                  </a:ext>
                </a:extLst>
              </p:cNvPr>
              <p:cNvSpPr/>
              <p:nvPr/>
            </p:nvSpPr>
            <p:spPr>
              <a:xfrm>
                <a:off x="6476953" y="3071256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6" name="Straight Connector 2235">
                <a:extLst>
                  <a:ext uri="{FF2B5EF4-FFF2-40B4-BE49-F238E27FC236}">
                    <a16:creationId xmlns:a16="http://schemas.microsoft.com/office/drawing/2014/main" id="{668F23B5-2030-B842-8628-4E119C7D48FB}"/>
                  </a:ext>
                </a:extLst>
              </p:cNvPr>
              <p:cNvCxnSpPr/>
              <p:nvPr/>
            </p:nvCxnSpPr>
            <p:spPr>
              <a:xfrm flipV="1">
                <a:off x="639636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7" name="Rectangle 2236">
                <a:extLst>
                  <a:ext uri="{FF2B5EF4-FFF2-40B4-BE49-F238E27FC236}">
                    <a16:creationId xmlns:a16="http://schemas.microsoft.com/office/drawing/2014/main" id="{8221FFC8-C649-0843-94EA-7D3D4CA7C07F}"/>
                  </a:ext>
                </a:extLst>
              </p:cNvPr>
              <p:cNvSpPr/>
              <p:nvPr/>
            </p:nvSpPr>
            <p:spPr>
              <a:xfrm>
                <a:off x="6817210" y="3702567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238" name="Rectangle 2237">
                <a:extLst>
                  <a:ext uri="{FF2B5EF4-FFF2-40B4-BE49-F238E27FC236}">
                    <a16:creationId xmlns:a16="http://schemas.microsoft.com/office/drawing/2014/main" id="{AC21620A-0DE4-A248-99E3-D09659F2A896}"/>
                  </a:ext>
                </a:extLst>
              </p:cNvPr>
              <p:cNvSpPr/>
              <p:nvPr/>
            </p:nvSpPr>
            <p:spPr>
              <a:xfrm>
                <a:off x="6405320" y="3157415"/>
                <a:ext cx="444723" cy="74253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9" name="Straight Connector 2238">
                <a:extLst>
                  <a:ext uri="{FF2B5EF4-FFF2-40B4-BE49-F238E27FC236}">
                    <a16:creationId xmlns:a16="http://schemas.microsoft.com/office/drawing/2014/main" id="{A57356A9-04B9-584D-8D3C-37D57DA33563}"/>
                  </a:ext>
                </a:extLst>
              </p:cNvPr>
              <p:cNvCxnSpPr/>
              <p:nvPr/>
            </p:nvCxnSpPr>
            <p:spPr>
              <a:xfrm flipV="1">
                <a:off x="6847057" y="3804392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40" name="Group 544">
                <a:extLst>
                  <a:ext uri="{FF2B5EF4-FFF2-40B4-BE49-F238E27FC236}">
                    <a16:creationId xmlns:a16="http://schemas.microsoft.com/office/drawing/2014/main" id="{21D16045-4289-1B47-97A3-1C3AE294BD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00318" y="313742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8" name="Straight Connector 2267">
                  <a:extLst>
                    <a:ext uri="{FF2B5EF4-FFF2-40B4-BE49-F238E27FC236}">
                      <a16:creationId xmlns:a16="http://schemas.microsoft.com/office/drawing/2014/main" id="{EE48E73C-55BB-384C-88BC-E6353763D363}"/>
                    </a:ext>
                  </a:extLst>
                </p:cNvPr>
                <p:cNvCxnSpPr/>
                <p:nvPr/>
              </p:nvCxnSpPr>
              <p:spPr>
                <a:xfrm flipV="1">
                  <a:off x="7028782" y="2845711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9" name="Straight Connector 2268">
                  <a:extLst>
                    <a:ext uri="{FF2B5EF4-FFF2-40B4-BE49-F238E27FC236}">
                      <a16:creationId xmlns:a16="http://schemas.microsoft.com/office/drawing/2014/main" id="{07D6B301-B88B-D74A-95A9-A814A617DF0B}"/>
                    </a:ext>
                  </a:extLst>
                </p:cNvPr>
                <p:cNvCxnSpPr/>
                <p:nvPr/>
              </p:nvCxnSpPr>
              <p:spPr>
                <a:xfrm flipV="1">
                  <a:off x="6581076" y="2938136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1" name="Group 547">
                <a:extLst>
                  <a:ext uri="{FF2B5EF4-FFF2-40B4-BE49-F238E27FC236}">
                    <a16:creationId xmlns:a16="http://schemas.microsoft.com/office/drawing/2014/main" id="{BD431809-A0E5-EB48-8FB3-A2AFCC9E4F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838" y="320328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6" name="Straight Connector 2265">
                  <a:extLst>
                    <a:ext uri="{FF2B5EF4-FFF2-40B4-BE49-F238E27FC236}">
                      <a16:creationId xmlns:a16="http://schemas.microsoft.com/office/drawing/2014/main" id="{DD9C9808-68C2-5641-BBFD-CD64102BC801}"/>
                    </a:ext>
                  </a:extLst>
                </p:cNvPr>
                <p:cNvCxnSpPr/>
                <p:nvPr/>
              </p:nvCxnSpPr>
              <p:spPr>
                <a:xfrm flipV="1">
                  <a:off x="7029263" y="2845642"/>
                  <a:ext cx="119388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7" name="Straight Connector 2266">
                  <a:extLst>
                    <a:ext uri="{FF2B5EF4-FFF2-40B4-BE49-F238E27FC236}">
                      <a16:creationId xmlns:a16="http://schemas.microsoft.com/office/drawing/2014/main" id="{24555690-774B-C64C-9B86-6BEFE0B04105}"/>
                    </a:ext>
                  </a:extLst>
                </p:cNvPr>
                <p:cNvCxnSpPr/>
                <p:nvPr/>
              </p:nvCxnSpPr>
              <p:spPr>
                <a:xfrm flipV="1">
                  <a:off x="6581557" y="293493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2" name="Group 549">
                <a:extLst>
                  <a:ext uri="{FF2B5EF4-FFF2-40B4-BE49-F238E27FC236}">
                    <a16:creationId xmlns:a16="http://schemas.microsoft.com/office/drawing/2014/main" id="{7861F78C-66A9-0B4D-91DF-9CA4F7B24F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358" y="326914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4" name="Straight Connector 2263">
                  <a:extLst>
                    <a:ext uri="{FF2B5EF4-FFF2-40B4-BE49-F238E27FC236}">
                      <a16:creationId xmlns:a16="http://schemas.microsoft.com/office/drawing/2014/main" id="{7A540AE0-8021-0845-9F64-356B53E091B9}"/>
                    </a:ext>
                  </a:extLst>
                </p:cNvPr>
                <p:cNvCxnSpPr/>
                <p:nvPr/>
              </p:nvCxnSpPr>
              <p:spPr>
                <a:xfrm flipV="1">
                  <a:off x="7026759" y="284557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5" name="Straight Connector 2264">
                  <a:extLst>
                    <a:ext uri="{FF2B5EF4-FFF2-40B4-BE49-F238E27FC236}">
                      <a16:creationId xmlns:a16="http://schemas.microsoft.com/office/drawing/2014/main" id="{9BC0009B-B5C5-0149-8EE2-68647A7FC2A3}"/>
                    </a:ext>
                  </a:extLst>
                </p:cNvPr>
                <p:cNvCxnSpPr/>
                <p:nvPr/>
              </p:nvCxnSpPr>
              <p:spPr>
                <a:xfrm flipV="1">
                  <a:off x="6582036" y="293486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3" name="Group 550">
                <a:extLst>
                  <a:ext uri="{FF2B5EF4-FFF2-40B4-BE49-F238E27FC236}">
                    <a16:creationId xmlns:a16="http://schemas.microsoft.com/office/drawing/2014/main" id="{A0C1B19A-149C-2048-9262-CB275D24DF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878" y="333501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2" name="Straight Connector 2261">
                  <a:extLst>
                    <a:ext uri="{FF2B5EF4-FFF2-40B4-BE49-F238E27FC236}">
                      <a16:creationId xmlns:a16="http://schemas.microsoft.com/office/drawing/2014/main" id="{24EBB181-8802-B048-8755-514B253A7EFB}"/>
                    </a:ext>
                  </a:extLst>
                </p:cNvPr>
                <p:cNvCxnSpPr/>
                <p:nvPr/>
              </p:nvCxnSpPr>
              <p:spPr>
                <a:xfrm flipV="1">
                  <a:off x="7027238" y="284550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3" name="Straight Connector 2262">
                  <a:extLst>
                    <a:ext uri="{FF2B5EF4-FFF2-40B4-BE49-F238E27FC236}">
                      <a16:creationId xmlns:a16="http://schemas.microsoft.com/office/drawing/2014/main" id="{03647B52-C5CF-9841-84AE-359DB9D28236}"/>
                    </a:ext>
                  </a:extLst>
                </p:cNvPr>
                <p:cNvCxnSpPr/>
                <p:nvPr/>
              </p:nvCxnSpPr>
              <p:spPr>
                <a:xfrm flipV="1">
                  <a:off x="6582516" y="293479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4" name="Group 551">
                <a:extLst>
                  <a:ext uri="{FF2B5EF4-FFF2-40B4-BE49-F238E27FC236}">
                    <a16:creationId xmlns:a16="http://schemas.microsoft.com/office/drawing/2014/main" id="{0F6B5FE9-433E-AF45-829B-1693F681E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398" y="340087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0" name="Straight Connector 2259">
                  <a:extLst>
                    <a:ext uri="{FF2B5EF4-FFF2-40B4-BE49-F238E27FC236}">
                      <a16:creationId xmlns:a16="http://schemas.microsoft.com/office/drawing/2014/main" id="{98D83DBC-7196-674A-AC12-5809335F9950}"/>
                    </a:ext>
                  </a:extLst>
                </p:cNvPr>
                <p:cNvCxnSpPr/>
                <p:nvPr/>
              </p:nvCxnSpPr>
              <p:spPr>
                <a:xfrm flipV="1">
                  <a:off x="7027718" y="2845433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1" name="Straight Connector 2260">
                  <a:extLst>
                    <a:ext uri="{FF2B5EF4-FFF2-40B4-BE49-F238E27FC236}">
                      <a16:creationId xmlns:a16="http://schemas.microsoft.com/office/drawing/2014/main" id="{DA345508-ED75-CB45-84D3-8972B3823321}"/>
                    </a:ext>
                  </a:extLst>
                </p:cNvPr>
                <p:cNvCxnSpPr/>
                <p:nvPr/>
              </p:nvCxnSpPr>
              <p:spPr>
                <a:xfrm flipV="1">
                  <a:off x="6582995" y="293472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5" name="Group 552">
                <a:extLst>
                  <a:ext uri="{FF2B5EF4-FFF2-40B4-BE49-F238E27FC236}">
                    <a16:creationId xmlns:a16="http://schemas.microsoft.com/office/drawing/2014/main" id="{F154FC25-62B1-E649-978E-614DF0A54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918" y="346674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8" name="Straight Connector 2257">
                  <a:extLst>
                    <a:ext uri="{FF2B5EF4-FFF2-40B4-BE49-F238E27FC236}">
                      <a16:creationId xmlns:a16="http://schemas.microsoft.com/office/drawing/2014/main" id="{06A0FAD8-4849-0A41-81FE-F9998F083CF5}"/>
                    </a:ext>
                  </a:extLst>
                </p:cNvPr>
                <p:cNvCxnSpPr/>
                <p:nvPr/>
              </p:nvCxnSpPr>
              <p:spPr>
                <a:xfrm flipV="1">
                  <a:off x="7028199" y="2845363"/>
                  <a:ext cx="113419" cy="939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9" name="Straight Connector 2258">
                  <a:extLst>
                    <a:ext uri="{FF2B5EF4-FFF2-40B4-BE49-F238E27FC236}">
                      <a16:creationId xmlns:a16="http://schemas.microsoft.com/office/drawing/2014/main" id="{F20F58AE-6D2B-F34C-9426-EEBDA8C1C26B}"/>
                    </a:ext>
                  </a:extLst>
                </p:cNvPr>
                <p:cNvCxnSpPr/>
                <p:nvPr/>
              </p:nvCxnSpPr>
              <p:spPr>
                <a:xfrm flipV="1">
                  <a:off x="6583477" y="2939355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6" name="Group 555">
                <a:extLst>
                  <a:ext uri="{FF2B5EF4-FFF2-40B4-BE49-F238E27FC236}">
                    <a16:creationId xmlns:a16="http://schemas.microsoft.com/office/drawing/2014/main" id="{CE58E6E7-6A3D-5D47-B128-FDA5E9DBE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438" y="353260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6" name="Straight Connector 2255">
                  <a:extLst>
                    <a:ext uri="{FF2B5EF4-FFF2-40B4-BE49-F238E27FC236}">
                      <a16:creationId xmlns:a16="http://schemas.microsoft.com/office/drawing/2014/main" id="{144AA24F-9ED3-7349-A725-3F258D69A240}"/>
                    </a:ext>
                  </a:extLst>
                </p:cNvPr>
                <p:cNvCxnSpPr/>
                <p:nvPr/>
              </p:nvCxnSpPr>
              <p:spPr>
                <a:xfrm flipV="1">
                  <a:off x="7028679" y="284216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7" name="Straight Connector 2256">
                  <a:extLst>
                    <a:ext uri="{FF2B5EF4-FFF2-40B4-BE49-F238E27FC236}">
                      <a16:creationId xmlns:a16="http://schemas.microsoft.com/office/drawing/2014/main" id="{7171569F-E786-B648-BA09-DDEDDFB2395F}"/>
                    </a:ext>
                  </a:extLst>
                </p:cNvPr>
                <p:cNvCxnSpPr/>
                <p:nvPr/>
              </p:nvCxnSpPr>
              <p:spPr>
                <a:xfrm flipV="1">
                  <a:off x="6580972" y="293928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7" name="Group 556">
                <a:extLst>
                  <a:ext uri="{FF2B5EF4-FFF2-40B4-BE49-F238E27FC236}">
                    <a16:creationId xmlns:a16="http://schemas.microsoft.com/office/drawing/2014/main" id="{E44CF71B-5C98-8B49-AD01-F0501C70A6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958" y="359846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4" name="Straight Connector 2253">
                  <a:extLst>
                    <a:ext uri="{FF2B5EF4-FFF2-40B4-BE49-F238E27FC236}">
                      <a16:creationId xmlns:a16="http://schemas.microsoft.com/office/drawing/2014/main" id="{38FB85AD-BB56-A147-95AD-2E9AFC52303B}"/>
                    </a:ext>
                  </a:extLst>
                </p:cNvPr>
                <p:cNvCxnSpPr/>
                <p:nvPr/>
              </p:nvCxnSpPr>
              <p:spPr>
                <a:xfrm flipV="1">
                  <a:off x="7029158" y="284209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5" name="Straight Connector 2254">
                  <a:extLst>
                    <a:ext uri="{FF2B5EF4-FFF2-40B4-BE49-F238E27FC236}">
                      <a16:creationId xmlns:a16="http://schemas.microsoft.com/office/drawing/2014/main" id="{86C81058-2DCE-C747-9214-73C3790631F5}"/>
                    </a:ext>
                  </a:extLst>
                </p:cNvPr>
                <p:cNvCxnSpPr/>
                <p:nvPr/>
              </p:nvCxnSpPr>
              <p:spPr>
                <a:xfrm flipV="1">
                  <a:off x="6581452" y="2939215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8" name="Group 557">
                <a:extLst>
                  <a:ext uri="{FF2B5EF4-FFF2-40B4-BE49-F238E27FC236}">
                    <a16:creationId xmlns:a16="http://schemas.microsoft.com/office/drawing/2014/main" id="{5F88A3E4-4A77-E44D-9AC9-B6494EA76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478" y="366433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2" name="Straight Connector 2251">
                  <a:extLst>
                    <a:ext uri="{FF2B5EF4-FFF2-40B4-BE49-F238E27FC236}">
                      <a16:creationId xmlns:a16="http://schemas.microsoft.com/office/drawing/2014/main" id="{986C57BD-11BE-CA4B-9859-BA66E122AE07}"/>
                    </a:ext>
                  </a:extLst>
                </p:cNvPr>
                <p:cNvCxnSpPr/>
                <p:nvPr/>
              </p:nvCxnSpPr>
              <p:spPr>
                <a:xfrm flipV="1">
                  <a:off x="7026654" y="2846719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3" name="Straight Connector 2252">
                  <a:extLst>
                    <a:ext uri="{FF2B5EF4-FFF2-40B4-BE49-F238E27FC236}">
                      <a16:creationId xmlns:a16="http://schemas.microsoft.com/office/drawing/2014/main" id="{4FFA72A1-FE20-3248-8048-A54C5BB79E0E}"/>
                    </a:ext>
                  </a:extLst>
                </p:cNvPr>
                <p:cNvCxnSpPr/>
                <p:nvPr/>
              </p:nvCxnSpPr>
              <p:spPr>
                <a:xfrm flipV="1">
                  <a:off x="6581933" y="2939145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9" name="Group 558">
                <a:extLst>
                  <a:ext uri="{FF2B5EF4-FFF2-40B4-BE49-F238E27FC236}">
                    <a16:creationId xmlns:a16="http://schemas.microsoft.com/office/drawing/2014/main" id="{0C11C4A4-C3FC-BE49-9D24-FE2401268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5998" y="373019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0" name="Straight Connector 2249">
                  <a:extLst>
                    <a:ext uri="{FF2B5EF4-FFF2-40B4-BE49-F238E27FC236}">
                      <a16:creationId xmlns:a16="http://schemas.microsoft.com/office/drawing/2014/main" id="{D78773C1-44C8-5543-8AA5-7D6BA930345C}"/>
                    </a:ext>
                  </a:extLst>
                </p:cNvPr>
                <p:cNvCxnSpPr/>
                <p:nvPr/>
              </p:nvCxnSpPr>
              <p:spPr>
                <a:xfrm flipV="1">
                  <a:off x="7027133" y="2846650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1" name="Straight Connector 2250">
                  <a:extLst>
                    <a:ext uri="{FF2B5EF4-FFF2-40B4-BE49-F238E27FC236}">
                      <a16:creationId xmlns:a16="http://schemas.microsoft.com/office/drawing/2014/main" id="{51F7BC5F-6A1E-1D43-B11C-D32E91BEA0D3}"/>
                    </a:ext>
                  </a:extLst>
                </p:cNvPr>
                <p:cNvCxnSpPr/>
                <p:nvPr/>
              </p:nvCxnSpPr>
              <p:spPr>
                <a:xfrm flipV="1">
                  <a:off x="6582413" y="2939076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212" name="Straight Connector 2211">
              <a:extLst>
                <a:ext uri="{FF2B5EF4-FFF2-40B4-BE49-F238E27FC236}">
                  <a16:creationId xmlns:a16="http://schemas.microsoft.com/office/drawing/2014/main" id="{8742A80B-531D-5B4F-BDBD-5C050B324AF1}"/>
                </a:ext>
              </a:extLst>
            </p:cNvPr>
            <p:cNvCxnSpPr/>
            <p:nvPr/>
          </p:nvCxnSpPr>
          <p:spPr bwMode="auto">
            <a:xfrm flipH="1">
              <a:off x="6685171" y="4525377"/>
              <a:ext cx="4763" cy="8556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3" name="Straight Connector 2212">
              <a:extLst>
                <a:ext uri="{FF2B5EF4-FFF2-40B4-BE49-F238E27FC236}">
                  <a16:creationId xmlns:a16="http://schemas.microsoft.com/office/drawing/2014/main" id="{4183F714-C9EF-0148-AAB0-066E4F697E5C}"/>
                </a:ext>
              </a:extLst>
            </p:cNvPr>
            <p:cNvCxnSpPr/>
            <p:nvPr/>
          </p:nvCxnSpPr>
          <p:spPr bwMode="auto">
            <a:xfrm>
              <a:off x="6632784" y="4706352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4" name="Straight Connector 2213">
              <a:extLst>
                <a:ext uri="{FF2B5EF4-FFF2-40B4-BE49-F238E27FC236}">
                  <a16:creationId xmlns:a16="http://schemas.microsoft.com/office/drawing/2014/main" id="{F673DA13-DFA2-114D-B9CD-5CF76CE5560F}"/>
                </a:ext>
              </a:extLst>
            </p:cNvPr>
            <p:cNvCxnSpPr/>
            <p:nvPr/>
          </p:nvCxnSpPr>
          <p:spPr bwMode="auto">
            <a:xfrm>
              <a:off x="6631196" y="477143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5" name="Straight Connector 2214">
              <a:extLst>
                <a:ext uri="{FF2B5EF4-FFF2-40B4-BE49-F238E27FC236}">
                  <a16:creationId xmlns:a16="http://schemas.microsoft.com/office/drawing/2014/main" id="{69C43710-5D21-094A-9A94-08F8E56191F8}"/>
                </a:ext>
              </a:extLst>
            </p:cNvPr>
            <p:cNvCxnSpPr/>
            <p:nvPr/>
          </p:nvCxnSpPr>
          <p:spPr bwMode="auto">
            <a:xfrm>
              <a:off x="6631196" y="4849227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6" name="Straight Connector 2215">
              <a:extLst>
                <a:ext uri="{FF2B5EF4-FFF2-40B4-BE49-F238E27FC236}">
                  <a16:creationId xmlns:a16="http://schemas.microsoft.com/office/drawing/2014/main" id="{D452918B-D99A-794A-8FB8-E749D444A8A3}"/>
                </a:ext>
              </a:extLst>
            </p:cNvPr>
            <p:cNvCxnSpPr/>
            <p:nvPr/>
          </p:nvCxnSpPr>
          <p:spPr bwMode="auto">
            <a:xfrm>
              <a:off x="6629609" y="4914314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7" name="Straight Connector 2216">
              <a:extLst>
                <a:ext uri="{FF2B5EF4-FFF2-40B4-BE49-F238E27FC236}">
                  <a16:creationId xmlns:a16="http://schemas.microsoft.com/office/drawing/2014/main" id="{2A65C57D-F50C-F64C-9B98-A00256DAA950}"/>
                </a:ext>
              </a:extLst>
            </p:cNvPr>
            <p:cNvCxnSpPr/>
            <p:nvPr/>
          </p:nvCxnSpPr>
          <p:spPr bwMode="auto">
            <a:xfrm>
              <a:off x="6628021" y="4976227"/>
              <a:ext cx="603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8" name="Straight Connector 2217">
              <a:extLst>
                <a:ext uri="{FF2B5EF4-FFF2-40B4-BE49-F238E27FC236}">
                  <a16:creationId xmlns:a16="http://schemas.microsoft.com/office/drawing/2014/main" id="{5B3EDDBB-C930-CA45-B460-8A644E068F7A}"/>
                </a:ext>
              </a:extLst>
            </p:cNvPr>
            <p:cNvCxnSpPr/>
            <p:nvPr/>
          </p:nvCxnSpPr>
          <p:spPr bwMode="auto">
            <a:xfrm>
              <a:off x="6628021" y="504448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9" name="Straight Connector 2218">
              <a:extLst>
                <a:ext uri="{FF2B5EF4-FFF2-40B4-BE49-F238E27FC236}">
                  <a16:creationId xmlns:a16="http://schemas.microsoft.com/office/drawing/2014/main" id="{D50EA242-0349-8D4D-88F3-55404B3248E8}"/>
                </a:ext>
              </a:extLst>
            </p:cNvPr>
            <p:cNvCxnSpPr/>
            <p:nvPr/>
          </p:nvCxnSpPr>
          <p:spPr bwMode="auto">
            <a:xfrm>
              <a:off x="6626434" y="511433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0" name="Straight Connector 2219">
              <a:extLst>
                <a:ext uri="{FF2B5EF4-FFF2-40B4-BE49-F238E27FC236}">
                  <a16:creationId xmlns:a16="http://schemas.microsoft.com/office/drawing/2014/main" id="{07C4B9C1-AB62-7346-8FB9-3D2902CD481B}"/>
                </a:ext>
              </a:extLst>
            </p:cNvPr>
            <p:cNvCxnSpPr/>
            <p:nvPr/>
          </p:nvCxnSpPr>
          <p:spPr bwMode="auto">
            <a:xfrm>
              <a:off x="6629609" y="51841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1" name="Straight Connector 2220">
              <a:extLst>
                <a:ext uri="{FF2B5EF4-FFF2-40B4-BE49-F238E27FC236}">
                  <a16:creationId xmlns:a16="http://schemas.microsoft.com/office/drawing/2014/main" id="{455CF468-DF93-D949-A0A5-A99315ED6643}"/>
                </a:ext>
              </a:extLst>
            </p:cNvPr>
            <p:cNvCxnSpPr/>
            <p:nvPr/>
          </p:nvCxnSpPr>
          <p:spPr bwMode="auto">
            <a:xfrm>
              <a:off x="6631196" y="525245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2" name="Straight Connector 2221">
              <a:extLst>
                <a:ext uri="{FF2B5EF4-FFF2-40B4-BE49-F238E27FC236}">
                  <a16:creationId xmlns:a16="http://schemas.microsoft.com/office/drawing/2014/main" id="{688ECD61-4E14-DE44-97CA-2F5FB733C17A}"/>
                </a:ext>
              </a:extLst>
            </p:cNvPr>
            <p:cNvCxnSpPr/>
            <p:nvPr/>
          </p:nvCxnSpPr>
          <p:spPr bwMode="auto">
            <a:xfrm>
              <a:off x="6631196" y="532230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3" name="Straight Connector 2222">
              <a:extLst>
                <a:ext uri="{FF2B5EF4-FFF2-40B4-BE49-F238E27FC236}">
                  <a16:creationId xmlns:a16="http://schemas.microsoft.com/office/drawing/2014/main" id="{5C5B4A84-CD30-E34E-8D82-AD74B698562B}"/>
                </a:ext>
              </a:extLst>
            </p:cNvPr>
            <p:cNvCxnSpPr/>
            <p:nvPr/>
          </p:nvCxnSpPr>
          <p:spPr bwMode="auto">
            <a:xfrm>
              <a:off x="6632784" y="53873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4" name="Straight Connector 2223">
              <a:extLst>
                <a:ext uri="{FF2B5EF4-FFF2-40B4-BE49-F238E27FC236}">
                  <a16:creationId xmlns:a16="http://schemas.microsoft.com/office/drawing/2014/main" id="{5A784C0E-ED94-0E45-A29C-FD09264DB91C}"/>
                </a:ext>
              </a:extLst>
            </p:cNvPr>
            <p:cNvCxnSpPr/>
            <p:nvPr/>
          </p:nvCxnSpPr>
          <p:spPr bwMode="auto">
            <a:xfrm flipH="1">
              <a:off x="6632784" y="4531727"/>
              <a:ext cx="58737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25" name="Group 2224">
              <a:extLst>
                <a:ext uri="{FF2B5EF4-FFF2-40B4-BE49-F238E27FC236}">
                  <a16:creationId xmlns:a16="http://schemas.microsoft.com/office/drawing/2014/main" id="{386EABE6-3F0D-9446-99EA-AD54FAD97ACD}"/>
                </a:ext>
              </a:extLst>
            </p:cNvPr>
            <p:cNvGrpSpPr/>
            <p:nvPr/>
          </p:nvGrpSpPr>
          <p:grpSpPr>
            <a:xfrm>
              <a:off x="6434171" y="4488570"/>
              <a:ext cx="224203" cy="179034"/>
              <a:chOff x="3668110" y="2448910"/>
              <a:chExt cx="3794234" cy="2165130"/>
            </a:xfrm>
          </p:grpSpPr>
          <p:sp>
            <p:nvSpPr>
              <p:cNvPr id="2226" name="Rectangle 2225">
                <a:extLst>
                  <a:ext uri="{FF2B5EF4-FFF2-40B4-BE49-F238E27FC236}">
                    <a16:creationId xmlns:a16="http://schemas.microsoft.com/office/drawing/2014/main" id="{C8BFDF92-4403-7243-ACA6-0719A58A205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227" name="Freeform 2226">
                <a:extLst>
                  <a:ext uri="{FF2B5EF4-FFF2-40B4-BE49-F238E27FC236}">
                    <a16:creationId xmlns:a16="http://schemas.microsoft.com/office/drawing/2014/main" id="{7E0C8408-4575-1B43-9E7B-C49B042DF77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228" name="Group 2227">
                <a:extLst>
                  <a:ext uri="{FF2B5EF4-FFF2-40B4-BE49-F238E27FC236}">
                    <a16:creationId xmlns:a16="http://schemas.microsoft.com/office/drawing/2014/main" id="{32EA7FAC-B1FF-C848-917E-4A36D5DF72C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229" name="Freeform 2228">
                  <a:extLst>
                    <a:ext uri="{FF2B5EF4-FFF2-40B4-BE49-F238E27FC236}">
                      <a16:creationId xmlns:a16="http://schemas.microsoft.com/office/drawing/2014/main" id="{955FD11A-B45A-0043-85AC-A7FBA5976333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Freeform 2229">
                  <a:extLst>
                    <a:ext uri="{FF2B5EF4-FFF2-40B4-BE49-F238E27FC236}">
                      <a16:creationId xmlns:a16="http://schemas.microsoft.com/office/drawing/2014/main" id="{905227E9-77C4-5646-BB01-28CE8D9C2C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Freeform 2230">
                  <a:extLst>
                    <a:ext uri="{FF2B5EF4-FFF2-40B4-BE49-F238E27FC236}">
                      <a16:creationId xmlns:a16="http://schemas.microsoft.com/office/drawing/2014/main" id="{81C8ADAC-2766-DA46-8606-FFEF45F98861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2" name="Freeform 2231">
                  <a:extLst>
                    <a:ext uri="{FF2B5EF4-FFF2-40B4-BE49-F238E27FC236}">
                      <a16:creationId xmlns:a16="http://schemas.microsoft.com/office/drawing/2014/main" id="{39ADE049-D143-9340-8929-AACE9281CE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48" name="Group 3047">
            <a:extLst>
              <a:ext uri="{FF2B5EF4-FFF2-40B4-BE49-F238E27FC236}">
                <a16:creationId xmlns:a16="http://schemas.microsoft.com/office/drawing/2014/main" id="{56F9EA7E-1CB4-2249-A692-78BBE6E06911}"/>
              </a:ext>
            </a:extLst>
          </p:cNvPr>
          <p:cNvGrpSpPr/>
          <p:nvPr/>
        </p:nvGrpSpPr>
        <p:grpSpPr>
          <a:xfrm>
            <a:off x="5974431" y="3377682"/>
            <a:ext cx="1055390" cy="275739"/>
            <a:chOff x="5974431" y="3377682"/>
            <a:chExt cx="1055390" cy="275739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EFE5135-462D-EF4E-AB13-5061441674B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974431" y="34834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6" name="Straight Connector 2075">
              <a:extLst>
                <a:ext uri="{FF2B5EF4-FFF2-40B4-BE49-F238E27FC236}">
                  <a16:creationId xmlns:a16="http://schemas.microsoft.com/office/drawing/2014/main" id="{E3348DE5-9E35-144F-BA2C-58569C83123A}"/>
                </a:ext>
              </a:extLst>
            </p:cNvPr>
            <p:cNvCxnSpPr>
              <a:cxnSpLocks/>
              <a:stCxn id="1797" idx="8"/>
            </p:cNvCxnSpPr>
            <p:nvPr/>
          </p:nvCxnSpPr>
          <p:spPr bwMode="auto">
            <a:xfrm flipH="1" flipV="1">
              <a:off x="6223247" y="34274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9" name="Straight Connector 2078">
              <a:extLst>
                <a:ext uri="{FF2B5EF4-FFF2-40B4-BE49-F238E27FC236}">
                  <a16:creationId xmlns:a16="http://schemas.microsoft.com/office/drawing/2014/main" id="{D303DC32-178A-8044-9EDB-91C70B24B21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465843" y="33776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5" name="Group 2084">
            <a:extLst>
              <a:ext uri="{FF2B5EF4-FFF2-40B4-BE49-F238E27FC236}">
                <a16:creationId xmlns:a16="http://schemas.microsoft.com/office/drawing/2014/main" id="{F5B82866-056E-E94D-A772-F82AE1F53EE6}"/>
              </a:ext>
            </a:extLst>
          </p:cNvPr>
          <p:cNvGrpSpPr/>
          <p:nvPr/>
        </p:nvGrpSpPr>
        <p:grpSpPr>
          <a:xfrm flipV="1">
            <a:off x="5989981" y="3036336"/>
            <a:ext cx="1055390" cy="275739"/>
            <a:chOff x="6920204" y="3530082"/>
            <a:chExt cx="1055390" cy="275739"/>
          </a:xfrm>
        </p:grpSpPr>
        <p:cxnSp>
          <p:nvCxnSpPr>
            <p:cNvPr id="2082" name="Straight Connector 2081">
              <a:extLst>
                <a:ext uri="{FF2B5EF4-FFF2-40B4-BE49-F238E27FC236}">
                  <a16:creationId xmlns:a16="http://schemas.microsoft.com/office/drawing/2014/main" id="{9BFDF748-077C-3C42-928A-5ECFD560C5D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920204" y="36358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3" name="Straight Connector 2082">
              <a:extLst>
                <a:ext uri="{FF2B5EF4-FFF2-40B4-BE49-F238E27FC236}">
                  <a16:creationId xmlns:a16="http://schemas.microsoft.com/office/drawing/2014/main" id="{7784673D-4B8F-FD46-B153-7B298DADAE9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169020" y="35798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4" name="Straight Connector 2083">
              <a:extLst>
                <a:ext uri="{FF2B5EF4-FFF2-40B4-BE49-F238E27FC236}">
                  <a16:creationId xmlns:a16="http://schemas.microsoft.com/office/drawing/2014/main" id="{2873B3A2-D82B-C34E-B37B-7DE8521CCFC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11616" y="35300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49" name="Group 3048">
            <a:extLst>
              <a:ext uri="{FF2B5EF4-FFF2-40B4-BE49-F238E27FC236}">
                <a16:creationId xmlns:a16="http://schemas.microsoft.com/office/drawing/2014/main" id="{0DEFFD4D-EE42-5F4B-99FB-3A86AB6707C8}"/>
              </a:ext>
            </a:extLst>
          </p:cNvPr>
          <p:cNvGrpSpPr/>
          <p:nvPr/>
        </p:nvGrpSpPr>
        <p:grpSpPr>
          <a:xfrm>
            <a:off x="6657747" y="2537293"/>
            <a:ext cx="5251865" cy="1075110"/>
            <a:chOff x="6657747" y="2537293"/>
            <a:chExt cx="5251865" cy="1075110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AD5EB0EC-9187-E241-9FF4-CF79D7E505C6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6" name="Group 2065">
              <a:extLst>
                <a:ext uri="{FF2B5EF4-FFF2-40B4-BE49-F238E27FC236}">
                  <a16:creationId xmlns:a16="http://schemas.microsoft.com/office/drawing/2014/main" id="{671130CD-6668-134C-8C7A-D342EFD4F4A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2067" name="Rectangle 2066">
                <a:extLst>
                  <a:ext uri="{FF2B5EF4-FFF2-40B4-BE49-F238E27FC236}">
                    <a16:creationId xmlns:a16="http://schemas.microsoft.com/office/drawing/2014/main" id="{5ED49501-3457-DE48-B6A2-2CC8A28A4B14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68" name="Freeform 2067">
                <a:extLst>
                  <a:ext uri="{FF2B5EF4-FFF2-40B4-BE49-F238E27FC236}">
                    <a16:creationId xmlns:a16="http://schemas.microsoft.com/office/drawing/2014/main" id="{FE7F7BF5-C935-914D-8A79-967EE18C7BC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E8E1A699-022A-4D49-963C-C0CB3FD03D5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70" name="Freeform 2069">
                  <a:extLst>
                    <a:ext uri="{FF2B5EF4-FFF2-40B4-BE49-F238E27FC236}">
                      <a16:creationId xmlns:a16="http://schemas.microsoft.com/office/drawing/2014/main" id="{AC2A9D8C-7B09-FE4A-8E15-3AE55939F72B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1" name="Freeform 2070">
                  <a:extLst>
                    <a:ext uri="{FF2B5EF4-FFF2-40B4-BE49-F238E27FC236}">
                      <a16:creationId xmlns:a16="http://schemas.microsoft.com/office/drawing/2014/main" id="{C3463AC7-21C7-DF41-81AC-E1550BD7557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2" name="Freeform 2071">
                  <a:extLst>
                    <a:ext uri="{FF2B5EF4-FFF2-40B4-BE49-F238E27FC236}">
                      <a16:creationId xmlns:a16="http://schemas.microsoft.com/office/drawing/2014/main" id="{F608C891-1396-8E48-9C57-970118D86E5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3" name="Freeform 2072">
                  <a:extLst>
                    <a:ext uri="{FF2B5EF4-FFF2-40B4-BE49-F238E27FC236}">
                      <a16:creationId xmlns:a16="http://schemas.microsoft.com/office/drawing/2014/main" id="{83C5F980-A19D-AC46-9969-CD08A1A3080C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17" name="TextBox 3016">
              <a:extLst>
                <a:ext uri="{FF2B5EF4-FFF2-40B4-BE49-F238E27FC236}">
                  <a16:creationId xmlns:a16="http://schemas.microsoft.com/office/drawing/2014/main" id="{BCCE49A8-7D52-C34D-ACC2-7FA5FA60D96D}"/>
                </a:ext>
              </a:extLst>
            </p:cNvPr>
            <p:cNvSpPr txBox="1"/>
            <p:nvPr/>
          </p:nvSpPr>
          <p:spPr bwMode="auto">
            <a:xfrm>
              <a:off x="8134745" y="2537293"/>
              <a:ext cx="3774867" cy="7694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第 1 层级交换机</a:t>
              </a: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latin typeface="Calibri"/>
                </a:rPr>
                <a:t>连接到下方约 16 个 T-2</a:t>
              </a:r>
              <a:endParaRPr lang="en-US" sz="2000" i="0" dirty="0">
                <a:latin typeface="Calibri"/>
              </a:endParaRPr>
            </a:p>
          </p:txBody>
        </p:sp>
      </p:grpSp>
      <p:grpSp>
        <p:nvGrpSpPr>
          <p:cNvPr id="3029" name="Group 3028">
            <a:extLst>
              <a:ext uri="{FF2B5EF4-FFF2-40B4-BE49-F238E27FC236}">
                <a16:creationId xmlns:a16="http://schemas.microsoft.com/office/drawing/2014/main" id="{E6DDCFFF-CBB8-924D-9B40-87D5C47FE2A4}"/>
              </a:ext>
            </a:extLst>
          </p:cNvPr>
          <p:cNvGrpSpPr/>
          <p:nvPr/>
        </p:nvGrpSpPr>
        <p:grpSpPr>
          <a:xfrm>
            <a:off x="3209365" y="1435878"/>
            <a:ext cx="8735897" cy="769441"/>
            <a:chOff x="3209365" y="1435878"/>
            <a:chExt cx="8735897" cy="769441"/>
          </a:xfrm>
        </p:grpSpPr>
        <p:grpSp>
          <p:nvGrpSpPr>
            <p:cNvPr id="1063" name="Group 1062">
              <a:extLst>
                <a:ext uri="{FF2B5EF4-FFF2-40B4-BE49-F238E27FC236}">
                  <a16:creationId xmlns:a16="http://schemas.microsoft.com/office/drawing/2014/main" id="{D7F1E435-14C7-CC4D-B94B-86715A33A14B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7711398F-9BAE-D94F-A3D7-EA8D6656551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EAE5B278-7BA6-C34F-80E0-6CD3A11015A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66" name="Group 1065">
                <a:extLst>
                  <a:ext uri="{FF2B5EF4-FFF2-40B4-BE49-F238E27FC236}">
                    <a16:creationId xmlns:a16="http://schemas.microsoft.com/office/drawing/2014/main" id="{3820064E-BDD7-E346-AD74-70B04A832C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7" name="Freeform 1066">
                  <a:extLst>
                    <a:ext uri="{FF2B5EF4-FFF2-40B4-BE49-F238E27FC236}">
                      <a16:creationId xmlns:a16="http://schemas.microsoft.com/office/drawing/2014/main" id="{F671AC90-7C5D-8F42-9F82-43E9BC1C50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Freeform 1067">
                  <a:extLst>
                    <a:ext uri="{FF2B5EF4-FFF2-40B4-BE49-F238E27FC236}">
                      <a16:creationId xmlns:a16="http://schemas.microsoft.com/office/drawing/2014/main" id="{24131D0B-4B81-D449-BC50-CE1F49E1B82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Freeform 1068">
                  <a:extLst>
                    <a:ext uri="{FF2B5EF4-FFF2-40B4-BE49-F238E27FC236}">
                      <a16:creationId xmlns:a16="http://schemas.microsoft.com/office/drawing/2014/main" id="{6852CE4A-A835-3B47-81CA-BC904F7C3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Freeform 1069">
                  <a:extLst>
                    <a:ext uri="{FF2B5EF4-FFF2-40B4-BE49-F238E27FC236}">
                      <a16:creationId xmlns:a16="http://schemas.microsoft.com/office/drawing/2014/main" id="{109EA57C-1350-374F-9EEF-17AECAB49B8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59" name="Group 1258">
              <a:extLst>
                <a:ext uri="{FF2B5EF4-FFF2-40B4-BE49-F238E27FC236}">
                  <a16:creationId xmlns:a16="http://schemas.microsoft.com/office/drawing/2014/main" id="{7FCBABCA-1F91-EF43-B0E2-A802226568C1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AF76CBC5-40C6-0D47-B8A4-2F45428AEB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61" name="Oval 1260">
                <a:extLst>
                  <a:ext uri="{FF2B5EF4-FFF2-40B4-BE49-F238E27FC236}">
                    <a16:creationId xmlns:a16="http://schemas.microsoft.com/office/drawing/2014/main" id="{7D41A8FF-F728-0646-B249-E5A5B3578DF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62" name="Group 1261">
                <a:extLst>
                  <a:ext uri="{FF2B5EF4-FFF2-40B4-BE49-F238E27FC236}">
                    <a16:creationId xmlns:a16="http://schemas.microsoft.com/office/drawing/2014/main" id="{DBB91D99-96BD-0A49-962E-7F3F0EAE549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63" name="Freeform 1262">
                  <a:extLst>
                    <a:ext uri="{FF2B5EF4-FFF2-40B4-BE49-F238E27FC236}">
                      <a16:creationId xmlns:a16="http://schemas.microsoft.com/office/drawing/2014/main" id="{6BA549FE-4ABB-D640-A2A1-CEB356AC8E5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4" name="Freeform 1263">
                  <a:extLst>
                    <a:ext uri="{FF2B5EF4-FFF2-40B4-BE49-F238E27FC236}">
                      <a16:creationId xmlns:a16="http://schemas.microsoft.com/office/drawing/2014/main" id="{16C84D55-B6B8-3A4F-BC30-699F7EBB02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5" name="Freeform 1264">
                  <a:extLst>
                    <a:ext uri="{FF2B5EF4-FFF2-40B4-BE49-F238E27FC236}">
                      <a16:creationId xmlns:a16="http://schemas.microsoft.com/office/drawing/2014/main" id="{3FD156E6-B54A-DE4F-ADC6-96076DA88D5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6" name="Freeform 1265">
                  <a:extLst>
                    <a:ext uri="{FF2B5EF4-FFF2-40B4-BE49-F238E27FC236}">
                      <a16:creationId xmlns:a16="http://schemas.microsoft.com/office/drawing/2014/main" id="{63925375-A660-BB44-AF99-F39AEE6990B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28" name="TextBox 3027">
              <a:extLst>
                <a:ext uri="{FF2B5EF4-FFF2-40B4-BE49-F238E27FC236}">
                  <a16:creationId xmlns:a16="http://schemas.microsoft.com/office/drawing/2014/main" id="{1181C1E7-C2CE-B241-B3B9-7BCD3088F29E}"/>
                </a:ext>
              </a:extLst>
            </p:cNvPr>
            <p:cNvSpPr txBox="1"/>
            <p:nvPr/>
          </p:nvSpPr>
          <p:spPr bwMode="auto">
            <a:xfrm>
              <a:off x="8092348" y="1435878"/>
              <a:ext cx="3852914" cy="76944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边界路由器</a:t>
              </a:r>
              <a:endParaRPr lang="en-US" sz="2400" dirty="0">
                <a:solidFill>
                  <a:prstClr val="black"/>
                </a:solidFill>
                <a:latin typeface="Calibri"/>
              </a:endParaRP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solidFill>
                    <a:prstClr val="black"/>
                  </a:solidFill>
                  <a:latin typeface="Calibri"/>
                </a:rPr>
                <a:t>连接到数据中心外部</a:t>
              </a:r>
              <a:endPara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026" name="Group 3025">
            <a:extLst>
              <a:ext uri="{FF2B5EF4-FFF2-40B4-BE49-F238E27FC236}">
                <a16:creationId xmlns:a16="http://schemas.microsoft.com/office/drawing/2014/main" id="{C1D35D5A-ADF5-4F40-AB13-78CC979830DB}"/>
              </a:ext>
            </a:extLst>
          </p:cNvPr>
          <p:cNvGrpSpPr/>
          <p:nvPr/>
        </p:nvGrpSpPr>
        <p:grpSpPr>
          <a:xfrm>
            <a:off x="6424161" y="3564953"/>
            <a:ext cx="1277531" cy="1928756"/>
            <a:chOff x="6424161" y="3564953"/>
            <a:chExt cx="1277531" cy="1928756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6C5707B5-1CDF-EF4D-B47F-D0727008A534}"/>
                </a:ext>
              </a:extLst>
            </p:cNvPr>
            <p:cNvCxnSpPr>
              <a:cxnSpLocks/>
              <a:endCxn id="2229" idx="4"/>
            </p:cNvCxnSpPr>
            <p:nvPr/>
          </p:nvCxnSpPr>
          <p:spPr bwMode="auto">
            <a:xfrm>
              <a:off x="7386846" y="3996739"/>
              <a:ext cx="314846" cy="55457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5" name="Group 3024">
              <a:extLst>
                <a:ext uri="{FF2B5EF4-FFF2-40B4-BE49-F238E27FC236}">
                  <a16:creationId xmlns:a16="http://schemas.microsoft.com/office/drawing/2014/main" id="{DE121D77-D6FB-DC40-9F18-FA6FAD6E9A4D}"/>
                </a:ext>
              </a:extLst>
            </p:cNvPr>
            <p:cNvGrpSpPr/>
            <p:nvPr/>
          </p:nvGrpSpPr>
          <p:grpSpPr>
            <a:xfrm>
              <a:off x="6424161" y="3564953"/>
              <a:ext cx="1189906" cy="1928756"/>
              <a:chOff x="6424161" y="3564953"/>
              <a:chExt cx="1189906" cy="1928756"/>
            </a:xfrm>
          </p:grpSpPr>
          <p:cxnSp>
            <p:nvCxnSpPr>
              <p:cNvPr id="1785" name="Straight Connector 1784">
                <a:extLst>
                  <a:ext uri="{FF2B5EF4-FFF2-40B4-BE49-F238E27FC236}">
                    <a16:creationId xmlns:a16="http://schemas.microsoft.com/office/drawing/2014/main" id="{9F7826D9-EA27-234E-B430-97A5A6D95D90}"/>
                  </a:ext>
                </a:extLst>
              </p:cNvPr>
              <p:cNvCxnSpPr>
                <a:cxnSpLocks/>
                <a:endCxn id="1996" idx="4"/>
              </p:cNvCxnSpPr>
              <p:nvPr/>
            </p:nvCxnSpPr>
            <p:spPr bwMode="auto">
              <a:xfrm flipH="1">
                <a:off x="6543673" y="39586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2" name="Straight Connector 1791">
                <a:extLst>
                  <a:ext uri="{FF2B5EF4-FFF2-40B4-BE49-F238E27FC236}">
                    <a16:creationId xmlns:a16="http://schemas.microsoft.com/office/drawing/2014/main" id="{D1047CD3-9DE8-6648-A62D-70EA1368EB55}"/>
                  </a:ext>
                </a:extLst>
              </p:cNvPr>
              <p:cNvCxnSpPr>
                <a:cxnSpLocks/>
                <a:endCxn id="2169" idx="9"/>
              </p:cNvCxnSpPr>
              <p:nvPr/>
            </p:nvCxnSpPr>
            <p:spPr bwMode="auto">
              <a:xfrm>
                <a:off x="7130402" y="39666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18" name="Group 3017">
                <a:extLst>
                  <a:ext uri="{FF2B5EF4-FFF2-40B4-BE49-F238E27FC236}">
                    <a16:creationId xmlns:a16="http://schemas.microsoft.com/office/drawing/2014/main" id="{5130D84D-0456-2746-8D9C-0EA6B7529A5D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55501" cy="1928756"/>
                <a:chOff x="6424161" y="3564953"/>
                <a:chExt cx="1155501" cy="1928756"/>
              </a:xfrm>
            </p:grpSpPr>
            <p:cxnSp>
              <p:nvCxnSpPr>
                <p:cNvPr id="1786" name="Straight Connector 1785">
                  <a:extLst>
                    <a:ext uri="{FF2B5EF4-FFF2-40B4-BE49-F238E27FC236}">
                      <a16:creationId xmlns:a16="http://schemas.microsoft.com/office/drawing/2014/main" id="{D934F638-3E55-C040-AB10-99BC6CE3C2B2}"/>
                    </a:ext>
                  </a:extLst>
                </p:cNvPr>
                <p:cNvCxnSpPr>
                  <a:cxnSpLocks/>
                  <a:endCxn id="2112" idx="2"/>
                </p:cNvCxnSpPr>
                <p:nvPr/>
              </p:nvCxnSpPr>
              <p:spPr bwMode="auto">
                <a:xfrm flipH="1">
                  <a:off x="6853320" y="39681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089" name="Group 2088">
                  <a:extLst>
                    <a:ext uri="{FF2B5EF4-FFF2-40B4-BE49-F238E27FC236}">
                      <a16:creationId xmlns:a16="http://schemas.microsoft.com/office/drawing/2014/main" id="{D711D72B-94F1-E74C-97F9-05E3DBCC8AB4}"/>
                    </a:ext>
                  </a:extLst>
                </p:cNvPr>
                <p:cNvGrpSpPr/>
                <p:nvPr/>
              </p:nvGrpSpPr>
              <p:grpSpPr>
                <a:xfrm>
                  <a:off x="6424161" y="44885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78" name="Group 506">
                    <a:extLst>
                      <a:ext uri="{FF2B5EF4-FFF2-40B4-BE49-F238E27FC236}">
                        <a16:creationId xmlns:a16="http://schemas.microsoft.com/office/drawing/2014/main" id="{DFA25D61-85F3-E548-80CA-FF1AB9B669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00" name="Rectangle 1999">
                      <a:extLst>
                        <a:ext uri="{FF2B5EF4-FFF2-40B4-BE49-F238E27FC236}">
                          <a16:creationId xmlns:a16="http://schemas.microsoft.com/office/drawing/2014/main" id="{472B7546-0140-2843-9750-24031494A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1" name="Straight Connector 2000">
                      <a:extLst>
                        <a:ext uri="{FF2B5EF4-FFF2-40B4-BE49-F238E27FC236}">
                          <a16:creationId xmlns:a16="http://schemas.microsoft.com/office/drawing/2014/main" id="{0C4AAF19-3DA0-1242-9188-8393FE5ABE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2" name="Rectangle 2001">
                      <a:extLst>
                        <a:ext uri="{FF2B5EF4-FFF2-40B4-BE49-F238E27FC236}">
                          <a16:creationId xmlns:a16="http://schemas.microsoft.com/office/drawing/2014/main" id="{B9ADCB5A-6DD3-1943-941F-74344C137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3" name="Straight Connector 2002">
                      <a:extLst>
                        <a:ext uri="{FF2B5EF4-FFF2-40B4-BE49-F238E27FC236}">
                          <a16:creationId xmlns:a16="http://schemas.microsoft.com/office/drawing/2014/main" id="{7A23E786-6780-084E-9CE0-20F8FE16C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4" name="Rectangle 2003">
                      <a:extLst>
                        <a:ext uri="{FF2B5EF4-FFF2-40B4-BE49-F238E27FC236}">
                          <a16:creationId xmlns:a16="http://schemas.microsoft.com/office/drawing/2014/main" id="{1528C83F-1B08-5448-9605-716DD46388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05" name="Rectangle 2004">
                      <a:extLst>
                        <a:ext uri="{FF2B5EF4-FFF2-40B4-BE49-F238E27FC236}">
                          <a16:creationId xmlns:a16="http://schemas.microsoft.com/office/drawing/2014/main" id="{D4CA1EA6-7246-2548-A19C-699ECFC13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6" name="Straight Connector 2005">
                      <a:extLst>
                        <a:ext uri="{FF2B5EF4-FFF2-40B4-BE49-F238E27FC236}">
                          <a16:creationId xmlns:a16="http://schemas.microsoft.com/office/drawing/2014/main" id="{3CDE0C08-28AC-5C4A-9F3C-AD7F29F476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07" name="Group 544">
                      <a:extLst>
                        <a:ext uri="{FF2B5EF4-FFF2-40B4-BE49-F238E27FC236}">
                          <a16:creationId xmlns:a16="http://schemas.microsoft.com/office/drawing/2014/main" id="{0FFCF98C-EC18-AA43-ACA2-9337DE46F1E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5" name="Straight Connector 2034">
                        <a:extLst>
                          <a:ext uri="{FF2B5EF4-FFF2-40B4-BE49-F238E27FC236}">
                            <a16:creationId xmlns:a16="http://schemas.microsoft.com/office/drawing/2014/main" id="{85548661-319F-5E43-BCFD-FB67310108C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6" name="Straight Connector 2035">
                        <a:extLst>
                          <a:ext uri="{FF2B5EF4-FFF2-40B4-BE49-F238E27FC236}">
                            <a16:creationId xmlns:a16="http://schemas.microsoft.com/office/drawing/2014/main" id="{33DC9C1B-F0D6-F142-B1A4-194A830ABF3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8" name="Group 547">
                      <a:extLst>
                        <a:ext uri="{FF2B5EF4-FFF2-40B4-BE49-F238E27FC236}">
                          <a16:creationId xmlns:a16="http://schemas.microsoft.com/office/drawing/2014/main" id="{3701329E-7C1F-9841-8E14-0E7BA95CCD1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3" name="Straight Connector 2032">
                        <a:extLst>
                          <a:ext uri="{FF2B5EF4-FFF2-40B4-BE49-F238E27FC236}">
                            <a16:creationId xmlns:a16="http://schemas.microsoft.com/office/drawing/2014/main" id="{54B4B5E5-9B1B-3441-B5F5-1C7C76C0480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4" name="Straight Connector 2033">
                        <a:extLst>
                          <a:ext uri="{FF2B5EF4-FFF2-40B4-BE49-F238E27FC236}">
                            <a16:creationId xmlns:a16="http://schemas.microsoft.com/office/drawing/2014/main" id="{E60D85AA-7AD0-F44C-8446-DEEA7A2C073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9" name="Group 549">
                      <a:extLst>
                        <a:ext uri="{FF2B5EF4-FFF2-40B4-BE49-F238E27FC236}">
                          <a16:creationId xmlns:a16="http://schemas.microsoft.com/office/drawing/2014/main" id="{AC4E25B4-2EA2-7B4F-AB74-8FEFBCAC8D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1" name="Straight Connector 2030">
                        <a:extLst>
                          <a:ext uri="{FF2B5EF4-FFF2-40B4-BE49-F238E27FC236}">
                            <a16:creationId xmlns:a16="http://schemas.microsoft.com/office/drawing/2014/main" id="{2F6773D3-BEA1-8249-A259-330C00CA38E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2" name="Straight Connector 2031">
                        <a:extLst>
                          <a:ext uri="{FF2B5EF4-FFF2-40B4-BE49-F238E27FC236}">
                            <a16:creationId xmlns:a16="http://schemas.microsoft.com/office/drawing/2014/main" id="{ECED9B77-1F89-0D4F-95D6-5C84D13648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0" name="Group 550">
                      <a:extLst>
                        <a:ext uri="{FF2B5EF4-FFF2-40B4-BE49-F238E27FC236}">
                          <a16:creationId xmlns:a16="http://schemas.microsoft.com/office/drawing/2014/main" id="{E5098D67-74BE-4F42-9C59-754F9064D2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9" name="Straight Connector 2028">
                        <a:extLst>
                          <a:ext uri="{FF2B5EF4-FFF2-40B4-BE49-F238E27FC236}">
                            <a16:creationId xmlns:a16="http://schemas.microsoft.com/office/drawing/2014/main" id="{105690F5-8C76-5A46-AD76-79181249CCD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0" name="Straight Connector 2029">
                        <a:extLst>
                          <a:ext uri="{FF2B5EF4-FFF2-40B4-BE49-F238E27FC236}">
                            <a16:creationId xmlns:a16="http://schemas.microsoft.com/office/drawing/2014/main" id="{B7094AF9-9623-4248-867E-69E45A2FEE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1" name="Group 551">
                      <a:extLst>
                        <a:ext uri="{FF2B5EF4-FFF2-40B4-BE49-F238E27FC236}">
                          <a16:creationId xmlns:a16="http://schemas.microsoft.com/office/drawing/2014/main" id="{8D30A7D2-7B14-3D42-A242-6C3AEC2EA3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7" name="Straight Connector 2026">
                        <a:extLst>
                          <a:ext uri="{FF2B5EF4-FFF2-40B4-BE49-F238E27FC236}">
                            <a16:creationId xmlns:a16="http://schemas.microsoft.com/office/drawing/2014/main" id="{E42AFF67-3B3B-C341-89FC-BA8BC8E7361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8" name="Straight Connector 2027">
                        <a:extLst>
                          <a:ext uri="{FF2B5EF4-FFF2-40B4-BE49-F238E27FC236}">
                            <a16:creationId xmlns:a16="http://schemas.microsoft.com/office/drawing/2014/main" id="{074F5196-F7A5-3340-8FEF-2EE243F172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2" name="Group 552">
                      <a:extLst>
                        <a:ext uri="{FF2B5EF4-FFF2-40B4-BE49-F238E27FC236}">
                          <a16:creationId xmlns:a16="http://schemas.microsoft.com/office/drawing/2014/main" id="{64E3F8A4-2728-F945-A1A9-632D40EE2F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5" name="Straight Connector 2024">
                        <a:extLst>
                          <a:ext uri="{FF2B5EF4-FFF2-40B4-BE49-F238E27FC236}">
                            <a16:creationId xmlns:a16="http://schemas.microsoft.com/office/drawing/2014/main" id="{31851178-ECB3-E340-9AC9-1663013B681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6" name="Straight Connector 2025">
                        <a:extLst>
                          <a:ext uri="{FF2B5EF4-FFF2-40B4-BE49-F238E27FC236}">
                            <a16:creationId xmlns:a16="http://schemas.microsoft.com/office/drawing/2014/main" id="{F2ACCA62-111F-0F45-B87B-46D3A3AFA3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3" name="Group 555">
                      <a:extLst>
                        <a:ext uri="{FF2B5EF4-FFF2-40B4-BE49-F238E27FC236}">
                          <a16:creationId xmlns:a16="http://schemas.microsoft.com/office/drawing/2014/main" id="{550FDAB1-93B4-FE4C-9168-ADA2CA74E37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3" name="Straight Connector 2022">
                        <a:extLst>
                          <a:ext uri="{FF2B5EF4-FFF2-40B4-BE49-F238E27FC236}">
                            <a16:creationId xmlns:a16="http://schemas.microsoft.com/office/drawing/2014/main" id="{697D2355-32BE-1440-BDB9-E5108CD360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4" name="Straight Connector 2023">
                        <a:extLst>
                          <a:ext uri="{FF2B5EF4-FFF2-40B4-BE49-F238E27FC236}">
                            <a16:creationId xmlns:a16="http://schemas.microsoft.com/office/drawing/2014/main" id="{40041FFC-BA7D-1748-BCD7-7A78B2C30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4" name="Group 556">
                      <a:extLst>
                        <a:ext uri="{FF2B5EF4-FFF2-40B4-BE49-F238E27FC236}">
                          <a16:creationId xmlns:a16="http://schemas.microsoft.com/office/drawing/2014/main" id="{E5D7D48C-981A-C343-99B3-1DB2F9DC670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1" name="Straight Connector 2020">
                        <a:extLst>
                          <a:ext uri="{FF2B5EF4-FFF2-40B4-BE49-F238E27FC236}">
                            <a16:creationId xmlns:a16="http://schemas.microsoft.com/office/drawing/2014/main" id="{81F08913-D560-0D48-BC21-67DA4A16A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2" name="Straight Connector 2021">
                        <a:extLst>
                          <a:ext uri="{FF2B5EF4-FFF2-40B4-BE49-F238E27FC236}">
                            <a16:creationId xmlns:a16="http://schemas.microsoft.com/office/drawing/2014/main" id="{0322F14D-B0F0-B94D-B86E-151E8A6E80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5" name="Group 557">
                      <a:extLst>
                        <a:ext uri="{FF2B5EF4-FFF2-40B4-BE49-F238E27FC236}">
                          <a16:creationId xmlns:a16="http://schemas.microsoft.com/office/drawing/2014/main" id="{6EDB81F1-637F-8C41-8E5B-5911D29288B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9" name="Straight Connector 2018">
                        <a:extLst>
                          <a:ext uri="{FF2B5EF4-FFF2-40B4-BE49-F238E27FC236}">
                            <a16:creationId xmlns:a16="http://schemas.microsoft.com/office/drawing/2014/main" id="{14D8AE85-A5EC-EF47-92ED-13696DF472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0" name="Straight Connector 2019">
                        <a:extLst>
                          <a:ext uri="{FF2B5EF4-FFF2-40B4-BE49-F238E27FC236}">
                            <a16:creationId xmlns:a16="http://schemas.microsoft.com/office/drawing/2014/main" id="{D7A72355-8439-8C43-95F2-1F34637C52D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6" name="Group 558">
                      <a:extLst>
                        <a:ext uri="{FF2B5EF4-FFF2-40B4-BE49-F238E27FC236}">
                          <a16:creationId xmlns:a16="http://schemas.microsoft.com/office/drawing/2014/main" id="{94655179-C8C1-C642-B509-04619330C4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7" name="Straight Connector 2016">
                        <a:extLst>
                          <a:ext uri="{FF2B5EF4-FFF2-40B4-BE49-F238E27FC236}">
                            <a16:creationId xmlns:a16="http://schemas.microsoft.com/office/drawing/2014/main" id="{1DA56EF8-36A3-0648-80C4-116681F0EB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18" name="Straight Connector 2017">
                        <a:extLst>
                          <a:ext uri="{FF2B5EF4-FFF2-40B4-BE49-F238E27FC236}">
                            <a16:creationId xmlns:a16="http://schemas.microsoft.com/office/drawing/2014/main" id="{B1C0CB77-5078-F14E-AD12-89C646CF1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79" name="Straight Connector 1978">
                    <a:extLst>
                      <a:ext uri="{FF2B5EF4-FFF2-40B4-BE49-F238E27FC236}">
                        <a16:creationId xmlns:a16="http://schemas.microsoft.com/office/drawing/2014/main" id="{4BC05A56-FB63-9C45-A299-C9441AF7DAF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0" name="Straight Connector 1979">
                    <a:extLst>
                      <a:ext uri="{FF2B5EF4-FFF2-40B4-BE49-F238E27FC236}">
                        <a16:creationId xmlns:a16="http://schemas.microsoft.com/office/drawing/2014/main" id="{22B986DD-1DC8-9743-BDF9-94D9C02C33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1" name="Straight Connector 1980">
                    <a:extLst>
                      <a:ext uri="{FF2B5EF4-FFF2-40B4-BE49-F238E27FC236}">
                        <a16:creationId xmlns:a16="http://schemas.microsoft.com/office/drawing/2014/main" id="{8BCF80E3-8926-6941-A2E9-26214BF51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2" name="Straight Connector 1981">
                    <a:extLst>
                      <a:ext uri="{FF2B5EF4-FFF2-40B4-BE49-F238E27FC236}">
                        <a16:creationId xmlns:a16="http://schemas.microsoft.com/office/drawing/2014/main" id="{02C5FFDE-B197-1544-AC99-ADA31F468CB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3" name="Straight Connector 1982">
                    <a:extLst>
                      <a:ext uri="{FF2B5EF4-FFF2-40B4-BE49-F238E27FC236}">
                        <a16:creationId xmlns:a16="http://schemas.microsoft.com/office/drawing/2014/main" id="{CA65BE23-64DE-5F44-AC90-A246D0896A1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4" name="Straight Connector 1983">
                    <a:extLst>
                      <a:ext uri="{FF2B5EF4-FFF2-40B4-BE49-F238E27FC236}">
                        <a16:creationId xmlns:a16="http://schemas.microsoft.com/office/drawing/2014/main" id="{725D045D-5BD8-C149-A551-A70E348F95A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5" name="Straight Connector 1984">
                    <a:extLst>
                      <a:ext uri="{FF2B5EF4-FFF2-40B4-BE49-F238E27FC236}">
                        <a16:creationId xmlns:a16="http://schemas.microsoft.com/office/drawing/2014/main" id="{2E600D1A-2464-F64E-8073-B9DF328BC07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6" name="Straight Connector 1985">
                    <a:extLst>
                      <a:ext uri="{FF2B5EF4-FFF2-40B4-BE49-F238E27FC236}">
                        <a16:creationId xmlns:a16="http://schemas.microsoft.com/office/drawing/2014/main" id="{41DB8CA6-A5C1-0040-B7C9-CC2CAB3140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7" name="Straight Connector 1986">
                    <a:extLst>
                      <a:ext uri="{FF2B5EF4-FFF2-40B4-BE49-F238E27FC236}">
                        <a16:creationId xmlns:a16="http://schemas.microsoft.com/office/drawing/2014/main" id="{2C90F519-371C-2D41-9E74-4EA53ADBBC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8" name="Straight Connector 1987">
                    <a:extLst>
                      <a:ext uri="{FF2B5EF4-FFF2-40B4-BE49-F238E27FC236}">
                        <a16:creationId xmlns:a16="http://schemas.microsoft.com/office/drawing/2014/main" id="{A8E65556-BC9A-CB43-875B-04C101552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9" name="Straight Connector 1988">
                    <a:extLst>
                      <a:ext uri="{FF2B5EF4-FFF2-40B4-BE49-F238E27FC236}">
                        <a16:creationId xmlns:a16="http://schemas.microsoft.com/office/drawing/2014/main" id="{403340A8-7AE2-1B46-B828-9542E8D5CD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0" name="Straight Connector 1989">
                    <a:extLst>
                      <a:ext uri="{FF2B5EF4-FFF2-40B4-BE49-F238E27FC236}">
                        <a16:creationId xmlns:a16="http://schemas.microsoft.com/office/drawing/2014/main" id="{39B0A57F-EF10-EA4C-89CC-C1CAF0FE93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1" name="Straight Connector 1990">
                    <a:extLst>
                      <a:ext uri="{FF2B5EF4-FFF2-40B4-BE49-F238E27FC236}">
                        <a16:creationId xmlns:a16="http://schemas.microsoft.com/office/drawing/2014/main" id="{9D04B02A-DA46-F54A-A2E1-0DDEC89A1D6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5D0840D1-BCAD-3445-B4C2-D68AC8CDD06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93" name="Rectangle 1992">
                      <a:extLst>
                        <a:ext uri="{FF2B5EF4-FFF2-40B4-BE49-F238E27FC236}">
                          <a16:creationId xmlns:a16="http://schemas.microsoft.com/office/drawing/2014/main" id="{F1D9D6EF-982F-8846-87A3-10E58EF825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94" name="Freeform 1993">
                      <a:extLst>
                        <a:ext uri="{FF2B5EF4-FFF2-40B4-BE49-F238E27FC236}">
                          <a16:creationId xmlns:a16="http://schemas.microsoft.com/office/drawing/2014/main" id="{026284F4-E4D7-9E46-A9AF-A9E960D14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BD75A389-F33E-4E42-A9E7-4B57E12678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96" name="Freeform 1995">
                        <a:extLst>
                          <a:ext uri="{FF2B5EF4-FFF2-40B4-BE49-F238E27FC236}">
                            <a16:creationId xmlns:a16="http://schemas.microsoft.com/office/drawing/2014/main" id="{C0056FAF-2E1A-A749-BFC9-DA663BF6D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2DE6516A-E77C-3A43-941D-99627479CA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8" name="Freeform 1997">
                        <a:extLst>
                          <a:ext uri="{FF2B5EF4-FFF2-40B4-BE49-F238E27FC236}">
                            <a16:creationId xmlns:a16="http://schemas.microsoft.com/office/drawing/2014/main" id="{454171B5-796A-9646-AFD5-69B69EB0A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9" name="Freeform 1998">
                        <a:extLst>
                          <a:ext uri="{FF2B5EF4-FFF2-40B4-BE49-F238E27FC236}">
                            <a16:creationId xmlns:a16="http://schemas.microsoft.com/office/drawing/2014/main" id="{5A73B47D-7B61-4742-B23B-171BCB340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93" name="Group 1792">
                  <a:extLst>
                    <a:ext uri="{FF2B5EF4-FFF2-40B4-BE49-F238E27FC236}">
                      <a16:creationId xmlns:a16="http://schemas.microsoft.com/office/drawing/2014/main" id="{E234B59B-F738-154F-B25D-67045E566180}"/>
                    </a:ext>
                  </a:extLst>
                </p:cNvPr>
                <p:cNvGrpSpPr/>
                <p:nvPr/>
              </p:nvGrpSpPr>
              <p:grpSpPr>
                <a:xfrm>
                  <a:off x="6665262" y="3564953"/>
                  <a:ext cx="914400" cy="479686"/>
                  <a:chOff x="3668110" y="2448910"/>
                  <a:chExt cx="3794234" cy="2165130"/>
                </a:xfrm>
              </p:grpSpPr>
              <p:sp>
                <p:nvSpPr>
                  <p:cNvPr id="1794" name="Rectangle 1793">
                    <a:extLst>
                      <a:ext uri="{FF2B5EF4-FFF2-40B4-BE49-F238E27FC236}">
                        <a16:creationId xmlns:a16="http://schemas.microsoft.com/office/drawing/2014/main" id="{3D38A924-9DDA-074A-B436-FF4ED20B76C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5" name="Freeform 1794">
                    <a:extLst>
                      <a:ext uri="{FF2B5EF4-FFF2-40B4-BE49-F238E27FC236}">
                        <a16:creationId xmlns:a16="http://schemas.microsoft.com/office/drawing/2014/main" id="{C0009717-C294-6049-A91C-C28973A7C1C7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796" name="Group 1795">
                    <a:extLst>
                      <a:ext uri="{FF2B5EF4-FFF2-40B4-BE49-F238E27FC236}">
                        <a16:creationId xmlns:a16="http://schemas.microsoft.com/office/drawing/2014/main" id="{26887DFC-0F7E-A849-A963-7BA181C6B9B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797" name="Freeform 1796">
                      <a:extLst>
                        <a:ext uri="{FF2B5EF4-FFF2-40B4-BE49-F238E27FC236}">
                          <a16:creationId xmlns:a16="http://schemas.microsoft.com/office/drawing/2014/main" id="{DB6FE4D2-8E83-1046-A689-0AC9A5FEFF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8" name="Freeform 1797">
                      <a:extLst>
                        <a:ext uri="{FF2B5EF4-FFF2-40B4-BE49-F238E27FC236}">
                          <a16:creationId xmlns:a16="http://schemas.microsoft.com/office/drawing/2014/main" id="{2687A975-94E1-0C4A-9F9E-91D58A01C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9" name="Freeform 1798">
                      <a:extLst>
                        <a:ext uri="{FF2B5EF4-FFF2-40B4-BE49-F238E27FC236}">
                          <a16:creationId xmlns:a16="http://schemas.microsoft.com/office/drawing/2014/main" id="{B85CD951-350A-034E-A13A-15D0741DA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0" name="Freeform 1799">
                      <a:extLst>
                        <a:ext uri="{FF2B5EF4-FFF2-40B4-BE49-F238E27FC236}">
                          <a16:creationId xmlns:a16="http://schemas.microsoft.com/office/drawing/2014/main" id="{C3A25D66-1399-354A-A8D6-A250C0D52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090" name="Group 2089">
                  <a:extLst>
                    <a:ext uri="{FF2B5EF4-FFF2-40B4-BE49-F238E27FC236}">
                      <a16:creationId xmlns:a16="http://schemas.microsoft.com/office/drawing/2014/main" id="{4AE08EC8-478A-A947-B02A-442B948BB56A}"/>
                    </a:ext>
                  </a:extLst>
                </p:cNvPr>
                <p:cNvGrpSpPr/>
                <p:nvPr/>
              </p:nvGrpSpPr>
              <p:grpSpPr>
                <a:xfrm>
                  <a:off x="6733411" y="44925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091" name="Group 506">
                    <a:extLst>
                      <a:ext uri="{FF2B5EF4-FFF2-40B4-BE49-F238E27FC236}">
                        <a16:creationId xmlns:a16="http://schemas.microsoft.com/office/drawing/2014/main" id="{0693C2F7-A4DB-EE4B-BDDF-D31A630218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13" name="Rectangle 2112">
                      <a:extLst>
                        <a:ext uri="{FF2B5EF4-FFF2-40B4-BE49-F238E27FC236}">
                          <a16:creationId xmlns:a16="http://schemas.microsoft.com/office/drawing/2014/main" id="{A1128FC9-CAE3-6F46-AB06-69669472A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4" name="Straight Connector 2113">
                      <a:extLst>
                        <a:ext uri="{FF2B5EF4-FFF2-40B4-BE49-F238E27FC236}">
                          <a16:creationId xmlns:a16="http://schemas.microsoft.com/office/drawing/2014/main" id="{93414428-D35B-784D-9EBE-A5D48D8069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5" name="Rectangle 2114">
                      <a:extLst>
                        <a:ext uri="{FF2B5EF4-FFF2-40B4-BE49-F238E27FC236}">
                          <a16:creationId xmlns:a16="http://schemas.microsoft.com/office/drawing/2014/main" id="{6BA0AA91-DB5A-AF49-BAD5-610BC2411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6" name="Straight Connector 2115">
                      <a:extLst>
                        <a:ext uri="{FF2B5EF4-FFF2-40B4-BE49-F238E27FC236}">
                          <a16:creationId xmlns:a16="http://schemas.microsoft.com/office/drawing/2014/main" id="{D22F85EC-2629-6D43-84B9-41F5417DD1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7" name="Rectangle 2116">
                      <a:extLst>
                        <a:ext uri="{FF2B5EF4-FFF2-40B4-BE49-F238E27FC236}">
                          <a16:creationId xmlns:a16="http://schemas.microsoft.com/office/drawing/2014/main" id="{AD58FD2B-90AB-6745-852D-BE4DF8CA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18" name="Rectangle 2117">
                      <a:extLst>
                        <a:ext uri="{FF2B5EF4-FFF2-40B4-BE49-F238E27FC236}">
                          <a16:creationId xmlns:a16="http://schemas.microsoft.com/office/drawing/2014/main" id="{0ED19010-CC4C-3A41-A5AA-BB8359ABF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9" name="Straight Connector 2118">
                      <a:extLst>
                        <a:ext uri="{FF2B5EF4-FFF2-40B4-BE49-F238E27FC236}">
                          <a16:creationId xmlns:a16="http://schemas.microsoft.com/office/drawing/2014/main" id="{0C5A8EE1-CA77-1241-91E8-BB7ACFD42E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20" name="Group 544">
                      <a:extLst>
                        <a:ext uri="{FF2B5EF4-FFF2-40B4-BE49-F238E27FC236}">
                          <a16:creationId xmlns:a16="http://schemas.microsoft.com/office/drawing/2014/main" id="{7E261299-56B7-F34C-914A-C21DCDA4699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8" name="Straight Connector 2147">
                        <a:extLst>
                          <a:ext uri="{FF2B5EF4-FFF2-40B4-BE49-F238E27FC236}">
                            <a16:creationId xmlns:a16="http://schemas.microsoft.com/office/drawing/2014/main" id="{E9C2D4E4-D57E-8B41-9B14-0DF3911D58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9" name="Straight Connector 2148">
                        <a:extLst>
                          <a:ext uri="{FF2B5EF4-FFF2-40B4-BE49-F238E27FC236}">
                            <a16:creationId xmlns:a16="http://schemas.microsoft.com/office/drawing/2014/main" id="{4BEC4D11-E475-1944-B856-B0CB17D449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1" name="Group 547">
                      <a:extLst>
                        <a:ext uri="{FF2B5EF4-FFF2-40B4-BE49-F238E27FC236}">
                          <a16:creationId xmlns:a16="http://schemas.microsoft.com/office/drawing/2014/main" id="{E8B580C7-66F7-0A4C-B319-CC8E9875B21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6" name="Straight Connector 2145">
                        <a:extLst>
                          <a:ext uri="{FF2B5EF4-FFF2-40B4-BE49-F238E27FC236}">
                            <a16:creationId xmlns:a16="http://schemas.microsoft.com/office/drawing/2014/main" id="{F328678E-CEC6-6247-8666-B5EEBCAD12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7" name="Straight Connector 2146">
                        <a:extLst>
                          <a:ext uri="{FF2B5EF4-FFF2-40B4-BE49-F238E27FC236}">
                            <a16:creationId xmlns:a16="http://schemas.microsoft.com/office/drawing/2014/main" id="{D975EEA3-87CC-C645-AA3D-075122C7710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2" name="Group 549">
                      <a:extLst>
                        <a:ext uri="{FF2B5EF4-FFF2-40B4-BE49-F238E27FC236}">
                          <a16:creationId xmlns:a16="http://schemas.microsoft.com/office/drawing/2014/main" id="{F5F8D206-E12A-1943-91C8-DF8868A889E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4" name="Straight Connector 2143">
                        <a:extLst>
                          <a:ext uri="{FF2B5EF4-FFF2-40B4-BE49-F238E27FC236}">
                            <a16:creationId xmlns:a16="http://schemas.microsoft.com/office/drawing/2014/main" id="{F8DC0D66-D6D4-C745-8D1A-F641BE5C3B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5" name="Straight Connector 2144">
                        <a:extLst>
                          <a:ext uri="{FF2B5EF4-FFF2-40B4-BE49-F238E27FC236}">
                            <a16:creationId xmlns:a16="http://schemas.microsoft.com/office/drawing/2014/main" id="{E86251BD-A5BC-614F-A8EF-3B9E51822D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3" name="Group 550">
                      <a:extLst>
                        <a:ext uri="{FF2B5EF4-FFF2-40B4-BE49-F238E27FC236}">
                          <a16:creationId xmlns:a16="http://schemas.microsoft.com/office/drawing/2014/main" id="{3342E35B-D80A-314E-B4F2-025E60DF4B3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2" name="Straight Connector 2141">
                        <a:extLst>
                          <a:ext uri="{FF2B5EF4-FFF2-40B4-BE49-F238E27FC236}">
                            <a16:creationId xmlns:a16="http://schemas.microsoft.com/office/drawing/2014/main" id="{81D50022-118D-D743-AE08-C00A7A2B6E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3" name="Straight Connector 2142">
                        <a:extLst>
                          <a:ext uri="{FF2B5EF4-FFF2-40B4-BE49-F238E27FC236}">
                            <a16:creationId xmlns:a16="http://schemas.microsoft.com/office/drawing/2014/main" id="{3F9F8978-5942-A74A-A640-4066CF09ABF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4" name="Group 551">
                      <a:extLst>
                        <a:ext uri="{FF2B5EF4-FFF2-40B4-BE49-F238E27FC236}">
                          <a16:creationId xmlns:a16="http://schemas.microsoft.com/office/drawing/2014/main" id="{2BDF1FAF-543D-D44B-A44F-7F68F19783A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0" name="Straight Connector 2139">
                        <a:extLst>
                          <a:ext uri="{FF2B5EF4-FFF2-40B4-BE49-F238E27FC236}">
                            <a16:creationId xmlns:a16="http://schemas.microsoft.com/office/drawing/2014/main" id="{BD43A2A5-F967-7C42-97F7-3BF114D9050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1" name="Straight Connector 2140">
                        <a:extLst>
                          <a:ext uri="{FF2B5EF4-FFF2-40B4-BE49-F238E27FC236}">
                            <a16:creationId xmlns:a16="http://schemas.microsoft.com/office/drawing/2014/main" id="{718C1F83-C0AF-E64D-8088-5950A36A18C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5" name="Group 552">
                      <a:extLst>
                        <a:ext uri="{FF2B5EF4-FFF2-40B4-BE49-F238E27FC236}">
                          <a16:creationId xmlns:a16="http://schemas.microsoft.com/office/drawing/2014/main" id="{2303367C-C6FE-6741-99DE-853E9073AC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8" name="Straight Connector 2137">
                        <a:extLst>
                          <a:ext uri="{FF2B5EF4-FFF2-40B4-BE49-F238E27FC236}">
                            <a16:creationId xmlns:a16="http://schemas.microsoft.com/office/drawing/2014/main" id="{3341DF0E-1C45-B249-BF43-52A8A9EFAD9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9" name="Straight Connector 2138">
                        <a:extLst>
                          <a:ext uri="{FF2B5EF4-FFF2-40B4-BE49-F238E27FC236}">
                            <a16:creationId xmlns:a16="http://schemas.microsoft.com/office/drawing/2014/main" id="{4A1818C9-8994-8646-A2DB-1E4A8DA093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6" name="Group 555">
                      <a:extLst>
                        <a:ext uri="{FF2B5EF4-FFF2-40B4-BE49-F238E27FC236}">
                          <a16:creationId xmlns:a16="http://schemas.microsoft.com/office/drawing/2014/main" id="{B79E7B16-60D5-9E4C-BA27-7A37C17C79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6" name="Straight Connector 2135">
                        <a:extLst>
                          <a:ext uri="{FF2B5EF4-FFF2-40B4-BE49-F238E27FC236}">
                            <a16:creationId xmlns:a16="http://schemas.microsoft.com/office/drawing/2014/main" id="{DDCB9142-50CC-5746-8F69-00E04DF524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7" name="Straight Connector 2136">
                        <a:extLst>
                          <a:ext uri="{FF2B5EF4-FFF2-40B4-BE49-F238E27FC236}">
                            <a16:creationId xmlns:a16="http://schemas.microsoft.com/office/drawing/2014/main" id="{01E450FA-6E30-6142-AD7D-20C574F970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7" name="Group 556">
                      <a:extLst>
                        <a:ext uri="{FF2B5EF4-FFF2-40B4-BE49-F238E27FC236}">
                          <a16:creationId xmlns:a16="http://schemas.microsoft.com/office/drawing/2014/main" id="{A0E61EE8-B3D8-A24C-95B3-797058116FD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4" name="Straight Connector 2133">
                        <a:extLst>
                          <a:ext uri="{FF2B5EF4-FFF2-40B4-BE49-F238E27FC236}">
                            <a16:creationId xmlns:a16="http://schemas.microsoft.com/office/drawing/2014/main" id="{CACF2A72-7E46-464B-AA02-ACC0ED74E1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5" name="Straight Connector 2134">
                        <a:extLst>
                          <a:ext uri="{FF2B5EF4-FFF2-40B4-BE49-F238E27FC236}">
                            <a16:creationId xmlns:a16="http://schemas.microsoft.com/office/drawing/2014/main" id="{12BA0C47-CA16-CF4A-B0A7-7E8B0B23E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8" name="Group 557">
                      <a:extLst>
                        <a:ext uri="{FF2B5EF4-FFF2-40B4-BE49-F238E27FC236}">
                          <a16:creationId xmlns:a16="http://schemas.microsoft.com/office/drawing/2014/main" id="{EB7E2893-0182-DB49-822F-C1D5D98F9C1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2" name="Straight Connector 2131">
                        <a:extLst>
                          <a:ext uri="{FF2B5EF4-FFF2-40B4-BE49-F238E27FC236}">
                            <a16:creationId xmlns:a16="http://schemas.microsoft.com/office/drawing/2014/main" id="{86F6B344-A792-C84D-9B93-C6304D3EBF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3" name="Straight Connector 2132">
                        <a:extLst>
                          <a:ext uri="{FF2B5EF4-FFF2-40B4-BE49-F238E27FC236}">
                            <a16:creationId xmlns:a16="http://schemas.microsoft.com/office/drawing/2014/main" id="{8547FDC0-DD08-AA4B-8B1E-90354DC531F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9" name="Group 558">
                      <a:extLst>
                        <a:ext uri="{FF2B5EF4-FFF2-40B4-BE49-F238E27FC236}">
                          <a16:creationId xmlns:a16="http://schemas.microsoft.com/office/drawing/2014/main" id="{9A84FCD8-8A9C-5145-BFBD-73FC26FAE4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0" name="Straight Connector 2129">
                        <a:extLst>
                          <a:ext uri="{FF2B5EF4-FFF2-40B4-BE49-F238E27FC236}">
                            <a16:creationId xmlns:a16="http://schemas.microsoft.com/office/drawing/2014/main" id="{DD5BCA96-E788-DB45-AB67-AE87537876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1" name="Straight Connector 2130">
                        <a:extLst>
                          <a:ext uri="{FF2B5EF4-FFF2-40B4-BE49-F238E27FC236}">
                            <a16:creationId xmlns:a16="http://schemas.microsoft.com/office/drawing/2014/main" id="{435A6D71-E2B4-4743-9BC5-8B0AACA30F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092" name="Straight Connector 2091">
                    <a:extLst>
                      <a:ext uri="{FF2B5EF4-FFF2-40B4-BE49-F238E27FC236}">
                        <a16:creationId xmlns:a16="http://schemas.microsoft.com/office/drawing/2014/main" id="{DCA6A8AD-66EE-C24A-9795-1659CB97BDD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3" name="Straight Connector 2092">
                    <a:extLst>
                      <a:ext uri="{FF2B5EF4-FFF2-40B4-BE49-F238E27FC236}">
                        <a16:creationId xmlns:a16="http://schemas.microsoft.com/office/drawing/2014/main" id="{C8B7F9E9-FD45-3049-9F7E-0A4C922772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4" name="Straight Connector 2093">
                    <a:extLst>
                      <a:ext uri="{FF2B5EF4-FFF2-40B4-BE49-F238E27FC236}">
                        <a16:creationId xmlns:a16="http://schemas.microsoft.com/office/drawing/2014/main" id="{3E0705BD-E059-AB4F-95F5-D7576F9F58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5" name="Straight Connector 2094">
                    <a:extLst>
                      <a:ext uri="{FF2B5EF4-FFF2-40B4-BE49-F238E27FC236}">
                        <a16:creationId xmlns:a16="http://schemas.microsoft.com/office/drawing/2014/main" id="{E0E0AFF0-AC59-8E4D-802D-7301159F4A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6" name="Straight Connector 2095">
                    <a:extLst>
                      <a:ext uri="{FF2B5EF4-FFF2-40B4-BE49-F238E27FC236}">
                        <a16:creationId xmlns:a16="http://schemas.microsoft.com/office/drawing/2014/main" id="{546CBAA4-F40C-D64C-B6E7-8CF7D7B2C58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7" name="Straight Connector 2096">
                    <a:extLst>
                      <a:ext uri="{FF2B5EF4-FFF2-40B4-BE49-F238E27FC236}">
                        <a16:creationId xmlns:a16="http://schemas.microsoft.com/office/drawing/2014/main" id="{0FC4709D-EC66-8644-A434-475D75F89A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8" name="Straight Connector 2097">
                    <a:extLst>
                      <a:ext uri="{FF2B5EF4-FFF2-40B4-BE49-F238E27FC236}">
                        <a16:creationId xmlns:a16="http://schemas.microsoft.com/office/drawing/2014/main" id="{E7E218D2-0D27-0247-AF1A-B41F8179F0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9" name="Straight Connector 2098">
                    <a:extLst>
                      <a:ext uri="{FF2B5EF4-FFF2-40B4-BE49-F238E27FC236}">
                        <a16:creationId xmlns:a16="http://schemas.microsoft.com/office/drawing/2014/main" id="{41743A95-20A4-4A48-943F-43F757D3FC1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0" name="Straight Connector 2099">
                    <a:extLst>
                      <a:ext uri="{FF2B5EF4-FFF2-40B4-BE49-F238E27FC236}">
                        <a16:creationId xmlns:a16="http://schemas.microsoft.com/office/drawing/2014/main" id="{DF731ED4-D1EF-1A4A-9DE3-51FD6DD0233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1" name="Straight Connector 2100">
                    <a:extLst>
                      <a:ext uri="{FF2B5EF4-FFF2-40B4-BE49-F238E27FC236}">
                        <a16:creationId xmlns:a16="http://schemas.microsoft.com/office/drawing/2014/main" id="{EBD082EF-FDAE-3B43-956C-5C775CEB4B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2" name="Straight Connector 2101">
                    <a:extLst>
                      <a:ext uri="{FF2B5EF4-FFF2-40B4-BE49-F238E27FC236}">
                        <a16:creationId xmlns:a16="http://schemas.microsoft.com/office/drawing/2014/main" id="{A4702698-17E2-504C-ADA7-3130ACD4B2C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3" name="Straight Connector 2102">
                    <a:extLst>
                      <a:ext uri="{FF2B5EF4-FFF2-40B4-BE49-F238E27FC236}">
                        <a16:creationId xmlns:a16="http://schemas.microsoft.com/office/drawing/2014/main" id="{19781C64-2AC3-374A-808D-D29CE11AC2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4" name="Straight Connector 2103">
                    <a:extLst>
                      <a:ext uri="{FF2B5EF4-FFF2-40B4-BE49-F238E27FC236}">
                        <a16:creationId xmlns:a16="http://schemas.microsoft.com/office/drawing/2014/main" id="{DA5C7A8A-345A-B64D-B518-E9CF29631FBD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05" name="Group 2104">
                    <a:extLst>
                      <a:ext uri="{FF2B5EF4-FFF2-40B4-BE49-F238E27FC236}">
                        <a16:creationId xmlns:a16="http://schemas.microsoft.com/office/drawing/2014/main" id="{55A399A8-4C1A-AF4A-9DFF-59736112E16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06" name="Rectangle 2105">
                      <a:extLst>
                        <a:ext uri="{FF2B5EF4-FFF2-40B4-BE49-F238E27FC236}">
                          <a16:creationId xmlns:a16="http://schemas.microsoft.com/office/drawing/2014/main" id="{04184889-BEE7-5E47-A592-04B335DCF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07" name="Freeform 2106">
                      <a:extLst>
                        <a:ext uri="{FF2B5EF4-FFF2-40B4-BE49-F238E27FC236}">
                          <a16:creationId xmlns:a16="http://schemas.microsoft.com/office/drawing/2014/main" id="{821AF90C-8DA3-F743-B551-BB4CF636D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08" name="Group 2107">
                      <a:extLst>
                        <a:ext uri="{FF2B5EF4-FFF2-40B4-BE49-F238E27FC236}">
                          <a16:creationId xmlns:a16="http://schemas.microsoft.com/office/drawing/2014/main" id="{F9D0888E-DC1B-684B-A1AF-DC01D33471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09" name="Freeform 2108">
                        <a:extLst>
                          <a:ext uri="{FF2B5EF4-FFF2-40B4-BE49-F238E27FC236}">
                            <a16:creationId xmlns:a16="http://schemas.microsoft.com/office/drawing/2014/main" id="{ADED783D-24D7-2E47-92B4-D13DAD5C7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0" name="Freeform 2109">
                        <a:extLst>
                          <a:ext uri="{FF2B5EF4-FFF2-40B4-BE49-F238E27FC236}">
                            <a16:creationId xmlns:a16="http://schemas.microsoft.com/office/drawing/2014/main" id="{8EA4B129-3219-E746-851C-1B5F66887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1" name="Freeform 2110">
                        <a:extLst>
                          <a:ext uri="{FF2B5EF4-FFF2-40B4-BE49-F238E27FC236}">
                            <a16:creationId xmlns:a16="http://schemas.microsoft.com/office/drawing/2014/main" id="{286F7A1B-5ABA-B544-9A92-25144735F4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2" name="Freeform 2111">
                        <a:extLst>
                          <a:ext uri="{FF2B5EF4-FFF2-40B4-BE49-F238E27FC236}">
                            <a16:creationId xmlns:a16="http://schemas.microsoft.com/office/drawing/2014/main" id="{2571C5DF-E8C9-6841-BFC1-19F0C73C2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150" name="Group 2149">
                  <a:extLst>
                    <a:ext uri="{FF2B5EF4-FFF2-40B4-BE49-F238E27FC236}">
                      <a16:creationId xmlns:a16="http://schemas.microsoft.com/office/drawing/2014/main" id="{0A5C5036-22EC-4446-B31C-201DFADD3224}"/>
                    </a:ext>
                  </a:extLst>
                </p:cNvPr>
                <p:cNvGrpSpPr/>
                <p:nvPr/>
              </p:nvGrpSpPr>
              <p:grpSpPr>
                <a:xfrm>
                  <a:off x="7042661" y="44965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151" name="Group 506">
                    <a:extLst>
                      <a:ext uri="{FF2B5EF4-FFF2-40B4-BE49-F238E27FC236}">
                        <a16:creationId xmlns:a16="http://schemas.microsoft.com/office/drawing/2014/main" id="{AEA7F7A8-E5CC-4542-B836-AC80A70C90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73" name="Rectangle 2172">
                      <a:extLst>
                        <a:ext uri="{FF2B5EF4-FFF2-40B4-BE49-F238E27FC236}">
                          <a16:creationId xmlns:a16="http://schemas.microsoft.com/office/drawing/2014/main" id="{385CA685-33CB-F94A-A5C9-9B09E86A7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4" name="Straight Connector 2173">
                      <a:extLst>
                        <a:ext uri="{FF2B5EF4-FFF2-40B4-BE49-F238E27FC236}">
                          <a16:creationId xmlns:a16="http://schemas.microsoft.com/office/drawing/2014/main" id="{4E7D56BA-140F-1742-BF6A-A4EAD12D3B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5" name="Rectangle 2174">
                      <a:extLst>
                        <a:ext uri="{FF2B5EF4-FFF2-40B4-BE49-F238E27FC236}">
                          <a16:creationId xmlns:a16="http://schemas.microsoft.com/office/drawing/2014/main" id="{FA3D0965-CE5D-4947-B92C-788B21D87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6" name="Straight Connector 2175">
                      <a:extLst>
                        <a:ext uri="{FF2B5EF4-FFF2-40B4-BE49-F238E27FC236}">
                          <a16:creationId xmlns:a16="http://schemas.microsoft.com/office/drawing/2014/main" id="{20AE7627-AFD2-A24C-A1B2-6D5A9BAD0A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7" name="Rectangle 2176">
                      <a:extLst>
                        <a:ext uri="{FF2B5EF4-FFF2-40B4-BE49-F238E27FC236}">
                          <a16:creationId xmlns:a16="http://schemas.microsoft.com/office/drawing/2014/main" id="{14F65906-8D5D-7A4F-BB2B-EE5AC056A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78" name="Rectangle 2177">
                      <a:extLst>
                        <a:ext uri="{FF2B5EF4-FFF2-40B4-BE49-F238E27FC236}">
                          <a16:creationId xmlns:a16="http://schemas.microsoft.com/office/drawing/2014/main" id="{F8A01793-BDDA-3B44-A9EA-ADA8C04AB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9" name="Straight Connector 2178">
                      <a:extLst>
                        <a:ext uri="{FF2B5EF4-FFF2-40B4-BE49-F238E27FC236}">
                          <a16:creationId xmlns:a16="http://schemas.microsoft.com/office/drawing/2014/main" id="{40CA05C2-2ED0-634A-B598-6CB77B02C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80" name="Group 544">
                      <a:extLst>
                        <a:ext uri="{FF2B5EF4-FFF2-40B4-BE49-F238E27FC236}">
                          <a16:creationId xmlns:a16="http://schemas.microsoft.com/office/drawing/2014/main" id="{B742DC97-5638-CC44-8B1A-E1FA06C1CD6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8" name="Straight Connector 2207">
                        <a:extLst>
                          <a:ext uri="{FF2B5EF4-FFF2-40B4-BE49-F238E27FC236}">
                            <a16:creationId xmlns:a16="http://schemas.microsoft.com/office/drawing/2014/main" id="{31C033BB-97BB-AE42-946D-6DAE18C564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9" name="Straight Connector 2208">
                        <a:extLst>
                          <a:ext uri="{FF2B5EF4-FFF2-40B4-BE49-F238E27FC236}">
                            <a16:creationId xmlns:a16="http://schemas.microsoft.com/office/drawing/2014/main" id="{3EA7D252-BA9D-6442-93D2-88372895905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1" name="Group 547">
                      <a:extLst>
                        <a:ext uri="{FF2B5EF4-FFF2-40B4-BE49-F238E27FC236}">
                          <a16:creationId xmlns:a16="http://schemas.microsoft.com/office/drawing/2014/main" id="{4B465EDE-AFDC-6B45-A6E3-8E52D885C3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6" name="Straight Connector 2205">
                        <a:extLst>
                          <a:ext uri="{FF2B5EF4-FFF2-40B4-BE49-F238E27FC236}">
                            <a16:creationId xmlns:a16="http://schemas.microsoft.com/office/drawing/2014/main" id="{CBE6C8C8-AABD-9742-A828-D1B1C8AE2A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7" name="Straight Connector 2206">
                        <a:extLst>
                          <a:ext uri="{FF2B5EF4-FFF2-40B4-BE49-F238E27FC236}">
                            <a16:creationId xmlns:a16="http://schemas.microsoft.com/office/drawing/2014/main" id="{015127E3-F142-0F45-833E-74E9C38809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2" name="Group 549">
                      <a:extLst>
                        <a:ext uri="{FF2B5EF4-FFF2-40B4-BE49-F238E27FC236}">
                          <a16:creationId xmlns:a16="http://schemas.microsoft.com/office/drawing/2014/main" id="{034C5E13-7DE0-4841-A1AE-0CF16C64F5A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4" name="Straight Connector 2203">
                        <a:extLst>
                          <a:ext uri="{FF2B5EF4-FFF2-40B4-BE49-F238E27FC236}">
                            <a16:creationId xmlns:a16="http://schemas.microsoft.com/office/drawing/2014/main" id="{654DA9A0-9A12-5041-B6BE-1F758B9C54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5" name="Straight Connector 2204">
                        <a:extLst>
                          <a:ext uri="{FF2B5EF4-FFF2-40B4-BE49-F238E27FC236}">
                            <a16:creationId xmlns:a16="http://schemas.microsoft.com/office/drawing/2014/main" id="{6C18C362-680F-3443-B09D-63A73FFE5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3" name="Group 550">
                      <a:extLst>
                        <a:ext uri="{FF2B5EF4-FFF2-40B4-BE49-F238E27FC236}">
                          <a16:creationId xmlns:a16="http://schemas.microsoft.com/office/drawing/2014/main" id="{DDB301E0-86F7-BC4B-ABF0-9DFF37181A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2" name="Straight Connector 2201">
                        <a:extLst>
                          <a:ext uri="{FF2B5EF4-FFF2-40B4-BE49-F238E27FC236}">
                            <a16:creationId xmlns:a16="http://schemas.microsoft.com/office/drawing/2014/main" id="{BFCBEC57-7781-A94F-B985-BB7115DF89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3" name="Straight Connector 2202">
                        <a:extLst>
                          <a:ext uri="{FF2B5EF4-FFF2-40B4-BE49-F238E27FC236}">
                            <a16:creationId xmlns:a16="http://schemas.microsoft.com/office/drawing/2014/main" id="{6EF4157F-A38E-6B48-A10B-9AE3791FDC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4" name="Group 551">
                      <a:extLst>
                        <a:ext uri="{FF2B5EF4-FFF2-40B4-BE49-F238E27FC236}">
                          <a16:creationId xmlns:a16="http://schemas.microsoft.com/office/drawing/2014/main" id="{97ECE234-6976-244B-8812-7D55EB292A5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0" name="Straight Connector 2199">
                        <a:extLst>
                          <a:ext uri="{FF2B5EF4-FFF2-40B4-BE49-F238E27FC236}">
                            <a16:creationId xmlns:a16="http://schemas.microsoft.com/office/drawing/2014/main" id="{4111D136-0D58-154B-BC81-5A67C40530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1" name="Straight Connector 2200">
                        <a:extLst>
                          <a:ext uri="{FF2B5EF4-FFF2-40B4-BE49-F238E27FC236}">
                            <a16:creationId xmlns:a16="http://schemas.microsoft.com/office/drawing/2014/main" id="{F6B98B08-31BB-3149-9DCA-2A29BA7233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5" name="Group 552">
                      <a:extLst>
                        <a:ext uri="{FF2B5EF4-FFF2-40B4-BE49-F238E27FC236}">
                          <a16:creationId xmlns:a16="http://schemas.microsoft.com/office/drawing/2014/main" id="{766F1780-CFC7-9C43-A9F5-6DD7365A9C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8" name="Straight Connector 2197">
                        <a:extLst>
                          <a:ext uri="{FF2B5EF4-FFF2-40B4-BE49-F238E27FC236}">
                            <a16:creationId xmlns:a16="http://schemas.microsoft.com/office/drawing/2014/main" id="{986CA474-042C-1E41-8305-6B22F0596C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9" name="Straight Connector 2198">
                        <a:extLst>
                          <a:ext uri="{FF2B5EF4-FFF2-40B4-BE49-F238E27FC236}">
                            <a16:creationId xmlns:a16="http://schemas.microsoft.com/office/drawing/2014/main" id="{98253DDF-026A-A748-AF31-BC13A50E5B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6" name="Group 555">
                      <a:extLst>
                        <a:ext uri="{FF2B5EF4-FFF2-40B4-BE49-F238E27FC236}">
                          <a16:creationId xmlns:a16="http://schemas.microsoft.com/office/drawing/2014/main" id="{B0754F5B-5FD7-214D-8778-F241319F96F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6" name="Straight Connector 2195">
                        <a:extLst>
                          <a:ext uri="{FF2B5EF4-FFF2-40B4-BE49-F238E27FC236}">
                            <a16:creationId xmlns:a16="http://schemas.microsoft.com/office/drawing/2014/main" id="{AB375F99-D5CD-594D-B7B6-2DDD8AD463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7" name="Straight Connector 2196">
                        <a:extLst>
                          <a:ext uri="{FF2B5EF4-FFF2-40B4-BE49-F238E27FC236}">
                            <a16:creationId xmlns:a16="http://schemas.microsoft.com/office/drawing/2014/main" id="{8942224F-46C2-2E4B-B84C-B307B213E6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7" name="Group 556">
                      <a:extLst>
                        <a:ext uri="{FF2B5EF4-FFF2-40B4-BE49-F238E27FC236}">
                          <a16:creationId xmlns:a16="http://schemas.microsoft.com/office/drawing/2014/main" id="{0B09E575-9979-6F44-8247-0C76F3AB5B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4" name="Straight Connector 2193">
                        <a:extLst>
                          <a:ext uri="{FF2B5EF4-FFF2-40B4-BE49-F238E27FC236}">
                            <a16:creationId xmlns:a16="http://schemas.microsoft.com/office/drawing/2014/main" id="{444B571B-8E32-5344-BCE1-32749BB784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5" name="Straight Connector 2194">
                        <a:extLst>
                          <a:ext uri="{FF2B5EF4-FFF2-40B4-BE49-F238E27FC236}">
                            <a16:creationId xmlns:a16="http://schemas.microsoft.com/office/drawing/2014/main" id="{FBE5523F-3CFB-A940-944E-2191AA1B72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8" name="Group 557">
                      <a:extLst>
                        <a:ext uri="{FF2B5EF4-FFF2-40B4-BE49-F238E27FC236}">
                          <a16:creationId xmlns:a16="http://schemas.microsoft.com/office/drawing/2014/main" id="{6C0FACEB-3B09-8642-B4D6-4563096A3C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2" name="Straight Connector 2191">
                        <a:extLst>
                          <a:ext uri="{FF2B5EF4-FFF2-40B4-BE49-F238E27FC236}">
                            <a16:creationId xmlns:a16="http://schemas.microsoft.com/office/drawing/2014/main" id="{AD49900A-9084-0446-BC38-A314E219BE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3" name="Straight Connector 2192">
                        <a:extLst>
                          <a:ext uri="{FF2B5EF4-FFF2-40B4-BE49-F238E27FC236}">
                            <a16:creationId xmlns:a16="http://schemas.microsoft.com/office/drawing/2014/main" id="{895E717E-E3CF-9741-B528-D13D71F2591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9" name="Group 558">
                      <a:extLst>
                        <a:ext uri="{FF2B5EF4-FFF2-40B4-BE49-F238E27FC236}">
                          <a16:creationId xmlns:a16="http://schemas.microsoft.com/office/drawing/2014/main" id="{8EA84B21-6847-454C-BD38-01FA81B26D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0" name="Straight Connector 2189">
                        <a:extLst>
                          <a:ext uri="{FF2B5EF4-FFF2-40B4-BE49-F238E27FC236}">
                            <a16:creationId xmlns:a16="http://schemas.microsoft.com/office/drawing/2014/main" id="{1244BDE3-90DC-DE4D-90BD-C56202F82D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1" name="Straight Connector 2190">
                        <a:extLst>
                          <a:ext uri="{FF2B5EF4-FFF2-40B4-BE49-F238E27FC236}">
                            <a16:creationId xmlns:a16="http://schemas.microsoft.com/office/drawing/2014/main" id="{E12FCF4B-DA6F-A948-B615-E356136D88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152" name="Straight Connector 2151">
                    <a:extLst>
                      <a:ext uri="{FF2B5EF4-FFF2-40B4-BE49-F238E27FC236}">
                        <a16:creationId xmlns:a16="http://schemas.microsoft.com/office/drawing/2014/main" id="{37F9EE80-FA72-C348-B913-9E54BFA0A194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3" name="Straight Connector 2152">
                    <a:extLst>
                      <a:ext uri="{FF2B5EF4-FFF2-40B4-BE49-F238E27FC236}">
                        <a16:creationId xmlns:a16="http://schemas.microsoft.com/office/drawing/2014/main" id="{28D38FDF-A5B1-F34F-ACC1-BFE7F441D7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4" name="Straight Connector 2153">
                    <a:extLst>
                      <a:ext uri="{FF2B5EF4-FFF2-40B4-BE49-F238E27FC236}">
                        <a16:creationId xmlns:a16="http://schemas.microsoft.com/office/drawing/2014/main" id="{FC2AEB16-E92A-394E-967D-46EC73B56F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5" name="Straight Connector 2154">
                    <a:extLst>
                      <a:ext uri="{FF2B5EF4-FFF2-40B4-BE49-F238E27FC236}">
                        <a16:creationId xmlns:a16="http://schemas.microsoft.com/office/drawing/2014/main" id="{0F60EA5E-6744-4C42-A8F1-62A81AB30C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6" name="Straight Connector 2155">
                    <a:extLst>
                      <a:ext uri="{FF2B5EF4-FFF2-40B4-BE49-F238E27FC236}">
                        <a16:creationId xmlns:a16="http://schemas.microsoft.com/office/drawing/2014/main" id="{DB9D06AE-5BCC-854F-8397-047541C06C3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7" name="Straight Connector 2156">
                    <a:extLst>
                      <a:ext uri="{FF2B5EF4-FFF2-40B4-BE49-F238E27FC236}">
                        <a16:creationId xmlns:a16="http://schemas.microsoft.com/office/drawing/2014/main" id="{F8CED4CB-2F48-C14A-9EDE-2A722CCB60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8" name="Straight Connector 2157">
                    <a:extLst>
                      <a:ext uri="{FF2B5EF4-FFF2-40B4-BE49-F238E27FC236}">
                        <a16:creationId xmlns:a16="http://schemas.microsoft.com/office/drawing/2014/main" id="{B75AFFC0-04BD-494D-97F6-7C1F0FD3A4D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9" name="Straight Connector 2158">
                    <a:extLst>
                      <a:ext uri="{FF2B5EF4-FFF2-40B4-BE49-F238E27FC236}">
                        <a16:creationId xmlns:a16="http://schemas.microsoft.com/office/drawing/2014/main" id="{309532F9-5627-DE42-99E1-3285C376BC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0" name="Straight Connector 2159">
                    <a:extLst>
                      <a:ext uri="{FF2B5EF4-FFF2-40B4-BE49-F238E27FC236}">
                        <a16:creationId xmlns:a16="http://schemas.microsoft.com/office/drawing/2014/main" id="{88B5E709-B7BF-0C48-8036-BB180D43993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1" name="Straight Connector 2160">
                    <a:extLst>
                      <a:ext uri="{FF2B5EF4-FFF2-40B4-BE49-F238E27FC236}">
                        <a16:creationId xmlns:a16="http://schemas.microsoft.com/office/drawing/2014/main" id="{79009453-806E-0844-8CDB-29E74DFE52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2" name="Straight Connector 2161">
                    <a:extLst>
                      <a:ext uri="{FF2B5EF4-FFF2-40B4-BE49-F238E27FC236}">
                        <a16:creationId xmlns:a16="http://schemas.microsoft.com/office/drawing/2014/main" id="{DE568E2F-8777-7F49-815E-4C660948D6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3" name="Straight Connector 2162">
                    <a:extLst>
                      <a:ext uri="{FF2B5EF4-FFF2-40B4-BE49-F238E27FC236}">
                        <a16:creationId xmlns:a16="http://schemas.microsoft.com/office/drawing/2014/main" id="{7083EAB8-CFFB-7745-A6CE-A400C978C6F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4" name="Straight Connector 2163">
                    <a:extLst>
                      <a:ext uri="{FF2B5EF4-FFF2-40B4-BE49-F238E27FC236}">
                        <a16:creationId xmlns:a16="http://schemas.microsoft.com/office/drawing/2014/main" id="{B15B59A1-1C67-B64D-9AE3-AC6FECBA187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65" name="Group 2164">
                    <a:extLst>
                      <a:ext uri="{FF2B5EF4-FFF2-40B4-BE49-F238E27FC236}">
                        <a16:creationId xmlns:a16="http://schemas.microsoft.com/office/drawing/2014/main" id="{BE59DFDA-5234-8449-80D6-4D9E9AE8C7C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66" name="Rectangle 2165">
                      <a:extLst>
                        <a:ext uri="{FF2B5EF4-FFF2-40B4-BE49-F238E27FC236}">
                          <a16:creationId xmlns:a16="http://schemas.microsoft.com/office/drawing/2014/main" id="{8A7376E3-433F-BB47-9994-3015F22E9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67" name="Freeform 2166">
                      <a:extLst>
                        <a:ext uri="{FF2B5EF4-FFF2-40B4-BE49-F238E27FC236}">
                          <a16:creationId xmlns:a16="http://schemas.microsoft.com/office/drawing/2014/main" id="{41B54974-C0F6-7648-A572-44E269E4E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68" name="Group 2167">
                      <a:extLst>
                        <a:ext uri="{FF2B5EF4-FFF2-40B4-BE49-F238E27FC236}">
                          <a16:creationId xmlns:a16="http://schemas.microsoft.com/office/drawing/2014/main" id="{07E13F5C-260A-804A-8484-2A4B78659E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69" name="Freeform 2168">
                        <a:extLst>
                          <a:ext uri="{FF2B5EF4-FFF2-40B4-BE49-F238E27FC236}">
                            <a16:creationId xmlns:a16="http://schemas.microsoft.com/office/drawing/2014/main" id="{DAF8FC3E-8AE8-8544-9E2C-2A3337D3D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0" name="Freeform 2169">
                        <a:extLst>
                          <a:ext uri="{FF2B5EF4-FFF2-40B4-BE49-F238E27FC236}">
                            <a16:creationId xmlns:a16="http://schemas.microsoft.com/office/drawing/2014/main" id="{0D551CD2-D2ED-494A-BC9A-B1FB44748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1" name="Freeform 2170">
                        <a:extLst>
                          <a:ext uri="{FF2B5EF4-FFF2-40B4-BE49-F238E27FC236}">
                            <a16:creationId xmlns:a16="http://schemas.microsoft.com/office/drawing/2014/main" id="{75D9A10D-03F2-B644-AD05-E5F7360F0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2" name="Freeform 2171">
                        <a:extLst>
                          <a:ext uri="{FF2B5EF4-FFF2-40B4-BE49-F238E27FC236}">
                            <a16:creationId xmlns:a16="http://schemas.microsoft.com/office/drawing/2014/main" id="{D1EE3C72-0B0E-BB4F-8596-A522A529A2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2274" name="TextBox 2273">
                  <a:extLst>
                    <a:ext uri="{FF2B5EF4-FFF2-40B4-BE49-F238E27FC236}">
                      <a16:creationId xmlns:a16="http://schemas.microsoft.com/office/drawing/2014/main" id="{96AB7A36-67E3-8243-8B85-234034995217}"/>
                    </a:ext>
                  </a:extLst>
                </p:cNvPr>
                <p:cNvSpPr txBox="1"/>
                <p:nvPr/>
              </p:nvSpPr>
              <p:spPr>
                <a:xfrm>
                  <a:off x="7175036" y="40213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sp>
            <p:nvSpPr>
              <p:cNvPr id="2275" name="TextBox 2274">
                <a:extLst>
                  <a:ext uri="{FF2B5EF4-FFF2-40B4-BE49-F238E27FC236}">
                    <a16:creationId xmlns:a16="http://schemas.microsoft.com/office/drawing/2014/main" id="{530B41F0-74DC-274C-9D07-7FF1196543B8}"/>
                  </a:ext>
                </a:extLst>
              </p:cNvPr>
              <p:cNvSpPr txBox="1"/>
              <p:nvPr/>
            </p:nvSpPr>
            <p:spPr>
              <a:xfrm>
                <a:off x="7270703" y="48278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</p:grpSp>
      <p:grpSp>
        <p:nvGrpSpPr>
          <p:cNvPr id="3050" name="Group 3049">
            <a:extLst>
              <a:ext uri="{FF2B5EF4-FFF2-40B4-BE49-F238E27FC236}">
                <a16:creationId xmlns:a16="http://schemas.microsoft.com/office/drawing/2014/main" id="{EE8E1037-DFF3-0E40-92F8-FFB4BCCF06C9}"/>
              </a:ext>
            </a:extLst>
          </p:cNvPr>
          <p:cNvGrpSpPr/>
          <p:nvPr/>
        </p:nvGrpSpPr>
        <p:grpSpPr>
          <a:xfrm>
            <a:off x="1017496" y="2600174"/>
            <a:ext cx="4405604" cy="990932"/>
            <a:chOff x="788896" y="6230880"/>
            <a:chExt cx="4405604" cy="990932"/>
          </a:xfrm>
        </p:grpSpPr>
        <p:grpSp>
          <p:nvGrpSpPr>
            <p:cNvPr id="3019" name="Group 3018">
              <a:extLst>
                <a:ext uri="{FF2B5EF4-FFF2-40B4-BE49-F238E27FC236}">
                  <a16:creationId xmlns:a16="http://schemas.microsoft.com/office/drawing/2014/main" id="{4E2F731A-B829-1040-8D11-097AB681E06E}"/>
                </a:ext>
              </a:extLst>
            </p:cNvPr>
            <p:cNvGrpSpPr/>
            <p:nvPr/>
          </p:nvGrpSpPr>
          <p:grpSpPr>
            <a:xfrm>
              <a:off x="1244508" y="6689164"/>
              <a:ext cx="3949992" cy="532648"/>
              <a:chOff x="1432767" y="3085352"/>
              <a:chExt cx="3949992" cy="532648"/>
            </a:xfrm>
          </p:grpSpPr>
          <p:cxnSp>
            <p:nvCxnSpPr>
              <p:cNvPr id="2054" name="Straight Connector 2053">
                <a:extLst>
                  <a:ext uri="{FF2B5EF4-FFF2-40B4-BE49-F238E27FC236}">
                    <a16:creationId xmlns:a16="http://schemas.microsoft.com/office/drawing/2014/main" id="{3633397E-B589-BE4A-91A9-45383BA21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264355" y="3086100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ADB96313-F51C-784B-8A27-F914791320F4}"/>
                  </a:ext>
                </a:extLst>
              </p:cNvPr>
              <p:cNvCxnSpPr/>
              <p:nvPr/>
            </p:nvCxnSpPr>
            <p:spPr bwMode="auto">
              <a:xfrm flipH="1">
                <a:off x="1432767" y="3085352"/>
                <a:ext cx="1588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8D7A33BC-122A-4D4C-8216-E9ADABB4118A}"/>
                  </a:ext>
                </a:extLst>
              </p:cNvPr>
              <p:cNvCxnSpPr/>
              <p:nvPr/>
            </p:nvCxnSpPr>
            <p:spPr bwMode="auto">
              <a:xfrm flipH="1">
                <a:off x="3010952" y="3094877"/>
                <a:ext cx="0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6CC4D6DD-F7F7-9842-8817-1ADC39CDC006}"/>
                  </a:ext>
                </a:extLst>
              </p:cNvPr>
              <p:cNvCxnSpPr/>
              <p:nvPr/>
            </p:nvCxnSpPr>
            <p:spPr bwMode="auto">
              <a:xfrm flipH="1">
                <a:off x="4588152" y="3086100"/>
                <a:ext cx="1587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898D0CB0-E908-204C-80E9-4112D5AE59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502755" y="3091702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699C0129-90CE-F943-BD7E-DE59AB09F6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050155" y="3091702"/>
                <a:ext cx="1417185" cy="5262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68881BBB-9B49-9443-B24F-DA02C1EEBB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780206" y="3340359"/>
                <a:ext cx="565231" cy="25215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15CD2FCA-AC04-7445-8630-50BF2B4D0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632664" y="3086100"/>
                <a:ext cx="2609091" cy="47315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6539B5BF-E363-8141-8954-F81C27ADFF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230270" y="3253273"/>
                <a:ext cx="2052963" cy="33434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F79AA327-34B4-0F4D-9424-9F249FD4E9FF}"/>
                  </a:ext>
                </a:extLst>
              </p:cNvPr>
              <p:cNvCxnSpPr>
                <a:cxnSpLocks/>
                <a:endCxn id="1253" idx="3"/>
              </p:cNvCxnSpPr>
              <p:nvPr/>
            </p:nvCxnSpPr>
            <p:spPr bwMode="auto">
              <a:xfrm flipH="1">
                <a:off x="1802901" y="3147527"/>
                <a:ext cx="3530096" cy="4076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DEA445DC-730E-CD43-ACA1-87532C66F5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44739" y="3093289"/>
                <a:ext cx="1552575" cy="51752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78293BC1-6D02-3E40-9C4F-991186A27A60}"/>
                  </a:ext>
                </a:extLst>
              </p:cNvPr>
              <p:cNvCxnSpPr/>
              <p:nvPr/>
            </p:nvCxnSpPr>
            <p:spPr bwMode="auto">
              <a:xfrm>
                <a:off x="1585177" y="3086100"/>
                <a:ext cx="3014662" cy="52546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0398E10-845D-C840-B2E2-882489F2FB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650240" y="3086100"/>
                <a:ext cx="3682756" cy="48441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BF97A42D-223B-BB4F-9593-14DEDF819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665026" y="3086101"/>
                <a:ext cx="674190" cy="204495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8" name="Straight Connector 2057">
                <a:extLst>
                  <a:ext uri="{FF2B5EF4-FFF2-40B4-BE49-F238E27FC236}">
                    <a16:creationId xmlns:a16="http://schemas.microsoft.com/office/drawing/2014/main" id="{4B358127-CED7-5F40-BE62-8CC4211C9D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9946" y="3086100"/>
                <a:ext cx="1962813" cy="36622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7" name="Group 1266">
              <a:extLst>
                <a:ext uri="{FF2B5EF4-FFF2-40B4-BE49-F238E27FC236}">
                  <a16:creationId xmlns:a16="http://schemas.microsoft.com/office/drawing/2014/main" id="{1C8B5EED-AFAD-9D4E-ABB6-ACF2B46C4BBC}"/>
                </a:ext>
              </a:extLst>
            </p:cNvPr>
            <p:cNvGrpSpPr/>
            <p:nvPr/>
          </p:nvGrpSpPr>
          <p:grpSpPr>
            <a:xfrm>
              <a:off x="788896" y="6230951"/>
              <a:ext cx="914400" cy="479686"/>
              <a:chOff x="3668110" y="2448910"/>
              <a:chExt cx="3794234" cy="2165130"/>
            </a:xfrm>
          </p:grpSpPr>
          <p:sp>
            <p:nvSpPr>
              <p:cNvPr id="1268" name="Rectangle 1267">
                <a:extLst>
                  <a:ext uri="{FF2B5EF4-FFF2-40B4-BE49-F238E27FC236}">
                    <a16:creationId xmlns:a16="http://schemas.microsoft.com/office/drawing/2014/main" id="{3238B38C-F530-E04D-9BFE-2FB6F5FDEED0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D3497A98-A287-2A4B-A69F-32125D8F281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B69DCBBD-C0EA-D347-8A32-C67565A9232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71" name="Freeform 1270">
                  <a:extLst>
                    <a:ext uri="{FF2B5EF4-FFF2-40B4-BE49-F238E27FC236}">
                      <a16:creationId xmlns:a16="http://schemas.microsoft.com/office/drawing/2014/main" id="{AA515CBD-165D-F448-AA81-820F06F0110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2" name="Freeform 1271">
                  <a:extLst>
                    <a:ext uri="{FF2B5EF4-FFF2-40B4-BE49-F238E27FC236}">
                      <a16:creationId xmlns:a16="http://schemas.microsoft.com/office/drawing/2014/main" id="{BCA5BB97-166C-064C-B223-D1F5F8D85F2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3" name="Freeform 1272">
                  <a:extLst>
                    <a:ext uri="{FF2B5EF4-FFF2-40B4-BE49-F238E27FC236}">
                      <a16:creationId xmlns:a16="http://schemas.microsoft.com/office/drawing/2014/main" id="{E6A68141-A195-7545-AD60-B57665A29B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4" name="Freeform 1273">
                  <a:extLst>
                    <a:ext uri="{FF2B5EF4-FFF2-40B4-BE49-F238E27FC236}">
                      <a16:creationId xmlns:a16="http://schemas.microsoft.com/office/drawing/2014/main" id="{C0C7EB7C-3270-B44C-8D8D-34D429C54D73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37" name="Group 2036">
              <a:extLst>
                <a:ext uri="{FF2B5EF4-FFF2-40B4-BE49-F238E27FC236}">
                  <a16:creationId xmlns:a16="http://schemas.microsoft.com/office/drawing/2014/main" id="{22F365AC-2EFD-BF4D-88C6-B9AA1359F4B6}"/>
                </a:ext>
              </a:extLst>
            </p:cNvPr>
            <p:cNvGrpSpPr/>
            <p:nvPr/>
          </p:nvGrpSpPr>
          <p:grpSpPr>
            <a:xfrm>
              <a:off x="2375579" y="6230880"/>
              <a:ext cx="914400" cy="479686"/>
              <a:chOff x="3668110" y="2448910"/>
              <a:chExt cx="3794234" cy="2165130"/>
            </a:xfrm>
          </p:grpSpPr>
          <p:sp>
            <p:nvSpPr>
              <p:cNvPr id="2038" name="Rectangle 2037">
                <a:extLst>
                  <a:ext uri="{FF2B5EF4-FFF2-40B4-BE49-F238E27FC236}">
                    <a16:creationId xmlns:a16="http://schemas.microsoft.com/office/drawing/2014/main" id="{9D7667EC-5CB1-B440-9124-49C78053B903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39" name="Freeform 2038">
                <a:extLst>
                  <a:ext uri="{FF2B5EF4-FFF2-40B4-BE49-F238E27FC236}">
                    <a16:creationId xmlns:a16="http://schemas.microsoft.com/office/drawing/2014/main" id="{67CFBF89-8A80-0F46-B8A5-B9D4694FAC55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0" name="Group 2039">
                <a:extLst>
                  <a:ext uri="{FF2B5EF4-FFF2-40B4-BE49-F238E27FC236}">
                    <a16:creationId xmlns:a16="http://schemas.microsoft.com/office/drawing/2014/main" id="{F6318596-17F3-3F4F-8E5B-CB84718781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1" name="Freeform 2040">
                  <a:extLst>
                    <a:ext uri="{FF2B5EF4-FFF2-40B4-BE49-F238E27FC236}">
                      <a16:creationId xmlns:a16="http://schemas.microsoft.com/office/drawing/2014/main" id="{99852DB6-22CD-204D-A321-75C489E42EE8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2" name="Freeform 2041">
                  <a:extLst>
                    <a:ext uri="{FF2B5EF4-FFF2-40B4-BE49-F238E27FC236}">
                      <a16:creationId xmlns:a16="http://schemas.microsoft.com/office/drawing/2014/main" id="{549A274D-AE42-A244-9C0D-4FE13605F29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3" name="Freeform 2042">
                  <a:extLst>
                    <a:ext uri="{FF2B5EF4-FFF2-40B4-BE49-F238E27FC236}">
                      <a16:creationId xmlns:a16="http://schemas.microsoft.com/office/drawing/2014/main" id="{87E179B7-5ABC-D245-9597-307FFEE26CEB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4" name="Freeform 2043">
                  <a:extLst>
                    <a:ext uri="{FF2B5EF4-FFF2-40B4-BE49-F238E27FC236}">
                      <a16:creationId xmlns:a16="http://schemas.microsoft.com/office/drawing/2014/main" id="{20AF9F93-553D-5A45-8523-21F44194DD8E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45" name="Group 2044">
              <a:extLst>
                <a:ext uri="{FF2B5EF4-FFF2-40B4-BE49-F238E27FC236}">
                  <a16:creationId xmlns:a16="http://schemas.microsoft.com/office/drawing/2014/main" id="{BC37F488-F70D-A847-B633-66E672BC3E2A}"/>
                </a:ext>
              </a:extLst>
            </p:cNvPr>
            <p:cNvGrpSpPr/>
            <p:nvPr/>
          </p:nvGrpSpPr>
          <p:grpSpPr>
            <a:xfrm>
              <a:off x="3946379" y="6235680"/>
              <a:ext cx="914400" cy="479686"/>
              <a:chOff x="3668110" y="2448910"/>
              <a:chExt cx="3794234" cy="2165130"/>
            </a:xfrm>
          </p:grpSpPr>
          <p:sp>
            <p:nvSpPr>
              <p:cNvPr id="2046" name="Rectangle 2045">
                <a:extLst>
                  <a:ext uri="{FF2B5EF4-FFF2-40B4-BE49-F238E27FC236}">
                    <a16:creationId xmlns:a16="http://schemas.microsoft.com/office/drawing/2014/main" id="{A248A14A-DF6F-A045-8B56-1D5E8E4928D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6D70C432-A96E-FA45-AF1C-23A1FA6079E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8" name="Group 2047">
                <a:extLst>
                  <a:ext uri="{FF2B5EF4-FFF2-40B4-BE49-F238E27FC236}">
                    <a16:creationId xmlns:a16="http://schemas.microsoft.com/office/drawing/2014/main" id="{5892B579-45A3-1244-97D3-F6581DAC5BC5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9" name="Freeform 2048">
                  <a:extLst>
                    <a:ext uri="{FF2B5EF4-FFF2-40B4-BE49-F238E27FC236}">
                      <a16:creationId xmlns:a16="http://schemas.microsoft.com/office/drawing/2014/main" id="{AEEDCF3E-732E-F048-9AA4-33053846115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0" name="Freeform 2049">
                  <a:extLst>
                    <a:ext uri="{FF2B5EF4-FFF2-40B4-BE49-F238E27FC236}">
                      <a16:creationId xmlns:a16="http://schemas.microsoft.com/office/drawing/2014/main" id="{92CA9438-E35D-3145-83A2-6CAD6A1A4442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 2050">
                  <a:extLst>
                    <a:ext uri="{FF2B5EF4-FFF2-40B4-BE49-F238E27FC236}">
                      <a16:creationId xmlns:a16="http://schemas.microsoft.com/office/drawing/2014/main" id="{3BC3F487-A992-0341-80A0-EF1C669D1FD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 2051">
                  <a:extLst>
                    <a:ext uri="{FF2B5EF4-FFF2-40B4-BE49-F238E27FC236}">
                      <a16:creationId xmlns:a16="http://schemas.microsoft.com/office/drawing/2014/main" id="{E1144D82-B02D-D44A-A875-BB29A45C3F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21" name="Group 3020">
            <a:extLst>
              <a:ext uri="{FF2B5EF4-FFF2-40B4-BE49-F238E27FC236}">
                <a16:creationId xmlns:a16="http://schemas.microsoft.com/office/drawing/2014/main" id="{CABD8F81-519A-104B-88A2-4B682A9DE096}"/>
              </a:ext>
            </a:extLst>
          </p:cNvPr>
          <p:cNvGrpSpPr/>
          <p:nvPr/>
        </p:nvGrpSpPr>
        <p:grpSpPr>
          <a:xfrm>
            <a:off x="628478" y="3550503"/>
            <a:ext cx="4630262" cy="1935897"/>
            <a:chOff x="628478" y="3550503"/>
            <a:chExt cx="4630262" cy="1935897"/>
          </a:xfrm>
        </p:grpSpPr>
        <p:grpSp>
          <p:nvGrpSpPr>
            <p:cNvPr id="2522" name="Group 2521">
              <a:extLst>
                <a:ext uri="{FF2B5EF4-FFF2-40B4-BE49-F238E27FC236}">
                  <a16:creationId xmlns:a16="http://schemas.microsoft.com/office/drawing/2014/main" id="{F54A1D1E-FF36-D743-AFA8-D3C74C3A34D3}"/>
                </a:ext>
              </a:extLst>
            </p:cNvPr>
            <p:cNvGrpSpPr/>
            <p:nvPr/>
          </p:nvGrpSpPr>
          <p:grpSpPr>
            <a:xfrm>
              <a:off x="3833361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276" name="Straight Connector 2275">
                <a:extLst>
                  <a:ext uri="{FF2B5EF4-FFF2-40B4-BE49-F238E27FC236}">
                    <a16:creationId xmlns:a16="http://schemas.microsoft.com/office/drawing/2014/main" id="{07E51812-9247-CA4F-B189-993416E63E5D}"/>
                  </a:ext>
                </a:extLst>
              </p:cNvPr>
              <p:cNvCxnSpPr>
                <a:cxnSpLocks/>
                <a:endCxn id="2298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7" name="Straight Connector 2276">
                <a:extLst>
                  <a:ext uri="{FF2B5EF4-FFF2-40B4-BE49-F238E27FC236}">
                    <a16:creationId xmlns:a16="http://schemas.microsoft.com/office/drawing/2014/main" id="{EA4A0CB1-3F42-4944-9840-FB43738D7F01}"/>
                  </a:ext>
                </a:extLst>
              </p:cNvPr>
              <p:cNvCxnSpPr>
                <a:cxnSpLocks/>
                <a:endCxn id="2362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8" name="Straight Connector 2277">
                <a:extLst>
                  <a:ext uri="{FF2B5EF4-FFF2-40B4-BE49-F238E27FC236}">
                    <a16:creationId xmlns:a16="http://schemas.microsoft.com/office/drawing/2014/main" id="{8B7E381B-2282-9847-8FE9-7DB6AEAA3B61}"/>
                  </a:ext>
                </a:extLst>
              </p:cNvPr>
              <p:cNvCxnSpPr>
                <a:cxnSpLocks/>
                <a:endCxn id="247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79" name="Group 2278">
                <a:extLst>
                  <a:ext uri="{FF2B5EF4-FFF2-40B4-BE49-F238E27FC236}">
                    <a16:creationId xmlns:a16="http://schemas.microsoft.com/office/drawing/2014/main" id="{AC02A6C9-87D9-2A49-9800-21A535F2998C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280" name="Group 506">
                  <a:extLst>
                    <a:ext uri="{FF2B5EF4-FFF2-40B4-BE49-F238E27FC236}">
                      <a16:creationId xmlns:a16="http://schemas.microsoft.com/office/drawing/2014/main" id="{A7B8652E-31B5-4B41-B6F5-D67F5BA9FE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02" name="Rectangle 2301">
                    <a:extLst>
                      <a:ext uri="{FF2B5EF4-FFF2-40B4-BE49-F238E27FC236}">
                        <a16:creationId xmlns:a16="http://schemas.microsoft.com/office/drawing/2014/main" id="{FD5BBCFB-1E19-BD49-912E-B28D0226E8F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3" name="Straight Connector 2302">
                    <a:extLst>
                      <a:ext uri="{FF2B5EF4-FFF2-40B4-BE49-F238E27FC236}">
                        <a16:creationId xmlns:a16="http://schemas.microsoft.com/office/drawing/2014/main" id="{85D331F3-540C-4D47-818B-D4DFBBF92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4" name="Rectangle 2303">
                    <a:extLst>
                      <a:ext uri="{FF2B5EF4-FFF2-40B4-BE49-F238E27FC236}">
                        <a16:creationId xmlns:a16="http://schemas.microsoft.com/office/drawing/2014/main" id="{91440F2F-FF46-8947-80FF-929B7758CB3E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5" name="Straight Connector 2304">
                    <a:extLst>
                      <a:ext uri="{FF2B5EF4-FFF2-40B4-BE49-F238E27FC236}">
                        <a16:creationId xmlns:a16="http://schemas.microsoft.com/office/drawing/2014/main" id="{89C42C1D-947D-2046-B452-9052246A9C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6" name="Rectangle 2305">
                    <a:extLst>
                      <a:ext uri="{FF2B5EF4-FFF2-40B4-BE49-F238E27FC236}">
                        <a16:creationId xmlns:a16="http://schemas.microsoft.com/office/drawing/2014/main" id="{31930012-FB89-DD42-9386-842599988E69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07" name="Rectangle 2306">
                    <a:extLst>
                      <a:ext uri="{FF2B5EF4-FFF2-40B4-BE49-F238E27FC236}">
                        <a16:creationId xmlns:a16="http://schemas.microsoft.com/office/drawing/2014/main" id="{5B21C088-5508-CA43-967B-4544D05408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8" name="Straight Connector 2307">
                    <a:extLst>
                      <a:ext uri="{FF2B5EF4-FFF2-40B4-BE49-F238E27FC236}">
                        <a16:creationId xmlns:a16="http://schemas.microsoft.com/office/drawing/2014/main" id="{7D901C73-6EEF-8B4B-9DE3-6C7D2012040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09" name="Group 544">
                    <a:extLst>
                      <a:ext uri="{FF2B5EF4-FFF2-40B4-BE49-F238E27FC236}">
                        <a16:creationId xmlns:a16="http://schemas.microsoft.com/office/drawing/2014/main" id="{9832DE10-4905-A24D-A68F-D5D4F26A27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7" name="Straight Connector 2336">
                      <a:extLst>
                        <a:ext uri="{FF2B5EF4-FFF2-40B4-BE49-F238E27FC236}">
                          <a16:creationId xmlns:a16="http://schemas.microsoft.com/office/drawing/2014/main" id="{90E54857-BEAA-D14F-9D93-38F6E006E6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8" name="Straight Connector 2337">
                      <a:extLst>
                        <a:ext uri="{FF2B5EF4-FFF2-40B4-BE49-F238E27FC236}">
                          <a16:creationId xmlns:a16="http://schemas.microsoft.com/office/drawing/2014/main" id="{132007CA-8466-EA4F-943B-747AC92155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0" name="Group 547">
                    <a:extLst>
                      <a:ext uri="{FF2B5EF4-FFF2-40B4-BE49-F238E27FC236}">
                        <a16:creationId xmlns:a16="http://schemas.microsoft.com/office/drawing/2014/main" id="{2152290B-30C2-8F4A-8FC0-ACF5495E860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5" name="Straight Connector 2334">
                      <a:extLst>
                        <a:ext uri="{FF2B5EF4-FFF2-40B4-BE49-F238E27FC236}">
                          <a16:creationId xmlns:a16="http://schemas.microsoft.com/office/drawing/2014/main" id="{83A34C97-61E0-C44B-A608-3931B9A61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6" name="Straight Connector 2335">
                      <a:extLst>
                        <a:ext uri="{FF2B5EF4-FFF2-40B4-BE49-F238E27FC236}">
                          <a16:creationId xmlns:a16="http://schemas.microsoft.com/office/drawing/2014/main" id="{5639D87F-BFEA-D149-8904-6A85BBC843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1" name="Group 549">
                    <a:extLst>
                      <a:ext uri="{FF2B5EF4-FFF2-40B4-BE49-F238E27FC236}">
                        <a16:creationId xmlns:a16="http://schemas.microsoft.com/office/drawing/2014/main" id="{44831599-8D32-FB4B-A9DC-33EFC99F70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3" name="Straight Connector 2332">
                      <a:extLst>
                        <a:ext uri="{FF2B5EF4-FFF2-40B4-BE49-F238E27FC236}">
                          <a16:creationId xmlns:a16="http://schemas.microsoft.com/office/drawing/2014/main" id="{056B47A2-E138-BD40-9D4E-4E1822BC3D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4" name="Straight Connector 2333">
                      <a:extLst>
                        <a:ext uri="{FF2B5EF4-FFF2-40B4-BE49-F238E27FC236}">
                          <a16:creationId xmlns:a16="http://schemas.microsoft.com/office/drawing/2014/main" id="{E0403499-4864-B745-A45E-1BEFCDAFF8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2" name="Group 550">
                    <a:extLst>
                      <a:ext uri="{FF2B5EF4-FFF2-40B4-BE49-F238E27FC236}">
                        <a16:creationId xmlns:a16="http://schemas.microsoft.com/office/drawing/2014/main" id="{6DA4B1DB-ED45-4B48-A0FB-A451EA464C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1" name="Straight Connector 2330">
                      <a:extLst>
                        <a:ext uri="{FF2B5EF4-FFF2-40B4-BE49-F238E27FC236}">
                          <a16:creationId xmlns:a16="http://schemas.microsoft.com/office/drawing/2014/main" id="{D0CB3D7C-D1DA-6740-A29E-037E2226A8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2" name="Straight Connector 2331">
                      <a:extLst>
                        <a:ext uri="{FF2B5EF4-FFF2-40B4-BE49-F238E27FC236}">
                          <a16:creationId xmlns:a16="http://schemas.microsoft.com/office/drawing/2014/main" id="{63E23CBC-6E6D-4F43-B5B7-55A7675CCB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3" name="Group 551">
                    <a:extLst>
                      <a:ext uri="{FF2B5EF4-FFF2-40B4-BE49-F238E27FC236}">
                        <a16:creationId xmlns:a16="http://schemas.microsoft.com/office/drawing/2014/main" id="{BD921E18-788A-D740-8134-F5B3AB965C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9" name="Straight Connector 2328">
                      <a:extLst>
                        <a:ext uri="{FF2B5EF4-FFF2-40B4-BE49-F238E27FC236}">
                          <a16:creationId xmlns:a16="http://schemas.microsoft.com/office/drawing/2014/main" id="{0022BC58-4849-5F4F-A4D3-6C43F3AF55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0" name="Straight Connector 2329">
                      <a:extLst>
                        <a:ext uri="{FF2B5EF4-FFF2-40B4-BE49-F238E27FC236}">
                          <a16:creationId xmlns:a16="http://schemas.microsoft.com/office/drawing/2014/main" id="{EE006CD1-C8AD-B441-AF9C-BE533EB09D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4" name="Group 552">
                    <a:extLst>
                      <a:ext uri="{FF2B5EF4-FFF2-40B4-BE49-F238E27FC236}">
                        <a16:creationId xmlns:a16="http://schemas.microsoft.com/office/drawing/2014/main" id="{83687260-37F2-964D-8D6F-F3D0AFDDCB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7" name="Straight Connector 2326">
                      <a:extLst>
                        <a:ext uri="{FF2B5EF4-FFF2-40B4-BE49-F238E27FC236}">
                          <a16:creationId xmlns:a16="http://schemas.microsoft.com/office/drawing/2014/main" id="{8506789E-5C98-7A47-85B3-53016C7021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8" name="Straight Connector 2327">
                      <a:extLst>
                        <a:ext uri="{FF2B5EF4-FFF2-40B4-BE49-F238E27FC236}">
                          <a16:creationId xmlns:a16="http://schemas.microsoft.com/office/drawing/2014/main" id="{84E852B4-DBE5-1541-A9F2-16A1DAB1D4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5" name="Group 555">
                    <a:extLst>
                      <a:ext uri="{FF2B5EF4-FFF2-40B4-BE49-F238E27FC236}">
                        <a16:creationId xmlns:a16="http://schemas.microsoft.com/office/drawing/2014/main" id="{4A3FBE37-D0A9-7E45-BFAB-B8536B95B9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5" name="Straight Connector 2324">
                      <a:extLst>
                        <a:ext uri="{FF2B5EF4-FFF2-40B4-BE49-F238E27FC236}">
                          <a16:creationId xmlns:a16="http://schemas.microsoft.com/office/drawing/2014/main" id="{65A655A0-9D53-8C4E-A78E-104274B0D6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6" name="Straight Connector 2325">
                      <a:extLst>
                        <a:ext uri="{FF2B5EF4-FFF2-40B4-BE49-F238E27FC236}">
                          <a16:creationId xmlns:a16="http://schemas.microsoft.com/office/drawing/2014/main" id="{42F7D494-EC9E-8E44-B72B-2A3D99ED1B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6" name="Group 556">
                    <a:extLst>
                      <a:ext uri="{FF2B5EF4-FFF2-40B4-BE49-F238E27FC236}">
                        <a16:creationId xmlns:a16="http://schemas.microsoft.com/office/drawing/2014/main" id="{F9EAE8A2-A814-4640-AADF-556DA12A062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3" name="Straight Connector 2322">
                      <a:extLst>
                        <a:ext uri="{FF2B5EF4-FFF2-40B4-BE49-F238E27FC236}">
                          <a16:creationId xmlns:a16="http://schemas.microsoft.com/office/drawing/2014/main" id="{9744C030-C657-B142-A53D-CDBD1A8C33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4" name="Straight Connector 2323">
                      <a:extLst>
                        <a:ext uri="{FF2B5EF4-FFF2-40B4-BE49-F238E27FC236}">
                          <a16:creationId xmlns:a16="http://schemas.microsoft.com/office/drawing/2014/main" id="{E86A1E59-AA12-7244-BED7-1DAFFA0FA7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7" name="Group 557">
                    <a:extLst>
                      <a:ext uri="{FF2B5EF4-FFF2-40B4-BE49-F238E27FC236}">
                        <a16:creationId xmlns:a16="http://schemas.microsoft.com/office/drawing/2014/main" id="{C2F3CFD7-A822-0D48-BAA7-9AAE7E2598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1" name="Straight Connector 2320">
                      <a:extLst>
                        <a:ext uri="{FF2B5EF4-FFF2-40B4-BE49-F238E27FC236}">
                          <a16:creationId xmlns:a16="http://schemas.microsoft.com/office/drawing/2014/main" id="{0EE762F2-8D5A-AE44-863D-57BBC25A2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2" name="Straight Connector 2321">
                      <a:extLst>
                        <a:ext uri="{FF2B5EF4-FFF2-40B4-BE49-F238E27FC236}">
                          <a16:creationId xmlns:a16="http://schemas.microsoft.com/office/drawing/2014/main" id="{E9C86D11-7177-9E49-8309-7B6C659841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8" name="Group 558">
                    <a:extLst>
                      <a:ext uri="{FF2B5EF4-FFF2-40B4-BE49-F238E27FC236}">
                        <a16:creationId xmlns:a16="http://schemas.microsoft.com/office/drawing/2014/main" id="{7B6D3704-3A39-B24F-8DD5-14DD393B0F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19" name="Straight Connector 2318">
                      <a:extLst>
                        <a:ext uri="{FF2B5EF4-FFF2-40B4-BE49-F238E27FC236}">
                          <a16:creationId xmlns:a16="http://schemas.microsoft.com/office/drawing/2014/main" id="{7CF49B5F-09EA-5147-9A50-E22FEEF165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0" name="Straight Connector 2319">
                      <a:extLst>
                        <a:ext uri="{FF2B5EF4-FFF2-40B4-BE49-F238E27FC236}">
                          <a16:creationId xmlns:a16="http://schemas.microsoft.com/office/drawing/2014/main" id="{529059EE-E922-4D48-A284-A247DF3A38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281" name="Straight Connector 2280">
                  <a:extLst>
                    <a:ext uri="{FF2B5EF4-FFF2-40B4-BE49-F238E27FC236}">
                      <a16:creationId xmlns:a16="http://schemas.microsoft.com/office/drawing/2014/main" id="{619E89F9-107F-E14A-B8CB-1C8167EDCC9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2" name="Straight Connector 2281">
                  <a:extLst>
                    <a:ext uri="{FF2B5EF4-FFF2-40B4-BE49-F238E27FC236}">
                      <a16:creationId xmlns:a16="http://schemas.microsoft.com/office/drawing/2014/main" id="{92BBB2AC-654B-7D47-808B-AA53B98B7D9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3" name="Straight Connector 2282">
                  <a:extLst>
                    <a:ext uri="{FF2B5EF4-FFF2-40B4-BE49-F238E27FC236}">
                      <a16:creationId xmlns:a16="http://schemas.microsoft.com/office/drawing/2014/main" id="{FD22B955-7BB9-7A4B-A14D-710606009AB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4" name="Straight Connector 2283">
                  <a:extLst>
                    <a:ext uri="{FF2B5EF4-FFF2-40B4-BE49-F238E27FC236}">
                      <a16:creationId xmlns:a16="http://schemas.microsoft.com/office/drawing/2014/main" id="{63D436EC-9580-7845-8FB6-6B43BCC41DB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5" name="Straight Connector 2284">
                  <a:extLst>
                    <a:ext uri="{FF2B5EF4-FFF2-40B4-BE49-F238E27FC236}">
                      <a16:creationId xmlns:a16="http://schemas.microsoft.com/office/drawing/2014/main" id="{9665F424-0C33-0B4F-B691-43D22BB35E9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6" name="Straight Connector 2285">
                  <a:extLst>
                    <a:ext uri="{FF2B5EF4-FFF2-40B4-BE49-F238E27FC236}">
                      <a16:creationId xmlns:a16="http://schemas.microsoft.com/office/drawing/2014/main" id="{F121A627-310D-104E-8993-5EC5D8941CF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7" name="Straight Connector 2286">
                  <a:extLst>
                    <a:ext uri="{FF2B5EF4-FFF2-40B4-BE49-F238E27FC236}">
                      <a16:creationId xmlns:a16="http://schemas.microsoft.com/office/drawing/2014/main" id="{428B4CD3-DED8-5A45-AF60-99C022E3F0FA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8" name="Straight Connector 2287">
                  <a:extLst>
                    <a:ext uri="{FF2B5EF4-FFF2-40B4-BE49-F238E27FC236}">
                      <a16:creationId xmlns:a16="http://schemas.microsoft.com/office/drawing/2014/main" id="{C09C705D-1C8E-224A-8A24-B72D27540119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9" name="Straight Connector 2288">
                  <a:extLst>
                    <a:ext uri="{FF2B5EF4-FFF2-40B4-BE49-F238E27FC236}">
                      <a16:creationId xmlns:a16="http://schemas.microsoft.com/office/drawing/2014/main" id="{60F14028-0577-1946-AB96-90616A51C02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0" name="Straight Connector 2289">
                  <a:extLst>
                    <a:ext uri="{FF2B5EF4-FFF2-40B4-BE49-F238E27FC236}">
                      <a16:creationId xmlns:a16="http://schemas.microsoft.com/office/drawing/2014/main" id="{4FA9DF8B-1733-234D-87ED-3FFA2FD2BB7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1" name="Straight Connector 2290">
                  <a:extLst>
                    <a:ext uri="{FF2B5EF4-FFF2-40B4-BE49-F238E27FC236}">
                      <a16:creationId xmlns:a16="http://schemas.microsoft.com/office/drawing/2014/main" id="{2F9A1F62-EE43-2941-934B-DA06553478D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2" name="Straight Connector 2291">
                  <a:extLst>
                    <a:ext uri="{FF2B5EF4-FFF2-40B4-BE49-F238E27FC236}">
                      <a16:creationId xmlns:a16="http://schemas.microsoft.com/office/drawing/2014/main" id="{A6415396-9D20-154D-A80F-84465630A69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3" name="Straight Connector 2292">
                  <a:extLst>
                    <a:ext uri="{FF2B5EF4-FFF2-40B4-BE49-F238E27FC236}">
                      <a16:creationId xmlns:a16="http://schemas.microsoft.com/office/drawing/2014/main" id="{A3328FAD-E9EF-C04B-8F67-456AB8E9578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294" name="Group 2293">
                  <a:extLst>
                    <a:ext uri="{FF2B5EF4-FFF2-40B4-BE49-F238E27FC236}">
                      <a16:creationId xmlns:a16="http://schemas.microsoft.com/office/drawing/2014/main" id="{17AC471E-684D-D841-8C42-5D457ACD0E77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295" name="Rectangle 2294">
                    <a:extLst>
                      <a:ext uri="{FF2B5EF4-FFF2-40B4-BE49-F238E27FC236}">
                        <a16:creationId xmlns:a16="http://schemas.microsoft.com/office/drawing/2014/main" id="{D2BE09E0-69EE-7949-8784-071729C25E5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6" name="Freeform 2295">
                    <a:extLst>
                      <a:ext uri="{FF2B5EF4-FFF2-40B4-BE49-F238E27FC236}">
                        <a16:creationId xmlns:a16="http://schemas.microsoft.com/office/drawing/2014/main" id="{4AFA7F4E-0DDF-2D43-8612-DC9C789FD61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297" name="Group 2296">
                    <a:extLst>
                      <a:ext uri="{FF2B5EF4-FFF2-40B4-BE49-F238E27FC236}">
                        <a16:creationId xmlns:a16="http://schemas.microsoft.com/office/drawing/2014/main" id="{18CF12F5-ECF0-BB47-9F52-03ED0DDF1136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298" name="Freeform 2297">
                      <a:extLst>
                        <a:ext uri="{FF2B5EF4-FFF2-40B4-BE49-F238E27FC236}">
                          <a16:creationId xmlns:a16="http://schemas.microsoft.com/office/drawing/2014/main" id="{537CEA06-B306-6243-BC5E-6EC764AAB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299" name="Freeform 2298">
                      <a:extLst>
                        <a:ext uri="{FF2B5EF4-FFF2-40B4-BE49-F238E27FC236}">
                          <a16:creationId xmlns:a16="http://schemas.microsoft.com/office/drawing/2014/main" id="{2335930D-6254-034B-9953-9AFB8BF8D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0" name="Freeform 2299">
                      <a:extLst>
                        <a:ext uri="{FF2B5EF4-FFF2-40B4-BE49-F238E27FC236}">
                          <a16:creationId xmlns:a16="http://schemas.microsoft.com/office/drawing/2014/main" id="{3212805A-4AB2-E540-A43F-389E40AC19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1" name="Freeform 2300">
                      <a:extLst>
                        <a:ext uri="{FF2B5EF4-FFF2-40B4-BE49-F238E27FC236}">
                          <a16:creationId xmlns:a16="http://schemas.microsoft.com/office/drawing/2014/main" id="{783E79E3-1422-3444-AD7E-67A622EE3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339" name="Straight Connector 2338">
                <a:extLst>
                  <a:ext uri="{FF2B5EF4-FFF2-40B4-BE49-F238E27FC236}">
                    <a16:creationId xmlns:a16="http://schemas.microsoft.com/office/drawing/2014/main" id="{A9556B21-E664-8649-9A18-571C28B6049D}"/>
                  </a:ext>
                </a:extLst>
              </p:cNvPr>
              <p:cNvCxnSpPr>
                <a:cxnSpLocks/>
                <a:endCxn id="2419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40" name="Group 2339">
                <a:extLst>
                  <a:ext uri="{FF2B5EF4-FFF2-40B4-BE49-F238E27FC236}">
                    <a16:creationId xmlns:a16="http://schemas.microsoft.com/office/drawing/2014/main" id="{8920259F-DBD7-1C4D-9502-331D992CB674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341" name="Group 506">
                  <a:extLst>
                    <a:ext uri="{FF2B5EF4-FFF2-40B4-BE49-F238E27FC236}">
                      <a16:creationId xmlns:a16="http://schemas.microsoft.com/office/drawing/2014/main" id="{8B2F1D96-A3F6-D64A-8D21-711FEB67CF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63" name="Rectangle 2362">
                    <a:extLst>
                      <a:ext uri="{FF2B5EF4-FFF2-40B4-BE49-F238E27FC236}">
                        <a16:creationId xmlns:a16="http://schemas.microsoft.com/office/drawing/2014/main" id="{DA3BF071-CC51-7D4B-8A7E-F99A149E56A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4" name="Straight Connector 2363">
                    <a:extLst>
                      <a:ext uri="{FF2B5EF4-FFF2-40B4-BE49-F238E27FC236}">
                        <a16:creationId xmlns:a16="http://schemas.microsoft.com/office/drawing/2014/main" id="{B34B9351-7DFD-6643-9472-023B68341E7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5" name="Rectangle 2364">
                    <a:extLst>
                      <a:ext uri="{FF2B5EF4-FFF2-40B4-BE49-F238E27FC236}">
                        <a16:creationId xmlns:a16="http://schemas.microsoft.com/office/drawing/2014/main" id="{87B70B4B-F01F-7645-A3FD-B2C8DB6FEA74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6" name="Straight Connector 2365">
                    <a:extLst>
                      <a:ext uri="{FF2B5EF4-FFF2-40B4-BE49-F238E27FC236}">
                        <a16:creationId xmlns:a16="http://schemas.microsoft.com/office/drawing/2014/main" id="{BEB8ACA0-7B6B-6F40-B4D3-8065EF2195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7" name="Rectangle 2366">
                    <a:extLst>
                      <a:ext uri="{FF2B5EF4-FFF2-40B4-BE49-F238E27FC236}">
                        <a16:creationId xmlns:a16="http://schemas.microsoft.com/office/drawing/2014/main" id="{DA9396B9-C976-9947-BED0-6F5A9AA9DD2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68" name="Rectangle 2367">
                    <a:extLst>
                      <a:ext uri="{FF2B5EF4-FFF2-40B4-BE49-F238E27FC236}">
                        <a16:creationId xmlns:a16="http://schemas.microsoft.com/office/drawing/2014/main" id="{4431B0FC-C780-B44D-B27D-2156FEEA3A45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9" name="Straight Connector 2368">
                    <a:extLst>
                      <a:ext uri="{FF2B5EF4-FFF2-40B4-BE49-F238E27FC236}">
                        <a16:creationId xmlns:a16="http://schemas.microsoft.com/office/drawing/2014/main" id="{F72FB103-246D-B248-8BFF-DD6A2B92B82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70" name="Group 544">
                    <a:extLst>
                      <a:ext uri="{FF2B5EF4-FFF2-40B4-BE49-F238E27FC236}">
                        <a16:creationId xmlns:a16="http://schemas.microsoft.com/office/drawing/2014/main" id="{7910A8A9-5BA2-5448-83EB-FD673F73B3B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8" name="Straight Connector 2397">
                      <a:extLst>
                        <a:ext uri="{FF2B5EF4-FFF2-40B4-BE49-F238E27FC236}">
                          <a16:creationId xmlns:a16="http://schemas.microsoft.com/office/drawing/2014/main" id="{74A01E35-0458-6143-8AF6-739403491B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9" name="Straight Connector 2398">
                      <a:extLst>
                        <a:ext uri="{FF2B5EF4-FFF2-40B4-BE49-F238E27FC236}">
                          <a16:creationId xmlns:a16="http://schemas.microsoft.com/office/drawing/2014/main" id="{396995E0-7B36-2F45-8CDA-EBAC3A55C5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1" name="Group 547">
                    <a:extLst>
                      <a:ext uri="{FF2B5EF4-FFF2-40B4-BE49-F238E27FC236}">
                        <a16:creationId xmlns:a16="http://schemas.microsoft.com/office/drawing/2014/main" id="{8515C717-DDA9-3C4A-A259-193FF5E775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6" name="Straight Connector 2395">
                      <a:extLst>
                        <a:ext uri="{FF2B5EF4-FFF2-40B4-BE49-F238E27FC236}">
                          <a16:creationId xmlns:a16="http://schemas.microsoft.com/office/drawing/2014/main" id="{508F8154-0E76-C846-A557-782834AFBE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7" name="Straight Connector 2396">
                      <a:extLst>
                        <a:ext uri="{FF2B5EF4-FFF2-40B4-BE49-F238E27FC236}">
                          <a16:creationId xmlns:a16="http://schemas.microsoft.com/office/drawing/2014/main" id="{3A4B3462-30B9-1648-9B3F-7089AF9E88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2" name="Group 549">
                    <a:extLst>
                      <a:ext uri="{FF2B5EF4-FFF2-40B4-BE49-F238E27FC236}">
                        <a16:creationId xmlns:a16="http://schemas.microsoft.com/office/drawing/2014/main" id="{49FD3C32-8DEE-C141-BFD0-11DFA43BC5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4" name="Straight Connector 2393">
                      <a:extLst>
                        <a:ext uri="{FF2B5EF4-FFF2-40B4-BE49-F238E27FC236}">
                          <a16:creationId xmlns:a16="http://schemas.microsoft.com/office/drawing/2014/main" id="{48B52404-DADB-1241-92B1-D5275E6B30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5" name="Straight Connector 2394">
                      <a:extLst>
                        <a:ext uri="{FF2B5EF4-FFF2-40B4-BE49-F238E27FC236}">
                          <a16:creationId xmlns:a16="http://schemas.microsoft.com/office/drawing/2014/main" id="{E7D3CBDD-8E6C-0042-A93E-46ACE2398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3" name="Group 550">
                    <a:extLst>
                      <a:ext uri="{FF2B5EF4-FFF2-40B4-BE49-F238E27FC236}">
                        <a16:creationId xmlns:a16="http://schemas.microsoft.com/office/drawing/2014/main" id="{5944B0D3-40D0-E747-BD5D-45462F8C79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2" name="Straight Connector 2391">
                      <a:extLst>
                        <a:ext uri="{FF2B5EF4-FFF2-40B4-BE49-F238E27FC236}">
                          <a16:creationId xmlns:a16="http://schemas.microsoft.com/office/drawing/2014/main" id="{99D23C72-E185-074C-BC83-CC65B906C9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3" name="Straight Connector 2392">
                      <a:extLst>
                        <a:ext uri="{FF2B5EF4-FFF2-40B4-BE49-F238E27FC236}">
                          <a16:creationId xmlns:a16="http://schemas.microsoft.com/office/drawing/2014/main" id="{1B0F0212-FCBC-AE4D-99A3-53800C00C3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4" name="Group 551">
                    <a:extLst>
                      <a:ext uri="{FF2B5EF4-FFF2-40B4-BE49-F238E27FC236}">
                        <a16:creationId xmlns:a16="http://schemas.microsoft.com/office/drawing/2014/main" id="{0B7D011C-1BBD-5C4D-9F5F-9EF99058E4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0" name="Straight Connector 2389">
                      <a:extLst>
                        <a:ext uri="{FF2B5EF4-FFF2-40B4-BE49-F238E27FC236}">
                          <a16:creationId xmlns:a16="http://schemas.microsoft.com/office/drawing/2014/main" id="{E727C0F3-EA3A-4B41-A66C-641A801FB4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1" name="Straight Connector 2390">
                      <a:extLst>
                        <a:ext uri="{FF2B5EF4-FFF2-40B4-BE49-F238E27FC236}">
                          <a16:creationId xmlns:a16="http://schemas.microsoft.com/office/drawing/2014/main" id="{8DA3E3A7-73DA-A541-AA13-C1A0C04C7B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5" name="Group 552">
                    <a:extLst>
                      <a:ext uri="{FF2B5EF4-FFF2-40B4-BE49-F238E27FC236}">
                        <a16:creationId xmlns:a16="http://schemas.microsoft.com/office/drawing/2014/main" id="{AEE459DC-FF26-3A44-8B7B-A7CC834C47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8" name="Straight Connector 2387">
                      <a:extLst>
                        <a:ext uri="{FF2B5EF4-FFF2-40B4-BE49-F238E27FC236}">
                          <a16:creationId xmlns:a16="http://schemas.microsoft.com/office/drawing/2014/main" id="{03A834E2-2DB0-1B48-94AB-AC3C77BE75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9" name="Straight Connector 2388">
                      <a:extLst>
                        <a:ext uri="{FF2B5EF4-FFF2-40B4-BE49-F238E27FC236}">
                          <a16:creationId xmlns:a16="http://schemas.microsoft.com/office/drawing/2014/main" id="{40AD60AB-6AC6-AC4F-9758-1E46AB2A96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6" name="Group 555">
                    <a:extLst>
                      <a:ext uri="{FF2B5EF4-FFF2-40B4-BE49-F238E27FC236}">
                        <a16:creationId xmlns:a16="http://schemas.microsoft.com/office/drawing/2014/main" id="{35F375F7-AED7-FB4D-85D2-E2A1F7C969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6" name="Straight Connector 2385">
                      <a:extLst>
                        <a:ext uri="{FF2B5EF4-FFF2-40B4-BE49-F238E27FC236}">
                          <a16:creationId xmlns:a16="http://schemas.microsoft.com/office/drawing/2014/main" id="{04E819DC-180A-FD48-8AEB-CB916C22C0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7" name="Straight Connector 2386">
                      <a:extLst>
                        <a:ext uri="{FF2B5EF4-FFF2-40B4-BE49-F238E27FC236}">
                          <a16:creationId xmlns:a16="http://schemas.microsoft.com/office/drawing/2014/main" id="{8FAB1081-399E-AC4D-81BB-390BB53209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7" name="Group 556">
                    <a:extLst>
                      <a:ext uri="{FF2B5EF4-FFF2-40B4-BE49-F238E27FC236}">
                        <a16:creationId xmlns:a16="http://schemas.microsoft.com/office/drawing/2014/main" id="{7950C1BF-0002-3046-901A-FE8215BC7C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4" name="Straight Connector 2383">
                      <a:extLst>
                        <a:ext uri="{FF2B5EF4-FFF2-40B4-BE49-F238E27FC236}">
                          <a16:creationId xmlns:a16="http://schemas.microsoft.com/office/drawing/2014/main" id="{2D75E21E-9106-FA46-AF24-C64280D87C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5" name="Straight Connector 2384">
                      <a:extLst>
                        <a:ext uri="{FF2B5EF4-FFF2-40B4-BE49-F238E27FC236}">
                          <a16:creationId xmlns:a16="http://schemas.microsoft.com/office/drawing/2014/main" id="{10D15BB5-0454-B444-A942-E89F9DE077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8" name="Group 557">
                    <a:extLst>
                      <a:ext uri="{FF2B5EF4-FFF2-40B4-BE49-F238E27FC236}">
                        <a16:creationId xmlns:a16="http://schemas.microsoft.com/office/drawing/2014/main" id="{BB8F8CD4-B8FC-374F-B321-9CCE71A284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2" name="Straight Connector 2381">
                      <a:extLst>
                        <a:ext uri="{FF2B5EF4-FFF2-40B4-BE49-F238E27FC236}">
                          <a16:creationId xmlns:a16="http://schemas.microsoft.com/office/drawing/2014/main" id="{A8CE3D36-4F21-F840-B515-16A3CA0F5F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3" name="Straight Connector 2382">
                      <a:extLst>
                        <a:ext uri="{FF2B5EF4-FFF2-40B4-BE49-F238E27FC236}">
                          <a16:creationId xmlns:a16="http://schemas.microsoft.com/office/drawing/2014/main" id="{374EF800-4E88-0341-9DFC-975A465CA1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9" name="Group 558">
                    <a:extLst>
                      <a:ext uri="{FF2B5EF4-FFF2-40B4-BE49-F238E27FC236}">
                        <a16:creationId xmlns:a16="http://schemas.microsoft.com/office/drawing/2014/main" id="{E0E77391-A29D-BF4A-B5FF-53DB190154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0" name="Straight Connector 2379">
                      <a:extLst>
                        <a:ext uri="{FF2B5EF4-FFF2-40B4-BE49-F238E27FC236}">
                          <a16:creationId xmlns:a16="http://schemas.microsoft.com/office/drawing/2014/main" id="{05364F18-EF17-1E44-BE7D-24C7622439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1" name="Straight Connector 2380">
                      <a:extLst>
                        <a:ext uri="{FF2B5EF4-FFF2-40B4-BE49-F238E27FC236}">
                          <a16:creationId xmlns:a16="http://schemas.microsoft.com/office/drawing/2014/main" id="{14EDC7C5-B700-7940-91D1-457A8CBF64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342" name="Straight Connector 2341">
                  <a:extLst>
                    <a:ext uri="{FF2B5EF4-FFF2-40B4-BE49-F238E27FC236}">
                      <a16:creationId xmlns:a16="http://schemas.microsoft.com/office/drawing/2014/main" id="{21544BA5-8A81-4748-894A-A7C675A1C53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3" name="Straight Connector 2342">
                  <a:extLst>
                    <a:ext uri="{FF2B5EF4-FFF2-40B4-BE49-F238E27FC236}">
                      <a16:creationId xmlns:a16="http://schemas.microsoft.com/office/drawing/2014/main" id="{C2F37B4E-DA7A-C349-A0A1-A0ED2D14A4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4" name="Straight Connector 2343">
                  <a:extLst>
                    <a:ext uri="{FF2B5EF4-FFF2-40B4-BE49-F238E27FC236}">
                      <a16:creationId xmlns:a16="http://schemas.microsoft.com/office/drawing/2014/main" id="{018FE6C9-E9DD-9946-846D-F46B9C9FBB0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5" name="Straight Connector 2344">
                  <a:extLst>
                    <a:ext uri="{FF2B5EF4-FFF2-40B4-BE49-F238E27FC236}">
                      <a16:creationId xmlns:a16="http://schemas.microsoft.com/office/drawing/2014/main" id="{A16A8D54-316D-994E-95E4-C6D39FBCC4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6" name="Straight Connector 2345">
                  <a:extLst>
                    <a:ext uri="{FF2B5EF4-FFF2-40B4-BE49-F238E27FC236}">
                      <a16:creationId xmlns:a16="http://schemas.microsoft.com/office/drawing/2014/main" id="{DFFAD0BA-6C6D-494B-A63C-CA4F608893B8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7" name="Straight Connector 2346">
                  <a:extLst>
                    <a:ext uri="{FF2B5EF4-FFF2-40B4-BE49-F238E27FC236}">
                      <a16:creationId xmlns:a16="http://schemas.microsoft.com/office/drawing/2014/main" id="{4B7548A4-ADF2-304B-973E-40EBAD8DA903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8" name="Straight Connector 2347">
                  <a:extLst>
                    <a:ext uri="{FF2B5EF4-FFF2-40B4-BE49-F238E27FC236}">
                      <a16:creationId xmlns:a16="http://schemas.microsoft.com/office/drawing/2014/main" id="{DB4C92AC-50C5-D14D-829F-F8856BB4B1B0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9" name="Straight Connector 2348">
                  <a:extLst>
                    <a:ext uri="{FF2B5EF4-FFF2-40B4-BE49-F238E27FC236}">
                      <a16:creationId xmlns:a16="http://schemas.microsoft.com/office/drawing/2014/main" id="{BA345EF6-FC3A-A444-B301-46CE5CD9CE82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0" name="Straight Connector 2349">
                  <a:extLst>
                    <a:ext uri="{FF2B5EF4-FFF2-40B4-BE49-F238E27FC236}">
                      <a16:creationId xmlns:a16="http://schemas.microsoft.com/office/drawing/2014/main" id="{27643A89-B167-394F-99E0-1394BDC4D075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1" name="Straight Connector 2350">
                  <a:extLst>
                    <a:ext uri="{FF2B5EF4-FFF2-40B4-BE49-F238E27FC236}">
                      <a16:creationId xmlns:a16="http://schemas.microsoft.com/office/drawing/2014/main" id="{3CBB6863-0916-2443-8A7F-4191566E99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2" name="Straight Connector 2351">
                  <a:extLst>
                    <a:ext uri="{FF2B5EF4-FFF2-40B4-BE49-F238E27FC236}">
                      <a16:creationId xmlns:a16="http://schemas.microsoft.com/office/drawing/2014/main" id="{0D0D2BE2-59DC-6F4A-A07D-27EA6EA30EE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3" name="Straight Connector 2352">
                  <a:extLst>
                    <a:ext uri="{FF2B5EF4-FFF2-40B4-BE49-F238E27FC236}">
                      <a16:creationId xmlns:a16="http://schemas.microsoft.com/office/drawing/2014/main" id="{BBBC1298-B0F4-4947-B9C2-1C8C35C9F4B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4" name="Straight Connector 2353">
                  <a:extLst>
                    <a:ext uri="{FF2B5EF4-FFF2-40B4-BE49-F238E27FC236}">
                      <a16:creationId xmlns:a16="http://schemas.microsoft.com/office/drawing/2014/main" id="{E332CB77-B836-BD40-8AA7-620E60019493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355" name="Group 2354">
                  <a:extLst>
                    <a:ext uri="{FF2B5EF4-FFF2-40B4-BE49-F238E27FC236}">
                      <a16:creationId xmlns:a16="http://schemas.microsoft.com/office/drawing/2014/main" id="{03E1801B-6305-8B4D-97F0-1285F7980D3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356" name="Rectangle 2355">
                    <a:extLst>
                      <a:ext uri="{FF2B5EF4-FFF2-40B4-BE49-F238E27FC236}">
                        <a16:creationId xmlns:a16="http://schemas.microsoft.com/office/drawing/2014/main" id="{FB483745-210A-514F-B274-CACFCA69828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7" name="Freeform 2356">
                    <a:extLst>
                      <a:ext uri="{FF2B5EF4-FFF2-40B4-BE49-F238E27FC236}">
                        <a16:creationId xmlns:a16="http://schemas.microsoft.com/office/drawing/2014/main" id="{323E14EC-0984-9D46-BE2E-5A6F963F52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358" name="Group 2357">
                    <a:extLst>
                      <a:ext uri="{FF2B5EF4-FFF2-40B4-BE49-F238E27FC236}">
                        <a16:creationId xmlns:a16="http://schemas.microsoft.com/office/drawing/2014/main" id="{625076BF-7E89-8445-81B0-89F2A19BB408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359" name="Freeform 2358">
                      <a:extLst>
                        <a:ext uri="{FF2B5EF4-FFF2-40B4-BE49-F238E27FC236}">
                          <a16:creationId xmlns:a16="http://schemas.microsoft.com/office/drawing/2014/main" id="{A6DDFD2B-83E6-EC46-BE36-C84823B97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0" name="Freeform 2359">
                      <a:extLst>
                        <a:ext uri="{FF2B5EF4-FFF2-40B4-BE49-F238E27FC236}">
                          <a16:creationId xmlns:a16="http://schemas.microsoft.com/office/drawing/2014/main" id="{102A8082-CBCB-4644-80C6-31569B554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1" name="Freeform 2360">
                      <a:extLst>
                        <a:ext uri="{FF2B5EF4-FFF2-40B4-BE49-F238E27FC236}">
                          <a16:creationId xmlns:a16="http://schemas.microsoft.com/office/drawing/2014/main" id="{BB29FD97-1852-CD4F-85CA-9B8DD1F43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2" name="Freeform 2361">
                      <a:extLst>
                        <a:ext uri="{FF2B5EF4-FFF2-40B4-BE49-F238E27FC236}">
                          <a16:creationId xmlns:a16="http://schemas.microsoft.com/office/drawing/2014/main" id="{70105F05-73A4-174F-B3B8-A9F1FF023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00" name="Group 2399">
                <a:extLst>
                  <a:ext uri="{FF2B5EF4-FFF2-40B4-BE49-F238E27FC236}">
                    <a16:creationId xmlns:a16="http://schemas.microsoft.com/office/drawing/2014/main" id="{DC72E541-5322-DB47-8286-5C840645D78D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01" name="Group 506">
                  <a:extLst>
                    <a:ext uri="{FF2B5EF4-FFF2-40B4-BE49-F238E27FC236}">
                      <a16:creationId xmlns:a16="http://schemas.microsoft.com/office/drawing/2014/main" id="{D97DFA29-2D8A-854E-9BB3-17889A0ACA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23" name="Rectangle 2422">
                    <a:extLst>
                      <a:ext uri="{FF2B5EF4-FFF2-40B4-BE49-F238E27FC236}">
                        <a16:creationId xmlns:a16="http://schemas.microsoft.com/office/drawing/2014/main" id="{F8C2B6C5-DF24-C246-BAD8-3C1C2F06EB44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4" name="Straight Connector 2423">
                    <a:extLst>
                      <a:ext uri="{FF2B5EF4-FFF2-40B4-BE49-F238E27FC236}">
                        <a16:creationId xmlns:a16="http://schemas.microsoft.com/office/drawing/2014/main" id="{ECF8F5DC-A02A-A24D-98FF-B5DDF697D62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5" name="Rectangle 2424">
                    <a:extLst>
                      <a:ext uri="{FF2B5EF4-FFF2-40B4-BE49-F238E27FC236}">
                        <a16:creationId xmlns:a16="http://schemas.microsoft.com/office/drawing/2014/main" id="{916DF6DF-0A2A-4F4B-A21D-8C44A5DB2C9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6" name="Straight Connector 2425">
                    <a:extLst>
                      <a:ext uri="{FF2B5EF4-FFF2-40B4-BE49-F238E27FC236}">
                        <a16:creationId xmlns:a16="http://schemas.microsoft.com/office/drawing/2014/main" id="{C3B297FC-EC68-9040-B99C-365C653F221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7" name="Rectangle 2426">
                    <a:extLst>
                      <a:ext uri="{FF2B5EF4-FFF2-40B4-BE49-F238E27FC236}">
                        <a16:creationId xmlns:a16="http://schemas.microsoft.com/office/drawing/2014/main" id="{EAECFBE5-0341-7046-B835-ABD05CE6DDC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28" name="Rectangle 2427">
                    <a:extLst>
                      <a:ext uri="{FF2B5EF4-FFF2-40B4-BE49-F238E27FC236}">
                        <a16:creationId xmlns:a16="http://schemas.microsoft.com/office/drawing/2014/main" id="{EAA01B0A-8376-8E45-9199-E144D7A061DC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9" name="Straight Connector 2428">
                    <a:extLst>
                      <a:ext uri="{FF2B5EF4-FFF2-40B4-BE49-F238E27FC236}">
                        <a16:creationId xmlns:a16="http://schemas.microsoft.com/office/drawing/2014/main" id="{655C3617-4F93-9240-B8D3-1BBF7E0EC8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30" name="Group 544">
                    <a:extLst>
                      <a:ext uri="{FF2B5EF4-FFF2-40B4-BE49-F238E27FC236}">
                        <a16:creationId xmlns:a16="http://schemas.microsoft.com/office/drawing/2014/main" id="{D5991026-F1AD-6943-961A-EFDD236F32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8" name="Straight Connector 2457">
                      <a:extLst>
                        <a:ext uri="{FF2B5EF4-FFF2-40B4-BE49-F238E27FC236}">
                          <a16:creationId xmlns:a16="http://schemas.microsoft.com/office/drawing/2014/main" id="{9638B423-7D58-224E-9AAC-4B4259585B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9" name="Straight Connector 2458">
                      <a:extLst>
                        <a:ext uri="{FF2B5EF4-FFF2-40B4-BE49-F238E27FC236}">
                          <a16:creationId xmlns:a16="http://schemas.microsoft.com/office/drawing/2014/main" id="{48BBA55B-BDF2-AD48-A787-B57D187524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1" name="Group 547">
                    <a:extLst>
                      <a:ext uri="{FF2B5EF4-FFF2-40B4-BE49-F238E27FC236}">
                        <a16:creationId xmlns:a16="http://schemas.microsoft.com/office/drawing/2014/main" id="{4C8B18EE-DDA1-214D-92EE-F3CD597AC9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6" name="Straight Connector 2455">
                      <a:extLst>
                        <a:ext uri="{FF2B5EF4-FFF2-40B4-BE49-F238E27FC236}">
                          <a16:creationId xmlns:a16="http://schemas.microsoft.com/office/drawing/2014/main" id="{95F61286-A02E-0447-A980-38E969506A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7" name="Straight Connector 2456">
                      <a:extLst>
                        <a:ext uri="{FF2B5EF4-FFF2-40B4-BE49-F238E27FC236}">
                          <a16:creationId xmlns:a16="http://schemas.microsoft.com/office/drawing/2014/main" id="{71C305A0-7184-6444-9CA4-B234E0A2E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2" name="Group 549">
                    <a:extLst>
                      <a:ext uri="{FF2B5EF4-FFF2-40B4-BE49-F238E27FC236}">
                        <a16:creationId xmlns:a16="http://schemas.microsoft.com/office/drawing/2014/main" id="{B6F9C950-6D8E-7B44-B2D7-7B1189715D8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4" name="Straight Connector 2453">
                      <a:extLst>
                        <a:ext uri="{FF2B5EF4-FFF2-40B4-BE49-F238E27FC236}">
                          <a16:creationId xmlns:a16="http://schemas.microsoft.com/office/drawing/2014/main" id="{8CD1FF83-F141-1E41-BE1A-286369EA1F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5" name="Straight Connector 2454">
                      <a:extLst>
                        <a:ext uri="{FF2B5EF4-FFF2-40B4-BE49-F238E27FC236}">
                          <a16:creationId xmlns:a16="http://schemas.microsoft.com/office/drawing/2014/main" id="{BF607AE3-6348-9744-81B5-A0430C220B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3" name="Group 550">
                    <a:extLst>
                      <a:ext uri="{FF2B5EF4-FFF2-40B4-BE49-F238E27FC236}">
                        <a16:creationId xmlns:a16="http://schemas.microsoft.com/office/drawing/2014/main" id="{89C7F0EF-869C-CD44-92A7-0769B290E5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2" name="Straight Connector 2451">
                      <a:extLst>
                        <a:ext uri="{FF2B5EF4-FFF2-40B4-BE49-F238E27FC236}">
                          <a16:creationId xmlns:a16="http://schemas.microsoft.com/office/drawing/2014/main" id="{2517E731-63AA-854F-BB24-0E088922C6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3" name="Straight Connector 2452">
                      <a:extLst>
                        <a:ext uri="{FF2B5EF4-FFF2-40B4-BE49-F238E27FC236}">
                          <a16:creationId xmlns:a16="http://schemas.microsoft.com/office/drawing/2014/main" id="{6C1BCB5B-B2A0-1B41-9969-235582B66E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4" name="Group 551">
                    <a:extLst>
                      <a:ext uri="{FF2B5EF4-FFF2-40B4-BE49-F238E27FC236}">
                        <a16:creationId xmlns:a16="http://schemas.microsoft.com/office/drawing/2014/main" id="{D5895C0F-EC16-5A44-BB3F-65B0645C98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0" name="Straight Connector 2449">
                      <a:extLst>
                        <a:ext uri="{FF2B5EF4-FFF2-40B4-BE49-F238E27FC236}">
                          <a16:creationId xmlns:a16="http://schemas.microsoft.com/office/drawing/2014/main" id="{B31E1928-C002-0A48-8690-0AC4856F71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1" name="Straight Connector 2450">
                      <a:extLst>
                        <a:ext uri="{FF2B5EF4-FFF2-40B4-BE49-F238E27FC236}">
                          <a16:creationId xmlns:a16="http://schemas.microsoft.com/office/drawing/2014/main" id="{BAF5FE34-5BE6-EF40-81E2-ED41FD3209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5" name="Group 552">
                    <a:extLst>
                      <a:ext uri="{FF2B5EF4-FFF2-40B4-BE49-F238E27FC236}">
                        <a16:creationId xmlns:a16="http://schemas.microsoft.com/office/drawing/2014/main" id="{C4227255-FE6C-6C47-87DE-92EEB0BDA7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8" name="Straight Connector 2447">
                      <a:extLst>
                        <a:ext uri="{FF2B5EF4-FFF2-40B4-BE49-F238E27FC236}">
                          <a16:creationId xmlns:a16="http://schemas.microsoft.com/office/drawing/2014/main" id="{B7A80E03-B1CA-6F43-879C-5B3B772881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9" name="Straight Connector 2448">
                      <a:extLst>
                        <a:ext uri="{FF2B5EF4-FFF2-40B4-BE49-F238E27FC236}">
                          <a16:creationId xmlns:a16="http://schemas.microsoft.com/office/drawing/2014/main" id="{79631E26-0B9E-9042-AD07-452224A962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6" name="Group 555">
                    <a:extLst>
                      <a:ext uri="{FF2B5EF4-FFF2-40B4-BE49-F238E27FC236}">
                        <a16:creationId xmlns:a16="http://schemas.microsoft.com/office/drawing/2014/main" id="{84E73840-6F50-F643-BA41-9587F1EF6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6" name="Straight Connector 2445">
                      <a:extLst>
                        <a:ext uri="{FF2B5EF4-FFF2-40B4-BE49-F238E27FC236}">
                          <a16:creationId xmlns:a16="http://schemas.microsoft.com/office/drawing/2014/main" id="{558D42FE-501A-8C42-9AAE-CF4184235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7" name="Straight Connector 2446">
                      <a:extLst>
                        <a:ext uri="{FF2B5EF4-FFF2-40B4-BE49-F238E27FC236}">
                          <a16:creationId xmlns:a16="http://schemas.microsoft.com/office/drawing/2014/main" id="{736D2FF3-593F-7945-BC7A-2C01F80E05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7" name="Group 556">
                    <a:extLst>
                      <a:ext uri="{FF2B5EF4-FFF2-40B4-BE49-F238E27FC236}">
                        <a16:creationId xmlns:a16="http://schemas.microsoft.com/office/drawing/2014/main" id="{92A17294-BFAF-9E43-9B21-163F71675E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4" name="Straight Connector 2443">
                      <a:extLst>
                        <a:ext uri="{FF2B5EF4-FFF2-40B4-BE49-F238E27FC236}">
                          <a16:creationId xmlns:a16="http://schemas.microsoft.com/office/drawing/2014/main" id="{B6CD0D62-FBEA-694A-981F-DF1907F14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5" name="Straight Connector 2444">
                      <a:extLst>
                        <a:ext uri="{FF2B5EF4-FFF2-40B4-BE49-F238E27FC236}">
                          <a16:creationId xmlns:a16="http://schemas.microsoft.com/office/drawing/2014/main" id="{1C239A28-E49C-DE4C-9B4B-351CAEC3D4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8" name="Group 557">
                    <a:extLst>
                      <a:ext uri="{FF2B5EF4-FFF2-40B4-BE49-F238E27FC236}">
                        <a16:creationId xmlns:a16="http://schemas.microsoft.com/office/drawing/2014/main" id="{85654060-97CB-C544-A086-E224097DFE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2" name="Straight Connector 2441">
                      <a:extLst>
                        <a:ext uri="{FF2B5EF4-FFF2-40B4-BE49-F238E27FC236}">
                          <a16:creationId xmlns:a16="http://schemas.microsoft.com/office/drawing/2014/main" id="{74FB43A4-2BEF-F34E-983B-37D3A80082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3" name="Straight Connector 2442">
                      <a:extLst>
                        <a:ext uri="{FF2B5EF4-FFF2-40B4-BE49-F238E27FC236}">
                          <a16:creationId xmlns:a16="http://schemas.microsoft.com/office/drawing/2014/main" id="{A5350130-26A3-AA40-B10D-7298AD406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9" name="Group 558">
                    <a:extLst>
                      <a:ext uri="{FF2B5EF4-FFF2-40B4-BE49-F238E27FC236}">
                        <a16:creationId xmlns:a16="http://schemas.microsoft.com/office/drawing/2014/main" id="{B6D9651B-51CC-D046-8694-6F6A35C4BB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0" name="Straight Connector 2439">
                      <a:extLst>
                        <a:ext uri="{FF2B5EF4-FFF2-40B4-BE49-F238E27FC236}">
                          <a16:creationId xmlns:a16="http://schemas.microsoft.com/office/drawing/2014/main" id="{99124930-BC24-CA47-913A-BDE370E46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1" name="Straight Connector 2440">
                      <a:extLst>
                        <a:ext uri="{FF2B5EF4-FFF2-40B4-BE49-F238E27FC236}">
                          <a16:creationId xmlns:a16="http://schemas.microsoft.com/office/drawing/2014/main" id="{8A7E5B2A-72E9-C846-8543-07C902060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02" name="Straight Connector 2401">
                  <a:extLst>
                    <a:ext uri="{FF2B5EF4-FFF2-40B4-BE49-F238E27FC236}">
                      <a16:creationId xmlns:a16="http://schemas.microsoft.com/office/drawing/2014/main" id="{C1240F9B-96CF-7C4F-A7F2-819ED23931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3" name="Straight Connector 2402">
                  <a:extLst>
                    <a:ext uri="{FF2B5EF4-FFF2-40B4-BE49-F238E27FC236}">
                      <a16:creationId xmlns:a16="http://schemas.microsoft.com/office/drawing/2014/main" id="{4A18F4BD-1777-804F-992C-776C93BAB292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4" name="Straight Connector 2403">
                  <a:extLst>
                    <a:ext uri="{FF2B5EF4-FFF2-40B4-BE49-F238E27FC236}">
                      <a16:creationId xmlns:a16="http://schemas.microsoft.com/office/drawing/2014/main" id="{06A32EDA-E721-3941-98B7-B4142EB42F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5" name="Straight Connector 2404">
                  <a:extLst>
                    <a:ext uri="{FF2B5EF4-FFF2-40B4-BE49-F238E27FC236}">
                      <a16:creationId xmlns:a16="http://schemas.microsoft.com/office/drawing/2014/main" id="{03ACC353-63F8-894D-B170-74F551725CA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6" name="Straight Connector 2405">
                  <a:extLst>
                    <a:ext uri="{FF2B5EF4-FFF2-40B4-BE49-F238E27FC236}">
                      <a16:creationId xmlns:a16="http://schemas.microsoft.com/office/drawing/2014/main" id="{59833BA1-A7E8-434B-8097-93478A02BA3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7" name="Straight Connector 2406">
                  <a:extLst>
                    <a:ext uri="{FF2B5EF4-FFF2-40B4-BE49-F238E27FC236}">
                      <a16:creationId xmlns:a16="http://schemas.microsoft.com/office/drawing/2014/main" id="{1D655226-42F7-BC46-A89F-D23124889B78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8" name="Straight Connector 2407">
                  <a:extLst>
                    <a:ext uri="{FF2B5EF4-FFF2-40B4-BE49-F238E27FC236}">
                      <a16:creationId xmlns:a16="http://schemas.microsoft.com/office/drawing/2014/main" id="{D47004B6-2D98-0743-8C10-F3029ABDC37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9" name="Straight Connector 2408">
                  <a:extLst>
                    <a:ext uri="{FF2B5EF4-FFF2-40B4-BE49-F238E27FC236}">
                      <a16:creationId xmlns:a16="http://schemas.microsoft.com/office/drawing/2014/main" id="{90EEA463-011B-854D-8506-1CEBD5ED402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0" name="Straight Connector 2409">
                  <a:extLst>
                    <a:ext uri="{FF2B5EF4-FFF2-40B4-BE49-F238E27FC236}">
                      <a16:creationId xmlns:a16="http://schemas.microsoft.com/office/drawing/2014/main" id="{0FC959F2-E4F7-E84F-AA31-DB541FCB174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1" name="Straight Connector 2410">
                  <a:extLst>
                    <a:ext uri="{FF2B5EF4-FFF2-40B4-BE49-F238E27FC236}">
                      <a16:creationId xmlns:a16="http://schemas.microsoft.com/office/drawing/2014/main" id="{97892E73-B147-4142-A75F-85C65CDFB7F1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2" name="Straight Connector 2411">
                  <a:extLst>
                    <a:ext uri="{FF2B5EF4-FFF2-40B4-BE49-F238E27FC236}">
                      <a16:creationId xmlns:a16="http://schemas.microsoft.com/office/drawing/2014/main" id="{2FEED4FB-B5CB-5D43-A3AD-6673879E676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3" name="Straight Connector 2412">
                  <a:extLst>
                    <a:ext uri="{FF2B5EF4-FFF2-40B4-BE49-F238E27FC236}">
                      <a16:creationId xmlns:a16="http://schemas.microsoft.com/office/drawing/2014/main" id="{DF769B03-FAF8-F64C-B095-E4D2BBDBE59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4" name="Straight Connector 2413">
                  <a:extLst>
                    <a:ext uri="{FF2B5EF4-FFF2-40B4-BE49-F238E27FC236}">
                      <a16:creationId xmlns:a16="http://schemas.microsoft.com/office/drawing/2014/main" id="{8C6B0BF8-922F-0140-8855-8AC1A71D1AA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15" name="Group 2414">
                  <a:extLst>
                    <a:ext uri="{FF2B5EF4-FFF2-40B4-BE49-F238E27FC236}">
                      <a16:creationId xmlns:a16="http://schemas.microsoft.com/office/drawing/2014/main" id="{561A8A72-07AD-F742-BEC3-E3DB6CAFD0B8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16" name="Rectangle 2415">
                    <a:extLst>
                      <a:ext uri="{FF2B5EF4-FFF2-40B4-BE49-F238E27FC236}">
                        <a16:creationId xmlns:a16="http://schemas.microsoft.com/office/drawing/2014/main" id="{7E9A86BA-807C-8C49-AC6A-AE6AD23CC430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7" name="Freeform 2416">
                    <a:extLst>
                      <a:ext uri="{FF2B5EF4-FFF2-40B4-BE49-F238E27FC236}">
                        <a16:creationId xmlns:a16="http://schemas.microsoft.com/office/drawing/2014/main" id="{00463D8A-CD70-5F4A-AE85-39A63F5525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18" name="Group 2417">
                    <a:extLst>
                      <a:ext uri="{FF2B5EF4-FFF2-40B4-BE49-F238E27FC236}">
                        <a16:creationId xmlns:a16="http://schemas.microsoft.com/office/drawing/2014/main" id="{49015639-48B0-D944-860A-E0359692FEC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19" name="Freeform 2418">
                      <a:extLst>
                        <a:ext uri="{FF2B5EF4-FFF2-40B4-BE49-F238E27FC236}">
                          <a16:creationId xmlns:a16="http://schemas.microsoft.com/office/drawing/2014/main" id="{8E716625-6649-444C-9B9C-8DB15721D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0" name="Freeform 2419">
                      <a:extLst>
                        <a:ext uri="{FF2B5EF4-FFF2-40B4-BE49-F238E27FC236}">
                          <a16:creationId xmlns:a16="http://schemas.microsoft.com/office/drawing/2014/main" id="{D35B3318-F39E-B243-8F32-755AA04DC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1" name="Freeform 2420">
                      <a:extLst>
                        <a:ext uri="{FF2B5EF4-FFF2-40B4-BE49-F238E27FC236}">
                          <a16:creationId xmlns:a16="http://schemas.microsoft.com/office/drawing/2014/main" id="{C7B48E5D-225B-8540-95F3-99A27E741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2" name="Freeform 2421">
                      <a:extLst>
                        <a:ext uri="{FF2B5EF4-FFF2-40B4-BE49-F238E27FC236}">
                          <a16:creationId xmlns:a16="http://schemas.microsoft.com/office/drawing/2014/main" id="{281D88B6-A2E7-4A49-B51E-9B01654DC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60" name="Group 2459">
                <a:extLst>
                  <a:ext uri="{FF2B5EF4-FFF2-40B4-BE49-F238E27FC236}">
                    <a16:creationId xmlns:a16="http://schemas.microsoft.com/office/drawing/2014/main" id="{7C944485-CA57-684E-A975-A82A2E6507D8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61" name="Group 506">
                  <a:extLst>
                    <a:ext uri="{FF2B5EF4-FFF2-40B4-BE49-F238E27FC236}">
                      <a16:creationId xmlns:a16="http://schemas.microsoft.com/office/drawing/2014/main" id="{F43BE92D-F383-4F42-919A-27A0935B23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83" name="Rectangle 2482">
                    <a:extLst>
                      <a:ext uri="{FF2B5EF4-FFF2-40B4-BE49-F238E27FC236}">
                        <a16:creationId xmlns:a16="http://schemas.microsoft.com/office/drawing/2014/main" id="{00CC4B5F-B714-1A48-A88B-583E932E158F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4" name="Straight Connector 2483">
                    <a:extLst>
                      <a:ext uri="{FF2B5EF4-FFF2-40B4-BE49-F238E27FC236}">
                        <a16:creationId xmlns:a16="http://schemas.microsoft.com/office/drawing/2014/main" id="{D663E87C-87A2-874C-8D5B-B177DD072C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5" name="Rectangle 2484">
                    <a:extLst>
                      <a:ext uri="{FF2B5EF4-FFF2-40B4-BE49-F238E27FC236}">
                        <a16:creationId xmlns:a16="http://schemas.microsoft.com/office/drawing/2014/main" id="{9D91EF22-2A06-E941-9281-E1D02B942D6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6" name="Straight Connector 2485">
                    <a:extLst>
                      <a:ext uri="{FF2B5EF4-FFF2-40B4-BE49-F238E27FC236}">
                        <a16:creationId xmlns:a16="http://schemas.microsoft.com/office/drawing/2014/main" id="{EC182329-0160-9E48-B38F-162A9FB38D0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7" name="Rectangle 2486">
                    <a:extLst>
                      <a:ext uri="{FF2B5EF4-FFF2-40B4-BE49-F238E27FC236}">
                        <a16:creationId xmlns:a16="http://schemas.microsoft.com/office/drawing/2014/main" id="{5B7A7940-C76C-F14D-8D8C-63C6CF94A8E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88" name="Rectangle 2487">
                    <a:extLst>
                      <a:ext uri="{FF2B5EF4-FFF2-40B4-BE49-F238E27FC236}">
                        <a16:creationId xmlns:a16="http://schemas.microsoft.com/office/drawing/2014/main" id="{EBB2E890-2774-6A4C-A067-79FC66DAF866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9" name="Straight Connector 2488">
                    <a:extLst>
                      <a:ext uri="{FF2B5EF4-FFF2-40B4-BE49-F238E27FC236}">
                        <a16:creationId xmlns:a16="http://schemas.microsoft.com/office/drawing/2014/main" id="{E572EAB9-715B-EC4A-BCDD-1AE65F32CF4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90" name="Group 544">
                    <a:extLst>
                      <a:ext uri="{FF2B5EF4-FFF2-40B4-BE49-F238E27FC236}">
                        <a16:creationId xmlns:a16="http://schemas.microsoft.com/office/drawing/2014/main" id="{0717116A-55A9-FA4C-926E-3FD60582FD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8" name="Straight Connector 2517">
                      <a:extLst>
                        <a:ext uri="{FF2B5EF4-FFF2-40B4-BE49-F238E27FC236}">
                          <a16:creationId xmlns:a16="http://schemas.microsoft.com/office/drawing/2014/main" id="{82AB63F7-A1D0-1049-AD89-CAB8DBF81D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9" name="Straight Connector 2518">
                      <a:extLst>
                        <a:ext uri="{FF2B5EF4-FFF2-40B4-BE49-F238E27FC236}">
                          <a16:creationId xmlns:a16="http://schemas.microsoft.com/office/drawing/2014/main" id="{0462CD84-87E5-AB40-A2FA-1A1213137E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1" name="Group 547">
                    <a:extLst>
                      <a:ext uri="{FF2B5EF4-FFF2-40B4-BE49-F238E27FC236}">
                        <a16:creationId xmlns:a16="http://schemas.microsoft.com/office/drawing/2014/main" id="{990AF7D0-FF30-934F-BEE4-DDDA4C2EE7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6" name="Straight Connector 2515">
                      <a:extLst>
                        <a:ext uri="{FF2B5EF4-FFF2-40B4-BE49-F238E27FC236}">
                          <a16:creationId xmlns:a16="http://schemas.microsoft.com/office/drawing/2014/main" id="{5436A0A0-8430-9840-BF42-851E021F63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7" name="Straight Connector 2516">
                      <a:extLst>
                        <a:ext uri="{FF2B5EF4-FFF2-40B4-BE49-F238E27FC236}">
                          <a16:creationId xmlns:a16="http://schemas.microsoft.com/office/drawing/2014/main" id="{28908E59-2022-A24E-BF11-CAD62969CA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2" name="Group 549">
                    <a:extLst>
                      <a:ext uri="{FF2B5EF4-FFF2-40B4-BE49-F238E27FC236}">
                        <a16:creationId xmlns:a16="http://schemas.microsoft.com/office/drawing/2014/main" id="{734FE8B8-A243-964B-A92A-CE7E3FBFE8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4" name="Straight Connector 2513">
                      <a:extLst>
                        <a:ext uri="{FF2B5EF4-FFF2-40B4-BE49-F238E27FC236}">
                          <a16:creationId xmlns:a16="http://schemas.microsoft.com/office/drawing/2014/main" id="{32A621BF-2AD4-2A47-9010-303A71430E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5" name="Straight Connector 2514">
                      <a:extLst>
                        <a:ext uri="{FF2B5EF4-FFF2-40B4-BE49-F238E27FC236}">
                          <a16:creationId xmlns:a16="http://schemas.microsoft.com/office/drawing/2014/main" id="{B59FCCA6-402F-8C4A-9631-2EB01BBB15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3" name="Group 550">
                    <a:extLst>
                      <a:ext uri="{FF2B5EF4-FFF2-40B4-BE49-F238E27FC236}">
                        <a16:creationId xmlns:a16="http://schemas.microsoft.com/office/drawing/2014/main" id="{318C9151-2BC7-684F-88D3-7BC00948C6F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2" name="Straight Connector 2511">
                      <a:extLst>
                        <a:ext uri="{FF2B5EF4-FFF2-40B4-BE49-F238E27FC236}">
                          <a16:creationId xmlns:a16="http://schemas.microsoft.com/office/drawing/2014/main" id="{74F3F804-8CB7-4946-8072-E293785E0C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3" name="Straight Connector 2512">
                      <a:extLst>
                        <a:ext uri="{FF2B5EF4-FFF2-40B4-BE49-F238E27FC236}">
                          <a16:creationId xmlns:a16="http://schemas.microsoft.com/office/drawing/2014/main" id="{9F2640A3-DBFC-404A-B232-C6D4F789DD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4" name="Group 551">
                    <a:extLst>
                      <a:ext uri="{FF2B5EF4-FFF2-40B4-BE49-F238E27FC236}">
                        <a16:creationId xmlns:a16="http://schemas.microsoft.com/office/drawing/2014/main" id="{BD30133F-02F5-C24B-B771-F48C56EE3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0" name="Straight Connector 2509">
                      <a:extLst>
                        <a:ext uri="{FF2B5EF4-FFF2-40B4-BE49-F238E27FC236}">
                          <a16:creationId xmlns:a16="http://schemas.microsoft.com/office/drawing/2014/main" id="{07076F6D-CC76-6F47-85DF-9BE1DA2DB4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1" name="Straight Connector 2510">
                      <a:extLst>
                        <a:ext uri="{FF2B5EF4-FFF2-40B4-BE49-F238E27FC236}">
                          <a16:creationId xmlns:a16="http://schemas.microsoft.com/office/drawing/2014/main" id="{905EE9A8-6E39-184E-B1D5-C75872A34C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5" name="Group 552">
                    <a:extLst>
                      <a:ext uri="{FF2B5EF4-FFF2-40B4-BE49-F238E27FC236}">
                        <a16:creationId xmlns:a16="http://schemas.microsoft.com/office/drawing/2014/main" id="{8598A6A3-8F6A-4642-AAC2-84D94A955F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8" name="Straight Connector 2507">
                      <a:extLst>
                        <a:ext uri="{FF2B5EF4-FFF2-40B4-BE49-F238E27FC236}">
                          <a16:creationId xmlns:a16="http://schemas.microsoft.com/office/drawing/2014/main" id="{8C0030C4-666A-0543-949A-68FA918A9A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9" name="Straight Connector 2508">
                      <a:extLst>
                        <a:ext uri="{FF2B5EF4-FFF2-40B4-BE49-F238E27FC236}">
                          <a16:creationId xmlns:a16="http://schemas.microsoft.com/office/drawing/2014/main" id="{F6A335CA-4381-ED48-BAA1-FBAA922B98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6" name="Group 555">
                    <a:extLst>
                      <a:ext uri="{FF2B5EF4-FFF2-40B4-BE49-F238E27FC236}">
                        <a16:creationId xmlns:a16="http://schemas.microsoft.com/office/drawing/2014/main" id="{92C61D97-09BA-C248-A9D0-5152AB147B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6" name="Straight Connector 2505">
                      <a:extLst>
                        <a:ext uri="{FF2B5EF4-FFF2-40B4-BE49-F238E27FC236}">
                          <a16:creationId xmlns:a16="http://schemas.microsoft.com/office/drawing/2014/main" id="{FE0B3530-0C8B-6B4A-8E8A-B1709C7293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7" name="Straight Connector 2506">
                      <a:extLst>
                        <a:ext uri="{FF2B5EF4-FFF2-40B4-BE49-F238E27FC236}">
                          <a16:creationId xmlns:a16="http://schemas.microsoft.com/office/drawing/2014/main" id="{FA5772E5-9D32-9947-8431-D43D4E5AFE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7" name="Group 556">
                    <a:extLst>
                      <a:ext uri="{FF2B5EF4-FFF2-40B4-BE49-F238E27FC236}">
                        <a16:creationId xmlns:a16="http://schemas.microsoft.com/office/drawing/2014/main" id="{584111FF-264F-B04A-ACE4-D37AD20655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4" name="Straight Connector 2503">
                      <a:extLst>
                        <a:ext uri="{FF2B5EF4-FFF2-40B4-BE49-F238E27FC236}">
                          <a16:creationId xmlns:a16="http://schemas.microsoft.com/office/drawing/2014/main" id="{B04E112D-D7D8-9549-8056-2449DEA7D4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5" name="Straight Connector 2504">
                      <a:extLst>
                        <a:ext uri="{FF2B5EF4-FFF2-40B4-BE49-F238E27FC236}">
                          <a16:creationId xmlns:a16="http://schemas.microsoft.com/office/drawing/2014/main" id="{C5EAE0B9-3DB3-AB4A-A346-90AF65A1A0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8" name="Group 557">
                    <a:extLst>
                      <a:ext uri="{FF2B5EF4-FFF2-40B4-BE49-F238E27FC236}">
                        <a16:creationId xmlns:a16="http://schemas.microsoft.com/office/drawing/2014/main" id="{F3E5B694-C59A-4D4F-B95D-CEEFC033C7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2" name="Straight Connector 2501">
                      <a:extLst>
                        <a:ext uri="{FF2B5EF4-FFF2-40B4-BE49-F238E27FC236}">
                          <a16:creationId xmlns:a16="http://schemas.microsoft.com/office/drawing/2014/main" id="{537C267D-9565-0243-BDF1-2CB0E15719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3" name="Straight Connector 2502">
                      <a:extLst>
                        <a:ext uri="{FF2B5EF4-FFF2-40B4-BE49-F238E27FC236}">
                          <a16:creationId xmlns:a16="http://schemas.microsoft.com/office/drawing/2014/main" id="{6C3C4521-7518-F842-8BCE-86C41BE4F4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9" name="Group 558">
                    <a:extLst>
                      <a:ext uri="{FF2B5EF4-FFF2-40B4-BE49-F238E27FC236}">
                        <a16:creationId xmlns:a16="http://schemas.microsoft.com/office/drawing/2014/main" id="{8C1B3AC2-28A8-1349-877D-824DF5A792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0" name="Straight Connector 2499">
                      <a:extLst>
                        <a:ext uri="{FF2B5EF4-FFF2-40B4-BE49-F238E27FC236}">
                          <a16:creationId xmlns:a16="http://schemas.microsoft.com/office/drawing/2014/main" id="{D3CEC8A4-903D-2544-9E54-029C2983C3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1" name="Straight Connector 2500">
                      <a:extLst>
                        <a:ext uri="{FF2B5EF4-FFF2-40B4-BE49-F238E27FC236}">
                          <a16:creationId xmlns:a16="http://schemas.microsoft.com/office/drawing/2014/main" id="{71450232-E6A2-F640-B0AA-2AC2C113A6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62" name="Straight Connector 2461">
                  <a:extLst>
                    <a:ext uri="{FF2B5EF4-FFF2-40B4-BE49-F238E27FC236}">
                      <a16:creationId xmlns:a16="http://schemas.microsoft.com/office/drawing/2014/main" id="{D179719B-AC24-1042-A7BC-2F62A8C0917D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3" name="Straight Connector 2462">
                  <a:extLst>
                    <a:ext uri="{FF2B5EF4-FFF2-40B4-BE49-F238E27FC236}">
                      <a16:creationId xmlns:a16="http://schemas.microsoft.com/office/drawing/2014/main" id="{07A304A3-7458-3D44-A410-CB89DFE50C4F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4" name="Straight Connector 2463">
                  <a:extLst>
                    <a:ext uri="{FF2B5EF4-FFF2-40B4-BE49-F238E27FC236}">
                      <a16:creationId xmlns:a16="http://schemas.microsoft.com/office/drawing/2014/main" id="{B43B3920-7FF3-EC4B-8F0B-3909F135EC2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5" name="Straight Connector 2464">
                  <a:extLst>
                    <a:ext uri="{FF2B5EF4-FFF2-40B4-BE49-F238E27FC236}">
                      <a16:creationId xmlns:a16="http://schemas.microsoft.com/office/drawing/2014/main" id="{93698D03-C5B7-6B40-A461-3FF30AD193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6" name="Straight Connector 2465">
                  <a:extLst>
                    <a:ext uri="{FF2B5EF4-FFF2-40B4-BE49-F238E27FC236}">
                      <a16:creationId xmlns:a16="http://schemas.microsoft.com/office/drawing/2014/main" id="{0EC56F5D-6586-C94C-8B57-A37711111664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7" name="Straight Connector 2466">
                  <a:extLst>
                    <a:ext uri="{FF2B5EF4-FFF2-40B4-BE49-F238E27FC236}">
                      <a16:creationId xmlns:a16="http://schemas.microsoft.com/office/drawing/2014/main" id="{F4A9212C-A088-D345-81F3-02DA88CA4F7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8" name="Straight Connector 2467">
                  <a:extLst>
                    <a:ext uri="{FF2B5EF4-FFF2-40B4-BE49-F238E27FC236}">
                      <a16:creationId xmlns:a16="http://schemas.microsoft.com/office/drawing/2014/main" id="{D9523183-B47A-0D41-B85D-322D2FDC3F8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9" name="Straight Connector 2468">
                  <a:extLst>
                    <a:ext uri="{FF2B5EF4-FFF2-40B4-BE49-F238E27FC236}">
                      <a16:creationId xmlns:a16="http://schemas.microsoft.com/office/drawing/2014/main" id="{145AFE8B-B317-8949-A55E-398936C969E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0" name="Straight Connector 2469">
                  <a:extLst>
                    <a:ext uri="{FF2B5EF4-FFF2-40B4-BE49-F238E27FC236}">
                      <a16:creationId xmlns:a16="http://schemas.microsoft.com/office/drawing/2014/main" id="{9D89C991-B87F-8F47-AF81-3955ED8ED427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1" name="Straight Connector 2470">
                  <a:extLst>
                    <a:ext uri="{FF2B5EF4-FFF2-40B4-BE49-F238E27FC236}">
                      <a16:creationId xmlns:a16="http://schemas.microsoft.com/office/drawing/2014/main" id="{75E27900-8B64-0543-A879-4E1B623C2A9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2" name="Straight Connector 2471">
                  <a:extLst>
                    <a:ext uri="{FF2B5EF4-FFF2-40B4-BE49-F238E27FC236}">
                      <a16:creationId xmlns:a16="http://schemas.microsoft.com/office/drawing/2014/main" id="{BA47EB1D-3872-A54C-B9B9-363EBF7E955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3" name="Straight Connector 2472">
                  <a:extLst>
                    <a:ext uri="{FF2B5EF4-FFF2-40B4-BE49-F238E27FC236}">
                      <a16:creationId xmlns:a16="http://schemas.microsoft.com/office/drawing/2014/main" id="{C2EEA1DD-9DE3-F14C-83CB-6EA373E91CF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4" name="Straight Connector 2473">
                  <a:extLst>
                    <a:ext uri="{FF2B5EF4-FFF2-40B4-BE49-F238E27FC236}">
                      <a16:creationId xmlns:a16="http://schemas.microsoft.com/office/drawing/2014/main" id="{95F2F40D-C118-5644-B4AD-8E0D4F9E9EC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75" name="Group 2474">
                  <a:extLst>
                    <a:ext uri="{FF2B5EF4-FFF2-40B4-BE49-F238E27FC236}">
                      <a16:creationId xmlns:a16="http://schemas.microsoft.com/office/drawing/2014/main" id="{D9727411-2F84-7A4F-910D-D0693C3D794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76" name="Rectangle 2475">
                    <a:extLst>
                      <a:ext uri="{FF2B5EF4-FFF2-40B4-BE49-F238E27FC236}">
                        <a16:creationId xmlns:a16="http://schemas.microsoft.com/office/drawing/2014/main" id="{84A652B7-A1D5-0040-A38E-35107285EA6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7" name="Freeform 2476">
                    <a:extLst>
                      <a:ext uri="{FF2B5EF4-FFF2-40B4-BE49-F238E27FC236}">
                        <a16:creationId xmlns:a16="http://schemas.microsoft.com/office/drawing/2014/main" id="{3550A56E-BFC7-3B49-AE1A-E0214A98A8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78" name="Group 2477">
                    <a:extLst>
                      <a:ext uri="{FF2B5EF4-FFF2-40B4-BE49-F238E27FC236}">
                        <a16:creationId xmlns:a16="http://schemas.microsoft.com/office/drawing/2014/main" id="{7F89E1EB-4EFC-554D-8786-5044627985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79" name="Freeform 2478">
                      <a:extLst>
                        <a:ext uri="{FF2B5EF4-FFF2-40B4-BE49-F238E27FC236}">
                          <a16:creationId xmlns:a16="http://schemas.microsoft.com/office/drawing/2014/main" id="{4F53807E-5CBC-2748-AE36-2DD05013C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0" name="Freeform 2479">
                      <a:extLst>
                        <a:ext uri="{FF2B5EF4-FFF2-40B4-BE49-F238E27FC236}">
                          <a16:creationId xmlns:a16="http://schemas.microsoft.com/office/drawing/2014/main" id="{B2D5FAC8-FC88-F54C-BDD3-DBBA441BA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1" name="Freeform 2480">
                      <a:extLst>
                        <a:ext uri="{FF2B5EF4-FFF2-40B4-BE49-F238E27FC236}">
                          <a16:creationId xmlns:a16="http://schemas.microsoft.com/office/drawing/2014/main" id="{65D4A208-EEE1-614C-8155-5AF747A70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2" name="Freeform 2481">
                      <a:extLst>
                        <a:ext uri="{FF2B5EF4-FFF2-40B4-BE49-F238E27FC236}">
                          <a16:creationId xmlns:a16="http://schemas.microsoft.com/office/drawing/2014/main" id="{E02323BC-07F6-0E43-AAD0-7D5FC9667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20" name="TextBox 2519">
                <a:extLst>
                  <a:ext uri="{FF2B5EF4-FFF2-40B4-BE49-F238E27FC236}">
                    <a16:creationId xmlns:a16="http://schemas.microsoft.com/office/drawing/2014/main" id="{4E776991-C8D1-FE47-8CEB-7958DC82D180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21" name="TextBox 2520">
                <a:extLst>
                  <a:ext uri="{FF2B5EF4-FFF2-40B4-BE49-F238E27FC236}">
                    <a16:creationId xmlns:a16="http://schemas.microsoft.com/office/drawing/2014/main" id="{5B2F7EF0-1AE4-384B-84E4-C2AB9242B41D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523" name="Group 2522">
              <a:extLst>
                <a:ext uri="{FF2B5EF4-FFF2-40B4-BE49-F238E27FC236}">
                  <a16:creationId xmlns:a16="http://schemas.microsoft.com/office/drawing/2014/main" id="{4C187293-B31F-DD4B-B02E-AA7502D95F77}"/>
                </a:ext>
              </a:extLst>
            </p:cNvPr>
            <p:cNvGrpSpPr/>
            <p:nvPr/>
          </p:nvGrpSpPr>
          <p:grpSpPr>
            <a:xfrm>
              <a:off x="2237643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524" name="Straight Connector 2523">
                <a:extLst>
                  <a:ext uri="{FF2B5EF4-FFF2-40B4-BE49-F238E27FC236}">
                    <a16:creationId xmlns:a16="http://schemas.microsoft.com/office/drawing/2014/main" id="{1ED8AC55-11BB-6447-A59F-9BC3CE17F5A0}"/>
                  </a:ext>
                </a:extLst>
              </p:cNvPr>
              <p:cNvCxnSpPr>
                <a:cxnSpLocks/>
                <a:endCxn id="2729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5" name="Straight Connector 2524">
                <a:extLst>
                  <a:ext uri="{FF2B5EF4-FFF2-40B4-BE49-F238E27FC236}">
                    <a16:creationId xmlns:a16="http://schemas.microsoft.com/office/drawing/2014/main" id="{D74FF846-8950-454D-8D28-14B37F33CF78}"/>
                  </a:ext>
                </a:extLst>
              </p:cNvPr>
              <p:cNvCxnSpPr>
                <a:cxnSpLocks/>
                <a:endCxn id="2673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6" name="Straight Connector 2525">
                <a:extLst>
                  <a:ext uri="{FF2B5EF4-FFF2-40B4-BE49-F238E27FC236}">
                    <a16:creationId xmlns:a16="http://schemas.microsoft.com/office/drawing/2014/main" id="{8BB6C9F9-7F62-5D4C-8BC3-AB831BBA6FA5}"/>
                  </a:ext>
                </a:extLst>
              </p:cNvPr>
              <p:cNvCxnSpPr>
                <a:cxnSpLocks/>
                <a:endCxn id="2552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7" name="Group 2526">
                <a:extLst>
                  <a:ext uri="{FF2B5EF4-FFF2-40B4-BE49-F238E27FC236}">
                    <a16:creationId xmlns:a16="http://schemas.microsoft.com/office/drawing/2014/main" id="{9DA69560-9C09-1344-9ECD-FAAC35D0E4CF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11" name="Group 506">
                  <a:extLst>
                    <a:ext uri="{FF2B5EF4-FFF2-40B4-BE49-F238E27FC236}">
                      <a16:creationId xmlns:a16="http://schemas.microsoft.com/office/drawing/2014/main" id="{3DE293AB-354C-3D4E-AF77-A8BC6A866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733" name="Rectangle 2732">
                    <a:extLst>
                      <a:ext uri="{FF2B5EF4-FFF2-40B4-BE49-F238E27FC236}">
                        <a16:creationId xmlns:a16="http://schemas.microsoft.com/office/drawing/2014/main" id="{F41FBD55-6F85-C940-BF5A-15855458F0D6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4" name="Straight Connector 2733">
                    <a:extLst>
                      <a:ext uri="{FF2B5EF4-FFF2-40B4-BE49-F238E27FC236}">
                        <a16:creationId xmlns:a16="http://schemas.microsoft.com/office/drawing/2014/main" id="{DAE2A8F7-1A4E-4F4A-B732-707B343FEDD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5" name="Rectangle 2734">
                    <a:extLst>
                      <a:ext uri="{FF2B5EF4-FFF2-40B4-BE49-F238E27FC236}">
                        <a16:creationId xmlns:a16="http://schemas.microsoft.com/office/drawing/2014/main" id="{00602BD5-B264-2845-BE82-5316F863DAC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6" name="Straight Connector 2735">
                    <a:extLst>
                      <a:ext uri="{FF2B5EF4-FFF2-40B4-BE49-F238E27FC236}">
                        <a16:creationId xmlns:a16="http://schemas.microsoft.com/office/drawing/2014/main" id="{4E0BCD8F-9A06-0140-BC9B-B3E3303991E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7" name="Rectangle 2736">
                    <a:extLst>
                      <a:ext uri="{FF2B5EF4-FFF2-40B4-BE49-F238E27FC236}">
                        <a16:creationId xmlns:a16="http://schemas.microsoft.com/office/drawing/2014/main" id="{D712E0F5-0513-BB45-8E9B-B81FA1BC20F0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738" name="Rectangle 2737">
                    <a:extLst>
                      <a:ext uri="{FF2B5EF4-FFF2-40B4-BE49-F238E27FC236}">
                        <a16:creationId xmlns:a16="http://schemas.microsoft.com/office/drawing/2014/main" id="{BF3F1C10-303E-6A4A-8B78-0F63CBAF022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9" name="Straight Connector 2738">
                    <a:extLst>
                      <a:ext uri="{FF2B5EF4-FFF2-40B4-BE49-F238E27FC236}">
                        <a16:creationId xmlns:a16="http://schemas.microsoft.com/office/drawing/2014/main" id="{FDF6D16F-9E34-9D4D-93B8-F8884A66A98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740" name="Group 544">
                    <a:extLst>
                      <a:ext uri="{FF2B5EF4-FFF2-40B4-BE49-F238E27FC236}">
                        <a16:creationId xmlns:a16="http://schemas.microsoft.com/office/drawing/2014/main" id="{D5C30A36-4DAB-3A4D-A833-1018AC21A4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8" name="Straight Connector 2767">
                      <a:extLst>
                        <a:ext uri="{FF2B5EF4-FFF2-40B4-BE49-F238E27FC236}">
                          <a16:creationId xmlns:a16="http://schemas.microsoft.com/office/drawing/2014/main" id="{E27F92D6-260D-2E45-9499-FD8B2C615E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9" name="Straight Connector 2768">
                      <a:extLst>
                        <a:ext uri="{FF2B5EF4-FFF2-40B4-BE49-F238E27FC236}">
                          <a16:creationId xmlns:a16="http://schemas.microsoft.com/office/drawing/2014/main" id="{93F6D570-E065-F14B-830D-EB1C2FFAF7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1" name="Group 547">
                    <a:extLst>
                      <a:ext uri="{FF2B5EF4-FFF2-40B4-BE49-F238E27FC236}">
                        <a16:creationId xmlns:a16="http://schemas.microsoft.com/office/drawing/2014/main" id="{F4B055DF-F63D-294E-8484-5941996AFF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6" name="Straight Connector 2765">
                      <a:extLst>
                        <a:ext uri="{FF2B5EF4-FFF2-40B4-BE49-F238E27FC236}">
                          <a16:creationId xmlns:a16="http://schemas.microsoft.com/office/drawing/2014/main" id="{8B34D140-14F4-4248-A489-1BF7CABF05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7" name="Straight Connector 2766">
                      <a:extLst>
                        <a:ext uri="{FF2B5EF4-FFF2-40B4-BE49-F238E27FC236}">
                          <a16:creationId xmlns:a16="http://schemas.microsoft.com/office/drawing/2014/main" id="{155D9386-0789-A142-8372-62CF9BB2A6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2" name="Group 549">
                    <a:extLst>
                      <a:ext uri="{FF2B5EF4-FFF2-40B4-BE49-F238E27FC236}">
                        <a16:creationId xmlns:a16="http://schemas.microsoft.com/office/drawing/2014/main" id="{D50E89CA-CD70-FA46-B0A8-1650F156619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4" name="Straight Connector 2763">
                      <a:extLst>
                        <a:ext uri="{FF2B5EF4-FFF2-40B4-BE49-F238E27FC236}">
                          <a16:creationId xmlns:a16="http://schemas.microsoft.com/office/drawing/2014/main" id="{6E0DDC7A-684C-6F49-BC27-2648B888EA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5" name="Straight Connector 2764">
                      <a:extLst>
                        <a:ext uri="{FF2B5EF4-FFF2-40B4-BE49-F238E27FC236}">
                          <a16:creationId xmlns:a16="http://schemas.microsoft.com/office/drawing/2014/main" id="{F3450A3B-24B5-E14F-9595-411773CF5D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3" name="Group 550">
                    <a:extLst>
                      <a:ext uri="{FF2B5EF4-FFF2-40B4-BE49-F238E27FC236}">
                        <a16:creationId xmlns:a16="http://schemas.microsoft.com/office/drawing/2014/main" id="{B24B2555-6135-6149-81C8-6AEE217475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2" name="Straight Connector 2761">
                      <a:extLst>
                        <a:ext uri="{FF2B5EF4-FFF2-40B4-BE49-F238E27FC236}">
                          <a16:creationId xmlns:a16="http://schemas.microsoft.com/office/drawing/2014/main" id="{8B211ACE-8C74-3648-8DE8-3E296E0AD9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3" name="Straight Connector 2762">
                      <a:extLst>
                        <a:ext uri="{FF2B5EF4-FFF2-40B4-BE49-F238E27FC236}">
                          <a16:creationId xmlns:a16="http://schemas.microsoft.com/office/drawing/2014/main" id="{7D11B897-CDCF-654D-AC91-1CA3BD9F2F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4" name="Group 551">
                    <a:extLst>
                      <a:ext uri="{FF2B5EF4-FFF2-40B4-BE49-F238E27FC236}">
                        <a16:creationId xmlns:a16="http://schemas.microsoft.com/office/drawing/2014/main" id="{D901633A-5E23-FB46-A17D-B9FFA5D926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0" name="Straight Connector 2759">
                      <a:extLst>
                        <a:ext uri="{FF2B5EF4-FFF2-40B4-BE49-F238E27FC236}">
                          <a16:creationId xmlns:a16="http://schemas.microsoft.com/office/drawing/2014/main" id="{8E9720F0-255B-A446-B560-E69EC959AC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1" name="Straight Connector 2760">
                      <a:extLst>
                        <a:ext uri="{FF2B5EF4-FFF2-40B4-BE49-F238E27FC236}">
                          <a16:creationId xmlns:a16="http://schemas.microsoft.com/office/drawing/2014/main" id="{30116532-BF22-9148-8E8E-3FCC90F476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5" name="Group 552">
                    <a:extLst>
                      <a:ext uri="{FF2B5EF4-FFF2-40B4-BE49-F238E27FC236}">
                        <a16:creationId xmlns:a16="http://schemas.microsoft.com/office/drawing/2014/main" id="{BFA72039-BE3C-2E42-A7E7-E356F04251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8" name="Straight Connector 2757">
                      <a:extLst>
                        <a:ext uri="{FF2B5EF4-FFF2-40B4-BE49-F238E27FC236}">
                          <a16:creationId xmlns:a16="http://schemas.microsoft.com/office/drawing/2014/main" id="{8CF71F82-8C1C-8843-9F28-6116B2FE0D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9" name="Straight Connector 2758">
                      <a:extLst>
                        <a:ext uri="{FF2B5EF4-FFF2-40B4-BE49-F238E27FC236}">
                          <a16:creationId xmlns:a16="http://schemas.microsoft.com/office/drawing/2014/main" id="{F6DCCB7B-F5F9-A04C-AFC4-BD71D28E4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6" name="Group 555">
                    <a:extLst>
                      <a:ext uri="{FF2B5EF4-FFF2-40B4-BE49-F238E27FC236}">
                        <a16:creationId xmlns:a16="http://schemas.microsoft.com/office/drawing/2014/main" id="{6A530D90-27E0-CD40-9BA6-0373C29004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6" name="Straight Connector 2755">
                      <a:extLst>
                        <a:ext uri="{FF2B5EF4-FFF2-40B4-BE49-F238E27FC236}">
                          <a16:creationId xmlns:a16="http://schemas.microsoft.com/office/drawing/2014/main" id="{E71D6C84-9983-D740-970A-2911C2816D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7" name="Straight Connector 2756">
                      <a:extLst>
                        <a:ext uri="{FF2B5EF4-FFF2-40B4-BE49-F238E27FC236}">
                          <a16:creationId xmlns:a16="http://schemas.microsoft.com/office/drawing/2014/main" id="{0FC87A53-51D1-2947-931D-D178AF08E4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7" name="Group 556">
                    <a:extLst>
                      <a:ext uri="{FF2B5EF4-FFF2-40B4-BE49-F238E27FC236}">
                        <a16:creationId xmlns:a16="http://schemas.microsoft.com/office/drawing/2014/main" id="{D9EC563E-C6AF-2346-A464-2F7D9C7C4A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4" name="Straight Connector 2753">
                      <a:extLst>
                        <a:ext uri="{FF2B5EF4-FFF2-40B4-BE49-F238E27FC236}">
                          <a16:creationId xmlns:a16="http://schemas.microsoft.com/office/drawing/2014/main" id="{C041B78A-B9A2-3C48-A080-06A66FE86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5" name="Straight Connector 2754">
                      <a:extLst>
                        <a:ext uri="{FF2B5EF4-FFF2-40B4-BE49-F238E27FC236}">
                          <a16:creationId xmlns:a16="http://schemas.microsoft.com/office/drawing/2014/main" id="{EC3F30A6-DC74-FB43-A7BC-1FF35E8CD6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8" name="Group 557">
                    <a:extLst>
                      <a:ext uri="{FF2B5EF4-FFF2-40B4-BE49-F238E27FC236}">
                        <a16:creationId xmlns:a16="http://schemas.microsoft.com/office/drawing/2014/main" id="{4D7460FE-63B5-D546-8F1C-0C440BE7FFC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2" name="Straight Connector 2751">
                      <a:extLst>
                        <a:ext uri="{FF2B5EF4-FFF2-40B4-BE49-F238E27FC236}">
                          <a16:creationId xmlns:a16="http://schemas.microsoft.com/office/drawing/2014/main" id="{BA826C7B-B44F-7145-928F-69F420AD5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3" name="Straight Connector 2752">
                      <a:extLst>
                        <a:ext uri="{FF2B5EF4-FFF2-40B4-BE49-F238E27FC236}">
                          <a16:creationId xmlns:a16="http://schemas.microsoft.com/office/drawing/2014/main" id="{1ACD8343-22C8-1C48-A31D-CB4C891A0A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9" name="Group 558">
                    <a:extLst>
                      <a:ext uri="{FF2B5EF4-FFF2-40B4-BE49-F238E27FC236}">
                        <a16:creationId xmlns:a16="http://schemas.microsoft.com/office/drawing/2014/main" id="{059217EA-0752-2349-9F7B-68A9B02C6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0" name="Straight Connector 2749">
                      <a:extLst>
                        <a:ext uri="{FF2B5EF4-FFF2-40B4-BE49-F238E27FC236}">
                          <a16:creationId xmlns:a16="http://schemas.microsoft.com/office/drawing/2014/main" id="{D3712AF7-4AEA-D342-B736-DB20BE3BD8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1" name="Straight Connector 2750">
                      <a:extLst>
                        <a:ext uri="{FF2B5EF4-FFF2-40B4-BE49-F238E27FC236}">
                          <a16:creationId xmlns:a16="http://schemas.microsoft.com/office/drawing/2014/main" id="{08D5FBCE-B9F5-E941-9CBF-8961016B5C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12" name="Straight Connector 2711">
                  <a:extLst>
                    <a:ext uri="{FF2B5EF4-FFF2-40B4-BE49-F238E27FC236}">
                      <a16:creationId xmlns:a16="http://schemas.microsoft.com/office/drawing/2014/main" id="{92855798-1D4C-9349-8D0B-A6B6BB63187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3" name="Straight Connector 2712">
                  <a:extLst>
                    <a:ext uri="{FF2B5EF4-FFF2-40B4-BE49-F238E27FC236}">
                      <a16:creationId xmlns:a16="http://schemas.microsoft.com/office/drawing/2014/main" id="{16F6F2D2-CF35-4947-AB35-4E484FED3307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4" name="Straight Connector 2713">
                  <a:extLst>
                    <a:ext uri="{FF2B5EF4-FFF2-40B4-BE49-F238E27FC236}">
                      <a16:creationId xmlns:a16="http://schemas.microsoft.com/office/drawing/2014/main" id="{C038B5EE-CAAA-5042-A0A9-250469EFEAB9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5" name="Straight Connector 2714">
                  <a:extLst>
                    <a:ext uri="{FF2B5EF4-FFF2-40B4-BE49-F238E27FC236}">
                      <a16:creationId xmlns:a16="http://schemas.microsoft.com/office/drawing/2014/main" id="{1A8B2F4A-59E8-8E4D-AF16-E30588C169E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6" name="Straight Connector 2715">
                  <a:extLst>
                    <a:ext uri="{FF2B5EF4-FFF2-40B4-BE49-F238E27FC236}">
                      <a16:creationId xmlns:a16="http://schemas.microsoft.com/office/drawing/2014/main" id="{89C9CD5E-A8D9-8646-8D8A-33C8E6348B7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7" name="Straight Connector 2716">
                  <a:extLst>
                    <a:ext uri="{FF2B5EF4-FFF2-40B4-BE49-F238E27FC236}">
                      <a16:creationId xmlns:a16="http://schemas.microsoft.com/office/drawing/2014/main" id="{2380D10B-02D7-7D4D-858E-7B9E0F25EA4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8" name="Straight Connector 2717">
                  <a:extLst>
                    <a:ext uri="{FF2B5EF4-FFF2-40B4-BE49-F238E27FC236}">
                      <a16:creationId xmlns:a16="http://schemas.microsoft.com/office/drawing/2014/main" id="{E4D4FEF4-0BC3-DA4D-B1B2-68728DF20B49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9" name="Straight Connector 2718">
                  <a:extLst>
                    <a:ext uri="{FF2B5EF4-FFF2-40B4-BE49-F238E27FC236}">
                      <a16:creationId xmlns:a16="http://schemas.microsoft.com/office/drawing/2014/main" id="{F6E061C3-ABF4-144A-848C-5BEF31ADECF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0" name="Straight Connector 2719">
                  <a:extLst>
                    <a:ext uri="{FF2B5EF4-FFF2-40B4-BE49-F238E27FC236}">
                      <a16:creationId xmlns:a16="http://schemas.microsoft.com/office/drawing/2014/main" id="{B9405782-3E20-3B45-B0D6-9589D7CF19A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1" name="Straight Connector 2720">
                  <a:extLst>
                    <a:ext uri="{FF2B5EF4-FFF2-40B4-BE49-F238E27FC236}">
                      <a16:creationId xmlns:a16="http://schemas.microsoft.com/office/drawing/2014/main" id="{915303A3-B5C1-2348-8424-C6383598B92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2" name="Straight Connector 2721">
                  <a:extLst>
                    <a:ext uri="{FF2B5EF4-FFF2-40B4-BE49-F238E27FC236}">
                      <a16:creationId xmlns:a16="http://schemas.microsoft.com/office/drawing/2014/main" id="{102738D2-18A6-AA40-B466-CA08495E568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3" name="Straight Connector 2722">
                  <a:extLst>
                    <a:ext uri="{FF2B5EF4-FFF2-40B4-BE49-F238E27FC236}">
                      <a16:creationId xmlns:a16="http://schemas.microsoft.com/office/drawing/2014/main" id="{F22F42B5-4E9C-5248-A274-FEB9C75B6F5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4" name="Straight Connector 2723">
                  <a:extLst>
                    <a:ext uri="{FF2B5EF4-FFF2-40B4-BE49-F238E27FC236}">
                      <a16:creationId xmlns:a16="http://schemas.microsoft.com/office/drawing/2014/main" id="{FD887A2F-12F9-8644-B716-BD003AA9A24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25" name="Group 2724">
                  <a:extLst>
                    <a:ext uri="{FF2B5EF4-FFF2-40B4-BE49-F238E27FC236}">
                      <a16:creationId xmlns:a16="http://schemas.microsoft.com/office/drawing/2014/main" id="{8C1E25E6-6E1F-FF4E-A660-BFCB7345C0B3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26" name="Rectangle 2725">
                    <a:extLst>
                      <a:ext uri="{FF2B5EF4-FFF2-40B4-BE49-F238E27FC236}">
                        <a16:creationId xmlns:a16="http://schemas.microsoft.com/office/drawing/2014/main" id="{56B3F659-21EF-0049-84CB-E92BC0D0E74E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7" name="Freeform 2726">
                    <a:extLst>
                      <a:ext uri="{FF2B5EF4-FFF2-40B4-BE49-F238E27FC236}">
                        <a16:creationId xmlns:a16="http://schemas.microsoft.com/office/drawing/2014/main" id="{5C8E3830-BF24-0348-9A82-855D2C48E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28" name="Group 2727">
                    <a:extLst>
                      <a:ext uri="{FF2B5EF4-FFF2-40B4-BE49-F238E27FC236}">
                        <a16:creationId xmlns:a16="http://schemas.microsoft.com/office/drawing/2014/main" id="{4B5333A7-A95F-C347-8CC8-BABA141D6C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29" name="Freeform 2728">
                      <a:extLst>
                        <a:ext uri="{FF2B5EF4-FFF2-40B4-BE49-F238E27FC236}">
                          <a16:creationId xmlns:a16="http://schemas.microsoft.com/office/drawing/2014/main" id="{92C3D09B-112B-9D41-BF39-03E09E32E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0" name="Freeform 2729">
                      <a:extLst>
                        <a:ext uri="{FF2B5EF4-FFF2-40B4-BE49-F238E27FC236}">
                          <a16:creationId xmlns:a16="http://schemas.microsoft.com/office/drawing/2014/main" id="{C29A1B9B-959D-F34E-A166-6CCBBC871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1" name="Freeform 2730">
                      <a:extLst>
                        <a:ext uri="{FF2B5EF4-FFF2-40B4-BE49-F238E27FC236}">
                          <a16:creationId xmlns:a16="http://schemas.microsoft.com/office/drawing/2014/main" id="{597F3699-7468-9D4D-8979-E5C8A48E7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2" name="Freeform 2731">
                      <a:extLst>
                        <a:ext uri="{FF2B5EF4-FFF2-40B4-BE49-F238E27FC236}">
                          <a16:creationId xmlns:a16="http://schemas.microsoft.com/office/drawing/2014/main" id="{97195BD3-473E-0E49-A1FB-18A9CD9A8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528" name="Straight Connector 2527">
                <a:extLst>
                  <a:ext uri="{FF2B5EF4-FFF2-40B4-BE49-F238E27FC236}">
                    <a16:creationId xmlns:a16="http://schemas.microsoft.com/office/drawing/2014/main" id="{516A4D27-52E4-DA41-BD9B-30D14B81A0CD}"/>
                  </a:ext>
                </a:extLst>
              </p:cNvPr>
              <p:cNvCxnSpPr>
                <a:cxnSpLocks/>
                <a:endCxn id="2611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9" name="Group 2528">
                <a:extLst>
                  <a:ext uri="{FF2B5EF4-FFF2-40B4-BE49-F238E27FC236}">
                    <a16:creationId xmlns:a16="http://schemas.microsoft.com/office/drawing/2014/main" id="{FEAF1439-07B9-B34F-BA33-4844CED96955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652" name="Group 506">
                  <a:extLst>
                    <a:ext uri="{FF2B5EF4-FFF2-40B4-BE49-F238E27FC236}">
                      <a16:creationId xmlns:a16="http://schemas.microsoft.com/office/drawing/2014/main" id="{035788A8-C823-0641-8B0A-765D173FB6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74" name="Rectangle 2673">
                    <a:extLst>
                      <a:ext uri="{FF2B5EF4-FFF2-40B4-BE49-F238E27FC236}">
                        <a16:creationId xmlns:a16="http://schemas.microsoft.com/office/drawing/2014/main" id="{7494D0C8-A13D-0446-AD92-3571A0460A1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5" name="Straight Connector 2674">
                    <a:extLst>
                      <a:ext uri="{FF2B5EF4-FFF2-40B4-BE49-F238E27FC236}">
                        <a16:creationId xmlns:a16="http://schemas.microsoft.com/office/drawing/2014/main" id="{32323868-FEF5-4347-A411-83B83EE5B7A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6" name="Rectangle 2675">
                    <a:extLst>
                      <a:ext uri="{FF2B5EF4-FFF2-40B4-BE49-F238E27FC236}">
                        <a16:creationId xmlns:a16="http://schemas.microsoft.com/office/drawing/2014/main" id="{FD66C5F6-A566-F143-AE73-8F35102F70A6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7" name="Straight Connector 2676">
                    <a:extLst>
                      <a:ext uri="{FF2B5EF4-FFF2-40B4-BE49-F238E27FC236}">
                        <a16:creationId xmlns:a16="http://schemas.microsoft.com/office/drawing/2014/main" id="{E00B3598-77A2-B346-AE64-13E4A7218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8" name="Rectangle 2677">
                    <a:extLst>
                      <a:ext uri="{FF2B5EF4-FFF2-40B4-BE49-F238E27FC236}">
                        <a16:creationId xmlns:a16="http://schemas.microsoft.com/office/drawing/2014/main" id="{D0A9CE37-966A-1B46-9B34-AC1358A24B3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79" name="Rectangle 2678">
                    <a:extLst>
                      <a:ext uri="{FF2B5EF4-FFF2-40B4-BE49-F238E27FC236}">
                        <a16:creationId xmlns:a16="http://schemas.microsoft.com/office/drawing/2014/main" id="{C9142642-519B-5F42-8CA6-EBDEE317541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80" name="Straight Connector 2679">
                    <a:extLst>
                      <a:ext uri="{FF2B5EF4-FFF2-40B4-BE49-F238E27FC236}">
                        <a16:creationId xmlns:a16="http://schemas.microsoft.com/office/drawing/2014/main" id="{0F8F2436-A4A0-244D-B3C0-1A37A374EB3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81" name="Group 544">
                    <a:extLst>
                      <a:ext uri="{FF2B5EF4-FFF2-40B4-BE49-F238E27FC236}">
                        <a16:creationId xmlns:a16="http://schemas.microsoft.com/office/drawing/2014/main" id="{4CD2238B-39F6-4345-913A-6524EB54B77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9" name="Straight Connector 2708">
                      <a:extLst>
                        <a:ext uri="{FF2B5EF4-FFF2-40B4-BE49-F238E27FC236}">
                          <a16:creationId xmlns:a16="http://schemas.microsoft.com/office/drawing/2014/main" id="{326428B6-7080-FA4F-B82E-39C09E065A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0" name="Straight Connector 2709">
                      <a:extLst>
                        <a:ext uri="{FF2B5EF4-FFF2-40B4-BE49-F238E27FC236}">
                          <a16:creationId xmlns:a16="http://schemas.microsoft.com/office/drawing/2014/main" id="{97068EDE-C96C-3049-AF86-FF2CE0E61A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2" name="Group 547">
                    <a:extLst>
                      <a:ext uri="{FF2B5EF4-FFF2-40B4-BE49-F238E27FC236}">
                        <a16:creationId xmlns:a16="http://schemas.microsoft.com/office/drawing/2014/main" id="{6D6DE228-D319-0645-BF61-D932EA68C5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7" name="Straight Connector 2706">
                      <a:extLst>
                        <a:ext uri="{FF2B5EF4-FFF2-40B4-BE49-F238E27FC236}">
                          <a16:creationId xmlns:a16="http://schemas.microsoft.com/office/drawing/2014/main" id="{D7EF321D-7E1E-7C44-9E11-1F807665DA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8" name="Straight Connector 2707">
                      <a:extLst>
                        <a:ext uri="{FF2B5EF4-FFF2-40B4-BE49-F238E27FC236}">
                          <a16:creationId xmlns:a16="http://schemas.microsoft.com/office/drawing/2014/main" id="{4A5C36D2-1A3B-BB4F-AA2D-7E93B88080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3" name="Group 549">
                    <a:extLst>
                      <a:ext uri="{FF2B5EF4-FFF2-40B4-BE49-F238E27FC236}">
                        <a16:creationId xmlns:a16="http://schemas.microsoft.com/office/drawing/2014/main" id="{F9A25F8F-FF43-3947-8353-B6A2E78C62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5" name="Straight Connector 2704">
                      <a:extLst>
                        <a:ext uri="{FF2B5EF4-FFF2-40B4-BE49-F238E27FC236}">
                          <a16:creationId xmlns:a16="http://schemas.microsoft.com/office/drawing/2014/main" id="{F88EE6A5-D2EA-E545-8107-F3988F05BD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6" name="Straight Connector 2705">
                      <a:extLst>
                        <a:ext uri="{FF2B5EF4-FFF2-40B4-BE49-F238E27FC236}">
                          <a16:creationId xmlns:a16="http://schemas.microsoft.com/office/drawing/2014/main" id="{A0C1C194-65DA-E141-A9C5-32F67C1FCC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4" name="Group 550">
                    <a:extLst>
                      <a:ext uri="{FF2B5EF4-FFF2-40B4-BE49-F238E27FC236}">
                        <a16:creationId xmlns:a16="http://schemas.microsoft.com/office/drawing/2014/main" id="{0062A062-A807-9A43-8C7A-C1AD2D7509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3" name="Straight Connector 2702">
                      <a:extLst>
                        <a:ext uri="{FF2B5EF4-FFF2-40B4-BE49-F238E27FC236}">
                          <a16:creationId xmlns:a16="http://schemas.microsoft.com/office/drawing/2014/main" id="{FF5F221B-378C-984F-93E8-7B92737AC7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4" name="Straight Connector 2703">
                      <a:extLst>
                        <a:ext uri="{FF2B5EF4-FFF2-40B4-BE49-F238E27FC236}">
                          <a16:creationId xmlns:a16="http://schemas.microsoft.com/office/drawing/2014/main" id="{F02BA098-B806-4247-87C5-7685B30FD6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5" name="Group 551">
                    <a:extLst>
                      <a:ext uri="{FF2B5EF4-FFF2-40B4-BE49-F238E27FC236}">
                        <a16:creationId xmlns:a16="http://schemas.microsoft.com/office/drawing/2014/main" id="{D556F490-05B7-9D47-876A-3DCD2A7CAC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1" name="Straight Connector 2700">
                      <a:extLst>
                        <a:ext uri="{FF2B5EF4-FFF2-40B4-BE49-F238E27FC236}">
                          <a16:creationId xmlns:a16="http://schemas.microsoft.com/office/drawing/2014/main" id="{034D07EB-9262-1248-B778-B995468AE7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2" name="Straight Connector 2701">
                      <a:extLst>
                        <a:ext uri="{FF2B5EF4-FFF2-40B4-BE49-F238E27FC236}">
                          <a16:creationId xmlns:a16="http://schemas.microsoft.com/office/drawing/2014/main" id="{4ACF7225-C815-6F47-81CE-EB2D3B624E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6" name="Group 552">
                    <a:extLst>
                      <a:ext uri="{FF2B5EF4-FFF2-40B4-BE49-F238E27FC236}">
                        <a16:creationId xmlns:a16="http://schemas.microsoft.com/office/drawing/2014/main" id="{CFE83555-35C6-BC45-9536-2D5EA4F18D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9" name="Straight Connector 2698">
                      <a:extLst>
                        <a:ext uri="{FF2B5EF4-FFF2-40B4-BE49-F238E27FC236}">
                          <a16:creationId xmlns:a16="http://schemas.microsoft.com/office/drawing/2014/main" id="{44AA5AB1-F7AB-EE40-BBD1-8BEE203967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0" name="Straight Connector 2699">
                      <a:extLst>
                        <a:ext uri="{FF2B5EF4-FFF2-40B4-BE49-F238E27FC236}">
                          <a16:creationId xmlns:a16="http://schemas.microsoft.com/office/drawing/2014/main" id="{BA69000A-83EB-D541-966D-F8C52CE0DE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7" name="Group 555">
                    <a:extLst>
                      <a:ext uri="{FF2B5EF4-FFF2-40B4-BE49-F238E27FC236}">
                        <a16:creationId xmlns:a16="http://schemas.microsoft.com/office/drawing/2014/main" id="{3C06EBAD-5D3A-2249-95AF-5C0E7DA96F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7" name="Straight Connector 2696">
                      <a:extLst>
                        <a:ext uri="{FF2B5EF4-FFF2-40B4-BE49-F238E27FC236}">
                          <a16:creationId xmlns:a16="http://schemas.microsoft.com/office/drawing/2014/main" id="{FAB299D8-25E4-DB40-B2FF-BA322C7470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8" name="Straight Connector 2697">
                      <a:extLst>
                        <a:ext uri="{FF2B5EF4-FFF2-40B4-BE49-F238E27FC236}">
                          <a16:creationId xmlns:a16="http://schemas.microsoft.com/office/drawing/2014/main" id="{6DE2C72E-6EA3-AD4D-9AD3-E0DFC07516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8" name="Group 556">
                    <a:extLst>
                      <a:ext uri="{FF2B5EF4-FFF2-40B4-BE49-F238E27FC236}">
                        <a16:creationId xmlns:a16="http://schemas.microsoft.com/office/drawing/2014/main" id="{2E67B371-181E-9F47-90AF-9948D1DBD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5" name="Straight Connector 2694">
                      <a:extLst>
                        <a:ext uri="{FF2B5EF4-FFF2-40B4-BE49-F238E27FC236}">
                          <a16:creationId xmlns:a16="http://schemas.microsoft.com/office/drawing/2014/main" id="{ADCE692A-981A-CC4C-BC21-8A762332F7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6" name="Straight Connector 2695">
                      <a:extLst>
                        <a:ext uri="{FF2B5EF4-FFF2-40B4-BE49-F238E27FC236}">
                          <a16:creationId xmlns:a16="http://schemas.microsoft.com/office/drawing/2014/main" id="{06B55BD8-5DAC-E340-A23B-3DF12BF23F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9" name="Group 557">
                    <a:extLst>
                      <a:ext uri="{FF2B5EF4-FFF2-40B4-BE49-F238E27FC236}">
                        <a16:creationId xmlns:a16="http://schemas.microsoft.com/office/drawing/2014/main" id="{C4088A01-9248-2545-B9F8-D5F693A78E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3" name="Straight Connector 2692">
                      <a:extLst>
                        <a:ext uri="{FF2B5EF4-FFF2-40B4-BE49-F238E27FC236}">
                          <a16:creationId xmlns:a16="http://schemas.microsoft.com/office/drawing/2014/main" id="{FB2195F3-A4C6-4441-B7E2-E194BDA68A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4" name="Straight Connector 2693">
                      <a:extLst>
                        <a:ext uri="{FF2B5EF4-FFF2-40B4-BE49-F238E27FC236}">
                          <a16:creationId xmlns:a16="http://schemas.microsoft.com/office/drawing/2014/main" id="{FF0F9D1C-51A6-8046-9415-647EE72245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0" name="Group 558">
                    <a:extLst>
                      <a:ext uri="{FF2B5EF4-FFF2-40B4-BE49-F238E27FC236}">
                        <a16:creationId xmlns:a16="http://schemas.microsoft.com/office/drawing/2014/main" id="{74001BEB-1555-2249-88B0-0B7E43C8C0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1" name="Straight Connector 2690">
                      <a:extLst>
                        <a:ext uri="{FF2B5EF4-FFF2-40B4-BE49-F238E27FC236}">
                          <a16:creationId xmlns:a16="http://schemas.microsoft.com/office/drawing/2014/main" id="{F7875115-8920-1446-860A-3CE55A373C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2" name="Straight Connector 2691">
                      <a:extLst>
                        <a:ext uri="{FF2B5EF4-FFF2-40B4-BE49-F238E27FC236}">
                          <a16:creationId xmlns:a16="http://schemas.microsoft.com/office/drawing/2014/main" id="{AE6F0108-E5A2-ED49-B44A-CA2EEA8AA5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653" name="Straight Connector 2652">
                  <a:extLst>
                    <a:ext uri="{FF2B5EF4-FFF2-40B4-BE49-F238E27FC236}">
                      <a16:creationId xmlns:a16="http://schemas.microsoft.com/office/drawing/2014/main" id="{99C0B842-2650-074A-A671-B548AB1D1B7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4" name="Straight Connector 2653">
                  <a:extLst>
                    <a:ext uri="{FF2B5EF4-FFF2-40B4-BE49-F238E27FC236}">
                      <a16:creationId xmlns:a16="http://schemas.microsoft.com/office/drawing/2014/main" id="{9D2E1827-1FE4-AB4F-8FC1-593540CC108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5" name="Straight Connector 2654">
                  <a:extLst>
                    <a:ext uri="{FF2B5EF4-FFF2-40B4-BE49-F238E27FC236}">
                      <a16:creationId xmlns:a16="http://schemas.microsoft.com/office/drawing/2014/main" id="{13266EC0-DB31-DB41-82BD-180F5592BB7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6" name="Straight Connector 2655">
                  <a:extLst>
                    <a:ext uri="{FF2B5EF4-FFF2-40B4-BE49-F238E27FC236}">
                      <a16:creationId xmlns:a16="http://schemas.microsoft.com/office/drawing/2014/main" id="{667A5482-3F45-B54A-AE2C-760693899A0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7" name="Straight Connector 2656">
                  <a:extLst>
                    <a:ext uri="{FF2B5EF4-FFF2-40B4-BE49-F238E27FC236}">
                      <a16:creationId xmlns:a16="http://schemas.microsoft.com/office/drawing/2014/main" id="{5E26F1AA-C154-1840-BDEE-AD2D85A2061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8" name="Straight Connector 2657">
                  <a:extLst>
                    <a:ext uri="{FF2B5EF4-FFF2-40B4-BE49-F238E27FC236}">
                      <a16:creationId xmlns:a16="http://schemas.microsoft.com/office/drawing/2014/main" id="{69C8A4C5-29F2-504D-9832-BA7B5B92752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9" name="Straight Connector 2658">
                  <a:extLst>
                    <a:ext uri="{FF2B5EF4-FFF2-40B4-BE49-F238E27FC236}">
                      <a16:creationId xmlns:a16="http://schemas.microsoft.com/office/drawing/2014/main" id="{4CFE866F-E04D-614C-A078-C76ED9EB90D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0" name="Straight Connector 2659">
                  <a:extLst>
                    <a:ext uri="{FF2B5EF4-FFF2-40B4-BE49-F238E27FC236}">
                      <a16:creationId xmlns:a16="http://schemas.microsoft.com/office/drawing/2014/main" id="{6AFC21B9-ACF3-A944-8DD9-4AB2B9261AEA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1" name="Straight Connector 2660">
                  <a:extLst>
                    <a:ext uri="{FF2B5EF4-FFF2-40B4-BE49-F238E27FC236}">
                      <a16:creationId xmlns:a16="http://schemas.microsoft.com/office/drawing/2014/main" id="{FE1EE6F2-BBB5-174B-ADDF-F6D4BA7625F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2" name="Straight Connector 2661">
                  <a:extLst>
                    <a:ext uri="{FF2B5EF4-FFF2-40B4-BE49-F238E27FC236}">
                      <a16:creationId xmlns:a16="http://schemas.microsoft.com/office/drawing/2014/main" id="{15B5F4DE-410F-2341-9CE5-F9F738BF4C3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3" name="Straight Connector 2662">
                  <a:extLst>
                    <a:ext uri="{FF2B5EF4-FFF2-40B4-BE49-F238E27FC236}">
                      <a16:creationId xmlns:a16="http://schemas.microsoft.com/office/drawing/2014/main" id="{E700FDA0-0984-5447-8552-58F7A973221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4" name="Straight Connector 2663">
                  <a:extLst>
                    <a:ext uri="{FF2B5EF4-FFF2-40B4-BE49-F238E27FC236}">
                      <a16:creationId xmlns:a16="http://schemas.microsoft.com/office/drawing/2014/main" id="{CFB699C7-3856-6440-B7FC-EE22D9323C3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5" name="Straight Connector 2664">
                  <a:extLst>
                    <a:ext uri="{FF2B5EF4-FFF2-40B4-BE49-F238E27FC236}">
                      <a16:creationId xmlns:a16="http://schemas.microsoft.com/office/drawing/2014/main" id="{94E6F370-634E-B548-A88E-FF00664296D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66" name="Group 2665">
                  <a:extLst>
                    <a:ext uri="{FF2B5EF4-FFF2-40B4-BE49-F238E27FC236}">
                      <a16:creationId xmlns:a16="http://schemas.microsoft.com/office/drawing/2014/main" id="{F9A7E178-9A8D-9E46-9463-D4D086413FF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67" name="Rectangle 2666">
                    <a:extLst>
                      <a:ext uri="{FF2B5EF4-FFF2-40B4-BE49-F238E27FC236}">
                        <a16:creationId xmlns:a16="http://schemas.microsoft.com/office/drawing/2014/main" id="{61B77E3E-F5E4-D24A-8A85-8ABE9A78051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8" name="Freeform 2667">
                    <a:extLst>
                      <a:ext uri="{FF2B5EF4-FFF2-40B4-BE49-F238E27FC236}">
                        <a16:creationId xmlns:a16="http://schemas.microsoft.com/office/drawing/2014/main" id="{821BA21B-E8A5-224D-B461-D4200B531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69" name="Group 2668">
                    <a:extLst>
                      <a:ext uri="{FF2B5EF4-FFF2-40B4-BE49-F238E27FC236}">
                        <a16:creationId xmlns:a16="http://schemas.microsoft.com/office/drawing/2014/main" id="{51A12182-13E9-E649-BD3C-B202D79887C1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70" name="Freeform 2669">
                      <a:extLst>
                        <a:ext uri="{FF2B5EF4-FFF2-40B4-BE49-F238E27FC236}">
                          <a16:creationId xmlns:a16="http://schemas.microsoft.com/office/drawing/2014/main" id="{B9D68917-F9EC-C644-9FB0-B9BE560BC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1" name="Freeform 2670">
                      <a:extLst>
                        <a:ext uri="{FF2B5EF4-FFF2-40B4-BE49-F238E27FC236}">
                          <a16:creationId xmlns:a16="http://schemas.microsoft.com/office/drawing/2014/main" id="{097BF18B-953D-104D-8EB9-447FB708C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2" name="Freeform 2671">
                      <a:extLst>
                        <a:ext uri="{FF2B5EF4-FFF2-40B4-BE49-F238E27FC236}">
                          <a16:creationId xmlns:a16="http://schemas.microsoft.com/office/drawing/2014/main" id="{0A307EB1-DD6F-8F44-A5C5-FF9839417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3" name="Freeform 2672">
                      <a:extLst>
                        <a:ext uri="{FF2B5EF4-FFF2-40B4-BE49-F238E27FC236}">
                          <a16:creationId xmlns:a16="http://schemas.microsoft.com/office/drawing/2014/main" id="{C21ADCF9-EEDF-B044-AE74-F77C1C5BC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0" name="Group 2529">
                <a:extLst>
                  <a:ext uri="{FF2B5EF4-FFF2-40B4-BE49-F238E27FC236}">
                    <a16:creationId xmlns:a16="http://schemas.microsoft.com/office/drawing/2014/main" id="{B247061D-A89F-5541-90B5-BA808BF6F7FE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93" name="Group 506">
                  <a:extLst>
                    <a:ext uri="{FF2B5EF4-FFF2-40B4-BE49-F238E27FC236}">
                      <a16:creationId xmlns:a16="http://schemas.microsoft.com/office/drawing/2014/main" id="{10572AB2-C8AA-BD47-BE6F-856F85D93C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15" name="Rectangle 2614">
                    <a:extLst>
                      <a:ext uri="{FF2B5EF4-FFF2-40B4-BE49-F238E27FC236}">
                        <a16:creationId xmlns:a16="http://schemas.microsoft.com/office/drawing/2014/main" id="{244CDD88-AB3F-1645-B344-9C2A1869E71E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6" name="Straight Connector 2615">
                    <a:extLst>
                      <a:ext uri="{FF2B5EF4-FFF2-40B4-BE49-F238E27FC236}">
                        <a16:creationId xmlns:a16="http://schemas.microsoft.com/office/drawing/2014/main" id="{4287D42C-DDBB-7844-B425-0B9CCE0F37B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7" name="Rectangle 2616">
                    <a:extLst>
                      <a:ext uri="{FF2B5EF4-FFF2-40B4-BE49-F238E27FC236}">
                        <a16:creationId xmlns:a16="http://schemas.microsoft.com/office/drawing/2014/main" id="{9DBFBEF6-7D02-6142-87B5-2E3945C9932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8" name="Straight Connector 2617">
                    <a:extLst>
                      <a:ext uri="{FF2B5EF4-FFF2-40B4-BE49-F238E27FC236}">
                        <a16:creationId xmlns:a16="http://schemas.microsoft.com/office/drawing/2014/main" id="{1528349E-DCC3-2744-B853-602D9074E79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9" name="Rectangle 2618">
                    <a:extLst>
                      <a:ext uri="{FF2B5EF4-FFF2-40B4-BE49-F238E27FC236}">
                        <a16:creationId xmlns:a16="http://schemas.microsoft.com/office/drawing/2014/main" id="{53DF1FEF-4071-0343-969E-41AAC1B12921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20" name="Rectangle 2619">
                    <a:extLst>
                      <a:ext uri="{FF2B5EF4-FFF2-40B4-BE49-F238E27FC236}">
                        <a16:creationId xmlns:a16="http://schemas.microsoft.com/office/drawing/2014/main" id="{85ABBBCC-66BE-9F44-81DD-0919D144E05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21" name="Straight Connector 2620">
                    <a:extLst>
                      <a:ext uri="{FF2B5EF4-FFF2-40B4-BE49-F238E27FC236}">
                        <a16:creationId xmlns:a16="http://schemas.microsoft.com/office/drawing/2014/main" id="{12698478-61EB-B343-8165-C1B948C7264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22" name="Group 544">
                    <a:extLst>
                      <a:ext uri="{FF2B5EF4-FFF2-40B4-BE49-F238E27FC236}">
                        <a16:creationId xmlns:a16="http://schemas.microsoft.com/office/drawing/2014/main" id="{528FEFD8-7971-4F40-B254-33458D857B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50" name="Straight Connector 2649">
                      <a:extLst>
                        <a:ext uri="{FF2B5EF4-FFF2-40B4-BE49-F238E27FC236}">
                          <a16:creationId xmlns:a16="http://schemas.microsoft.com/office/drawing/2014/main" id="{DE5B333F-C0A6-2143-942F-7285B8DEFB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51" name="Straight Connector 2650">
                      <a:extLst>
                        <a:ext uri="{FF2B5EF4-FFF2-40B4-BE49-F238E27FC236}">
                          <a16:creationId xmlns:a16="http://schemas.microsoft.com/office/drawing/2014/main" id="{70054E87-1084-DC45-A8C1-6BA1F91957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3" name="Group 547">
                    <a:extLst>
                      <a:ext uri="{FF2B5EF4-FFF2-40B4-BE49-F238E27FC236}">
                        <a16:creationId xmlns:a16="http://schemas.microsoft.com/office/drawing/2014/main" id="{A0DA8582-E3D1-BE4D-A6A5-118A54FA721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8" name="Straight Connector 2647">
                      <a:extLst>
                        <a:ext uri="{FF2B5EF4-FFF2-40B4-BE49-F238E27FC236}">
                          <a16:creationId xmlns:a16="http://schemas.microsoft.com/office/drawing/2014/main" id="{FB2BCFB8-B23C-9648-80A4-B06368E3E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9" name="Straight Connector 2648">
                      <a:extLst>
                        <a:ext uri="{FF2B5EF4-FFF2-40B4-BE49-F238E27FC236}">
                          <a16:creationId xmlns:a16="http://schemas.microsoft.com/office/drawing/2014/main" id="{ED446F30-E680-0A49-8CD0-05D6985397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4" name="Group 549">
                    <a:extLst>
                      <a:ext uri="{FF2B5EF4-FFF2-40B4-BE49-F238E27FC236}">
                        <a16:creationId xmlns:a16="http://schemas.microsoft.com/office/drawing/2014/main" id="{61881AA7-BEC5-DA4C-9D9D-51FF427D51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6" name="Straight Connector 2645">
                      <a:extLst>
                        <a:ext uri="{FF2B5EF4-FFF2-40B4-BE49-F238E27FC236}">
                          <a16:creationId xmlns:a16="http://schemas.microsoft.com/office/drawing/2014/main" id="{47CB8124-B4D9-F14E-9E99-54A79E970B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7" name="Straight Connector 2646">
                      <a:extLst>
                        <a:ext uri="{FF2B5EF4-FFF2-40B4-BE49-F238E27FC236}">
                          <a16:creationId xmlns:a16="http://schemas.microsoft.com/office/drawing/2014/main" id="{5F29928C-B85A-A54F-A3D4-438CDAFD02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5" name="Group 550">
                    <a:extLst>
                      <a:ext uri="{FF2B5EF4-FFF2-40B4-BE49-F238E27FC236}">
                        <a16:creationId xmlns:a16="http://schemas.microsoft.com/office/drawing/2014/main" id="{EC0A6406-A83B-5B4D-B388-18F724008CC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4" name="Straight Connector 2643">
                      <a:extLst>
                        <a:ext uri="{FF2B5EF4-FFF2-40B4-BE49-F238E27FC236}">
                          <a16:creationId xmlns:a16="http://schemas.microsoft.com/office/drawing/2014/main" id="{2955D3A5-E7D9-B648-82CC-A03BE980A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5" name="Straight Connector 2644">
                      <a:extLst>
                        <a:ext uri="{FF2B5EF4-FFF2-40B4-BE49-F238E27FC236}">
                          <a16:creationId xmlns:a16="http://schemas.microsoft.com/office/drawing/2014/main" id="{6FB11079-9CD4-B049-9045-E0EAA9099C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6" name="Group 551">
                    <a:extLst>
                      <a:ext uri="{FF2B5EF4-FFF2-40B4-BE49-F238E27FC236}">
                        <a16:creationId xmlns:a16="http://schemas.microsoft.com/office/drawing/2014/main" id="{7DF30373-36C8-1D47-9B4F-4899DAAF14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2" name="Straight Connector 2641">
                      <a:extLst>
                        <a:ext uri="{FF2B5EF4-FFF2-40B4-BE49-F238E27FC236}">
                          <a16:creationId xmlns:a16="http://schemas.microsoft.com/office/drawing/2014/main" id="{B1075FE5-1022-A74C-970A-CC77616AAC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3" name="Straight Connector 2642">
                      <a:extLst>
                        <a:ext uri="{FF2B5EF4-FFF2-40B4-BE49-F238E27FC236}">
                          <a16:creationId xmlns:a16="http://schemas.microsoft.com/office/drawing/2014/main" id="{DC2C28BA-26CB-A847-9DEB-287EE739B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7" name="Group 552">
                    <a:extLst>
                      <a:ext uri="{FF2B5EF4-FFF2-40B4-BE49-F238E27FC236}">
                        <a16:creationId xmlns:a16="http://schemas.microsoft.com/office/drawing/2014/main" id="{DAAE2BD1-5485-884D-B6DB-53CB14BD2E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0" name="Straight Connector 2639">
                      <a:extLst>
                        <a:ext uri="{FF2B5EF4-FFF2-40B4-BE49-F238E27FC236}">
                          <a16:creationId xmlns:a16="http://schemas.microsoft.com/office/drawing/2014/main" id="{D92F2268-7671-5D43-AFFD-2A080ABCEE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1" name="Straight Connector 2640">
                      <a:extLst>
                        <a:ext uri="{FF2B5EF4-FFF2-40B4-BE49-F238E27FC236}">
                          <a16:creationId xmlns:a16="http://schemas.microsoft.com/office/drawing/2014/main" id="{F8B5DE4C-68E2-8B46-A1AF-673180D3D9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8" name="Group 555">
                    <a:extLst>
                      <a:ext uri="{FF2B5EF4-FFF2-40B4-BE49-F238E27FC236}">
                        <a16:creationId xmlns:a16="http://schemas.microsoft.com/office/drawing/2014/main" id="{EF8DBA8A-A876-D942-A2EE-B79F9D43E5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8" name="Straight Connector 2637">
                      <a:extLst>
                        <a:ext uri="{FF2B5EF4-FFF2-40B4-BE49-F238E27FC236}">
                          <a16:creationId xmlns:a16="http://schemas.microsoft.com/office/drawing/2014/main" id="{85C5C745-52D0-8440-AA0A-C1D1DE526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9" name="Straight Connector 2638">
                      <a:extLst>
                        <a:ext uri="{FF2B5EF4-FFF2-40B4-BE49-F238E27FC236}">
                          <a16:creationId xmlns:a16="http://schemas.microsoft.com/office/drawing/2014/main" id="{908856FD-5DDB-D045-993D-16559E9B8D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9" name="Group 556">
                    <a:extLst>
                      <a:ext uri="{FF2B5EF4-FFF2-40B4-BE49-F238E27FC236}">
                        <a16:creationId xmlns:a16="http://schemas.microsoft.com/office/drawing/2014/main" id="{2564D952-975E-3F47-B4C6-3FFA63D34F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6" name="Straight Connector 2635">
                      <a:extLst>
                        <a:ext uri="{FF2B5EF4-FFF2-40B4-BE49-F238E27FC236}">
                          <a16:creationId xmlns:a16="http://schemas.microsoft.com/office/drawing/2014/main" id="{D91144BB-8083-7841-8535-049907AFB5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7" name="Straight Connector 2636">
                      <a:extLst>
                        <a:ext uri="{FF2B5EF4-FFF2-40B4-BE49-F238E27FC236}">
                          <a16:creationId xmlns:a16="http://schemas.microsoft.com/office/drawing/2014/main" id="{9A4467C1-072E-8B47-900C-0B390B731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0" name="Group 557">
                    <a:extLst>
                      <a:ext uri="{FF2B5EF4-FFF2-40B4-BE49-F238E27FC236}">
                        <a16:creationId xmlns:a16="http://schemas.microsoft.com/office/drawing/2014/main" id="{3FEA7815-1DE5-CF44-AC99-459ACFB7D5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4" name="Straight Connector 2633">
                      <a:extLst>
                        <a:ext uri="{FF2B5EF4-FFF2-40B4-BE49-F238E27FC236}">
                          <a16:creationId xmlns:a16="http://schemas.microsoft.com/office/drawing/2014/main" id="{87328C4B-FA62-8F46-8D9D-10C56E4A6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5" name="Straight Connector 2634">
                      <a:extLst>
                        <a:ext uri="{FF2B5EF4-FFF2-40B4-BE49-F238E27FC236}">
                          <a16:creationId xmlns:a16="http://schemas.microsoft.com/office/drawing/2014/main" id="{5E3B65D2-5662-2B45-AD5F-3D00F8E4A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1" name="Group 558">
                    <a:extLst>
                      <a:ext uri="{FF2B5EF4-FFF2-40B4-BE49-F238E27FC236}">
                        <a16:creationId xmlns:a16="http://schemas.microsoft.com/office/drawing/2014/main" id="{8F64ED35-1F6D-F64A-A135-B41F1C727B9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2" name="Straight Connector 2631">
                      <a:extLst>
                        <a:ext uri="{FF2B5EF4-FFF2-40B4-BE49-F238E27FC236}">
                          <a16:creationId xmlns:a16="http://schemas.microsoft.com/office/drawing/2014/main" id="{7197108C-4D6C-714A-B71A-A4A6FCC926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3" name="Straight Connector 2632">
                      <a:extLst>
                        <a:ext uri="{FF2B5EF4-FFF2-40B4-BE49-F238E27FC236}">
                          <a16:creationId xmlns:a16="http://schemas.microsoft.com/office/drawing/2014/main" id="{71B921F4-C4FB-7844-BE6E-EBC8CE7E91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94" name="Straight Connector 2593">
                  <a:extLst>
                    <a:ext uri="{FF2B5EF4-FFF2-40B4-BE49-F238E27FC236}">
                      <a16:creationId xmlns:a16="http://schemas.microsoft.com/office/drawing/2014/main" id="{1FD12A70-8C6A-4549-B461-1653A5D4371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5" name="Straight Connector 2594">
                  <a:extLst>
                    <a:ext uri="{FF2B5EF4-FFF2-40B4-BE49-F238E27FC236}">
                      <a16:creationId xmlns:a16="http://schemas.microsoft.com/office/drawing/2014/main" id="{5A43E320-0F01-FD4F-9B63-F202DA9100F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6" name="Straight Connector 2595">
                  <a:extLst>
                    <a:ext uri="{FF2B5EF4-FFF2-40B4-BE49-F238E27FC236}">
                      <a16:creationId xmlns:a16="http://schemas.microsoft.com/office/drawing/2014/main" id="{7F69DDC9-8B0A-5847-A394-25A19A47784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7" name="Straight Connector 2596">
                  <a:extLst>
                    <a:ext uri="{FF2B5EF4-FFF2-40B4-BE49-F238E27FC236}">
                      <a16:creationId xmlns:a16="http://schemas.microsoft.com/office/drawing/2014/main" id="{70F491A2-25C2-9B48-9FEF-053945BB950C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8" name="Straight Connector 2597">
                  <a:extLst>
                    <a:ext uri="{FF2B5EF4-FFF2-40B4-BE49-F238E27FC236}">
                      <a16:creationId xmlns:a16="http://schemas.microsoft.com/office/drawing/2014/main" id="{4C58B88C-E601-9448-9F17-E78C35C823E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9" name="Straight Connector 2598">
                  <a:extLst>
                    <a:ext uri="{FF2B5EF4-FFF2-40B4-BE49-F238E27FC236}">
                      <a16:creationId xmlns:a16="http://schemas.microsoft.com/office/drawing/2014/main" id="{9A3A2276-41D3-0340-BB40-28CA41179AC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0" name="Straight Connector 2599">
                  <a:extLst>
                    <a:ext uri="{FF2B5EF4-FFF2-40B4-BE49-F238E27FC236}">
                      <a16:creationId xmlns:a16="http://schemas.microsoft.com/office/drawing/2014/main" id="{7C6416E7-62B8-824F-8189-5D0EBDE82CD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1" name="Straight Connector 2600">
                  <a:extLst>
                    <a:ext uri="{FF2B5EF4-FFF2-40B4-BE49-F238E27FC236}">
                      <a16:creationId xmlns:a16="http://schemas.microsoft.com/office/drawing/2014/main" id="{0A9564E5-8854-B548-82F4-750613EF9317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2" name="Straight Connector 2601">
                  <a:extLst>
                    <a:ext uri="{FF2B5EF4-FFF2-40B4-BE49-F238E27FC236}">
                      <a16:creationId xmlns:a16="http://schemas.microsoft.com/office/drawing/2014/main" id="{047ED494-1832-D642-B4E9-E501A46811B9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3" name="Straight Connector 2602">
                  <a:extLst>
                    <a:ext uri="{FF2B5EF4-FFF2-40B4-BE49-F238E27FC236}">
                      <a16:creationId xmlns:a16="http://schemas.microsoft.com/office/drawing/2014/main" id="{9DBD71DA-E7F1-584B-9A0F-90B15489572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4" name="Straight Connector 2603">
                  <a:extLst>
                    <a:ext uri="{FF2B5EF4-FFF2-40B4-BE49-F238E27FC236}">
                      <a16:creationId xmlns:a16="http://schemas.microsoft.com/office/drawing/2014/main" id="{2AD06F4C-DF7F-874D-9268-CC14FF052EE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5" name="Straight Connector 2604">
                  <a:extLst>
                    <a:ext uri="{FF2B5EF4-FFF2-40B4-BE49-F238E27FC236}">
                      <a16:creationId xmlns:a16="http://schemas.microsoft.com/office/drawing/2014/main" id="{D4A857D3-24C8-9C44-8231-BF81F919CDB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6" name="Straight Connector 2605">
                  <a:extLst>
                    <a:ext uri="{FF2B5EF4-FFF2-40B4-BE49-F238E27FC236}">
                      <a16:creationId xmlns:a16="http://schemas.microsoft.com/office/drawing/2014/main" id="{B3F1DABE-EB12-3642-9491-73A9CFAFEB7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07" name="Group 2606">
                  <a:extLst>
                    <a:ext uri="{FF2B5EF4-FFF2-40B4-BE49-F238E27FC236}">
                      <a16:creationId xmlns:a16="http://schemas.microsoft.com/office/drawing/2014/main" id="{9D1140F3-ED54-9A4D-93BB-DC02CEFAEF5C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08" name="Rectangle 2607">
                    <a:extLst>
                      <a:ext uri="{FF2B5EF4-FFF2-40B4-BE49-F238E27FC236}">
                        <a16:creationId xmlns:a16="http://schemas.microsoft.com/office/drawing/2014/main" id="{5401C5C7-A55A-3C46-90B3-7BDC8DEC087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09" name="Freeform 2608">
                    <a:extLst>
                      <a:ext uri="{FF2B5EF4-FFF2-40B4-BE49-F238E27FC236}">
                        <a16:creationId xmlns:a16="http://schemas.microsoft.com/office/drawing/2014/main" id="{92F1744E-34B8-7E4D-B973-88C72E513FF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10" name="Group 2609">
                    <a:extLst>
                      <a:ext uri="{FF2B5EF4-FFF2-40B4-BE49-F238E27FC236}">
                        <a16:creationId xmlns:a16="http://schemas.microsoft.com/office/drawing/2014/main" id="{8857101C-C24B-894D-8CD6-619FE327391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11" name="Freeform 2610">
                      <a:extLst>
                        <a:ext uri="{FF2B5EF4-FFF2-40B4-BE49-F238E27FC236}">
                          <a16:creationId xmlns:a16="http://schemas.microsoft.com/office/drawing/2014/main" id="{9242B10B-3628-6947-BDF0-6A54FEE74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2" name="Freeform 2611">
                      <a:extLst>
                        <a:ext uri="{FF2B5EF4-FFF2-40B4-BE49-F238E27FC236}">
                          <a16:creationId xmlns:a16="http://schemas.microsoft.com/office/drawing/2014/main" id="{C2D61088-C903-3846-9A1D-413A7BB89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3" name="Freeform 2612">
                      <a:extLst>
                        <a:ext uri="{FF2B5EF4-FFF2-40B4-BE49-F238E27FC236}">
                          <a16:creationId xmlns:a16="http://schemas.microsoft.com/office/drawing/2014/main" id="{257B36FB-D22D-754F-845B-3F9493789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4" name="Freeform 2613">
                      <a:extLst>
                        <a:ext uri="{FF2B5EF4-FFF2-40B4-BE49-F238E27FC236}">
                          <a16:creationId xmlns:a16="http://schemas.microsoft.com/office/drawing/2014/main" id="{EFAB353E-9579-BA4A-BE56-6750C237F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1" name="Group 2530">
                <a:extLst>
                  <a:ext uri="{FF2B5EF4-FFF2-40B4-BE49-F238E27FC236}">
                    <a16:creationId xmlns:a16="http://schemas.microsoft.com/office/drawing/2014/main" id="{E5636579-E28A-C441-BADF-6ABE9303E0C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34" name="Group 506">
                  <a:extLst>
                    <a:ext uri="{FF2B5EF4-FFF2-40B4-BE49-F238E27FC236}">
                      <a16:creationId xmlns:a16="http://schemas.microsoft.com/office/drawing/2014/main" id="{3D9E2AAE-2D43-7041-AE4C-5863603CA5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556" name="Rectangle 2555">
                    <a:extLst>
                      <a:ext uri="{FF2B5EF4-FFF2-40B4-BE49-F238E27FC236}">
                        <a16:creationId xmlns:a16="http://schemas.microsoft.com/office/drawing/2014/main" id="{AD89D0AE-A48C-3948-9DA5-5EA63615180C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7" name="Straight Connector 2556">
                    <a:extLst>
                      <a:ext uri="{FF2B5EF4-FFF2-40B4-BE49-F238E27FC236}">
                        <a16:creationId xmlns:a16="http://schemas.microsoft.com/office/drawing/2014/main" id="{5274D0C1-0EE6-044F-B367-C96D5715829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58" name="Rectangle 2557">
                    <a:extLst>
                      <a:ext uri="{FF2B5EF4-FFF2-40B4-BE49-F238E27FC236}">
                        <a16:creationId xmlns:a16="http://schemas.microsoft.com/office/drawing/2014/main" id="{E15BE864-946B-6E41-B345-78D36053884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9" name="Straight Connector 2558">
                    <a:extLst>
                      <a:ext uri="{FF2B5EF4-FFF2-40B4-BE49-F238E27FC236}">
                        <a16:creationId xmlns:a16="http://schemas.microsoft.com/office/drawing/2014/main" id="{50C13E5D-D1D8-E649-83D7-ED50A69C2B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60" name="Rectangle 2559">
                    <a:extLst>
                      <a:ext uri="{FF2B5EF4-FFF2-40B4-BE49-F238E27FC236}">
                        <a16:creationId xmlns:a16="http://schemas.microsoft.com/office/drawing/2014/main" id="{3687A460-CB84-4C45-813F-71A7EA90CF8F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561" name="Rectangle 2560">
                    <a:extLst>
                      <a:ext uri="{FF2B5EF4-FFF2-40B4-BE49-F238E27FC236}">
                        <a16:creationId xmlns:a16="http://schemas.microsoft.com/office/drawing/2014/main" id="{0E04C5FC-FDD6-194D-808F-D9793100999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62" name="Straight Connector 2561">
                    <a:extLst>
                      <a:ext uri="{FF2B5EF4-FFF2-40B4-BE49-F238E27FC236}">
                        <a16:creationId xmlns:a16="http://schemas.microsoft.com/office/drawing/2014/main" id="{F491D56B-13FF-3D4E-B85B-75A3FDD61C9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563" name="Group 544">
                    <a:extLst>
                      <a:ext uri="{FF2B5EF4-FFF2-40B4-BE49-F238E27FC236}">
                        <a16:creationId xmlns:a16="http://schemas.microsoft.com/office/drawing/2014/main" id="{D1FFC292-525E-B84A-A94A-35BA27DE49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91" name="Straight Connector 2590">
                      <a:extLst>
                        <a:ext uri="{FF2B5EF4-FFF2-40B4-BE49-F238E27FC236}">
                          <a16:creationId xmlns:a16="http://schemas.microsoft.com/office/drawing/2014/main" id="{F7CE7E3E-528B-ED4B-A247-870CA0D4E3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2" name="Straight Connector 2591">
                      <a:extLst>
                        <a:ext uri="{FF2B5EF4-FFF2-40B4-BE49-F238E27FC236}">
                          <a16:creationId xmlns:a16="http://schemas.microsoft.com/office/drawing/2014/main" id="{1B9F7B3E-3AE1-FC4E-AB74-0498FEAECB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4" name="Group 547">
                    <a:extLst>
                      <a:ext uri="{FF2B5EF4-FFF2-40B4-BE49-F238E27FC236}">
                        <a16:creationId xmlns:a16="http://schemas.microsoft.com/office/drawing/2014/main" id="{46F2F29E-C30C-5943-AEF9-6071DC3698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9" name="Straight Connector 2588">
                      <a:extLst>
                        <a:ext uri="{FF2B5EF4-FFF2-40B4-BE49-F238E27FC236}">
                          <a16:creationId xmlns:a16="http://schemas.microsoft.com/office/drawing/2014/main" id="{5FD1FBD5-D8BB-0142-B075-95ED229BBC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0" name="Straight Connector 2589">
                      <a:extLst>
                        <a:ext uri="{FF2B5EF4-FFF2-40B4-BE49-F238E27FC236}">
                          <a16:creationId xmlns:a16="http://schemas.microsoft.com/office/drawing/2014/main" id="{3109318A-C99E-A94E-B067-15940E7C67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5" name="Group 549">
                    <a:extLst>
                      <a:ext uri="{FF2B5EF4-FFF2-40B4-BE49-F238E27FC236}">
                        <a16:creationId xmlns:a16="http://schemas.microsoft.com/office/drawing/2014/main" id="{8E01EDA8-B0EF-5845-BDED-4D889FF6F0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7" name="Straight Connector 2586">
                      <a:extLst>
                        <a:ext uri="{FF2B5EF4-FFF2-40B4-BE49-F238E27FC236}">
                          <a16:creationId xmlns:a16="http://schemas.microsoft.com/office/drawing/2014/main" id="{D35F1299-A51C-CF4E-A76E-1AEFBAA5D7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8" name="Straight Connector 2587">
                      <a:extLst>
                        <a:ext uri="{FF2B5EF4-FFF2-40B4-BE49-F238E27FC236}">
                          <a16:creationId xmlns:a16="http://schemas.microsoft.com/office/drawing/2014/main" id="{B06E4D14-DBDC-6E40-8AF7-C866A37C54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6" name="Group 550">
                    <a:extLst>
                      <a:ext uri="{FF2B5EF4-FFF2-40B4-BE49-F238E27FC236}">
                        <a16:creationId xmlns:a16="http://schemas.microsoft.com/office/drawing/2014/main" id="{B1E266F7-8DA9-374E-8B9C-EF5B4CB7E7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5" name="Straight Connector 2584">
                      <a:extLst>
                        <a:ext uri="{FF2B5EF4-FFF2-40B4-BE49-F238E27FC236}">
                          <a16:creationId xmlns:a16="http://schemas.microsoft.com/office/drawing/2014/main" id="{8180CF44-5116-AA45-A5F9-6C65D46126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6" name="Straight Connector 2585">
                      <a:extLst>
                        <a:ext uri="{FF2B5EF4-FFF2-40B4-BE49-F238E27FC236}">
                          <a16:creationId xmlns:a16="http://schemas.microsoft.com/office/drawing/2014/main" id="{448695F4-ACEC-594D-9330-C2979A3F3A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7" name="Group 551">
                    <a:extLst>
                      <a:ext uri="{FF2B5EF4-FFF2-40B4-BE49-F238E27FC236}">
                        <a16:creationId xmlns:a16="http://schemas.microsoft.com/office/drawing/2014/main" id="{9F0096DD-3742-F04E-97A4-679E004EA5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3" name="Straight Connector 2582">
                      <a:extLst>
                        <a:ext uri="{FF2B5EF4-FFF2-40B4-BE49-F238E27FC236}">
                          <a16:creationId xmlns:a16="http://schemas.microsoft.com/office/drawing/2014/main" id="{814BDEF4-BA8C-374A-A46A-0738D95DDC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4" name="Straight Connector 2583">
                      <a:extLst>
                        <a:ext uri="{FF2B5EF4-FFF2-40B4-BE49-F238E27FC236}">
                          <a16:creationId xmlns:a16="http://schemas.microsoft.com/office/drawing/2014/main" id="{7FC546F3-0B05-7A4B-AD4C-8C9BC3257B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8" name="Group 552">
                    <a:extLst>
                      <a:ext uri="{FF2B5EF4-FFF2-40B4-BE49-F238E27FC236}">
                        <a16:creationId xmlns:a16="http://schemas.microsoft.com/office/drawing/2014/main" id="{A5590C6A-CFFF-0041-AF52-8CE187A222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1" name="Straight Connector 2580">
                      <a:extLst>
                        <a:ext uri="{FF2B5EF4-FFF2-40B4-BE49-F238E27FC236}">
                          <a16:creationId xmlns:a16="http://schemas.microsoft.com/office/drawing/2014/main" id="{6DB4CBD2-9A48-7144-B4AC-57177F161A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2" name="Straight Connector 2581">
                      <a:extLst>
                        <a:ext uri="{FF2B5EF4-FFF2-40B4-BE49-F238E27FC236}">
                          <a16:creationId xmlns:a16="http://schemas.microsoft.com/office/drawing/2014/main" id="{60A7177C-2063-B145-9730-F1FADA4D2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9" name="Group 555">
                    <a:extLst>
                      <a:ext uri="{FF2B5EF4-FFF2-40B4-BE49-F238E27FC236}">
                        <a16:creationId xmlns:a16="http://schemas.microsoft.com/office/drawing/2014/main" id="{7B312BF1-ABA0-A544-9DAB-79A8DB3526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9" name="Straight Connector 2578">
                      <a:extLst>
                        <a:ext uri="{FF2B5EF4-FFF2-40B4-BE49-F238E27FC236}">
                          <a16:creationId xmlns:a16="http://schemas.microsoft.com/office/drawing/2014/main" id="{24B9CAD2-46F6-7E46-8678-07C32C6EA8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0" name="Straight Connector 2579">
                      <a:extLst>
                        <a:ext uri="{FF2B5EF4-FFF2-40B4-BE49-F238E27FC236}">
                          <a16:creationId xmlns:a16="http://schemas.microsoft.com/office/drawing/2014/main" id="{EE902672-76F5-3844-A2AA-FCFE636437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0" name="Group 556">
                    <a:extLst>
                      <a:ext uri="{FF2B5EF4-FFF2-40B4-BE49-F238E27FC236}">
                        <a16:creationId xmlns:a16="http://schemas.microsoft.com/office/drawing/2014/main" id="{117FF5CC-D853-0C48-B287-D9541E96006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7" name="Straight Connector 2576">
                      <a:extLst>
                        <a:ext uri="{FF2B5EF4-FFF2-40B4-BE49-F238E27FC236}">
                          <a16:creationId xmlns:a16="http://schemas.microsoft.com/office/drawing/2014/main" id="{C1FF0F33-24A8-9041-AB6B-8B4B665BB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8" name="Straight Connector 2577">
                      <a:extLst>
                        <a:ext uri="{FF2B5EF4-FFF2-40B4-BE49-F238E27FC236}">
                          <a16:creationId xmlns:a16="http://schemas.microsoft.com/office/drawing/2014/main" id="{AD1D5314-AD6E-1946-8361-C3A013885A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1" name="Group 557">
                    <a:extLst>
                      <a:ext uri="{FF2B5EF4-FFF2-40B4-BE49-F238E27FC236}">
                        <a16:creationId xmlns:a16="http://schemas.microsoft.com/office/drawing/2014/main" id="{87836DA4-532F-1241-9E9E-F487D26884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5" name="Straight Connector 2574">
                      <a:extLst>
                        <a:ext uri="{FF2B5EF4-FFF2-40B4-BE49-F238E27FC236}">
                          <a16:creationId xmlns:a16="http://schemas.microsoft.com/office/drawing/2014/main" id="{30F934FF-2345-DE44-BA2E-47665B0D67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6" name="Straight Connector 2575">
                      <a:extLst>
                        <a:ext uri="{FF2B5EF4-FFF2-40B4-BE49-F238E27FC236}">
                          <a16:creationId xmlns:a16="http://schemas.microsoft.com/office/drawing/2014/main" id="{F1CE7BD6-599D-8B49-AC95-A7F4B64C3E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2" name="Group 558">
                    <a:extLst>
                      <a:ext uri="{FF2B5EF4-FFF2-40B4-BE49-F238E27FC236}">
                        <a16:creationId xmlns:a16="http://schemas.microsoft.com/office/drawing/2014/main" id="{5CA0D093-60B0-0A4A-8ED7-6676327450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3" name="Straight Connector 2572">
                      <a:extLst>
                        <a:ext uri="{FF2B5EF4-FFF2-40B4-BE49-F238E27FC236}">
                          <a16:creationId xmlns:a16="http://schemas.microsoft.com/office/drawing/2014/main" id="{DD18327F-2C9E-0142-AFAD-46C153DAD1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4" name="Straight Connector 2573">
                      <a:extLst>
                        <a:ext uri="{FF2B5EF4-FFF2-40B4-BE49-F238E27FC236}">
                          <a16:creationId xmlns:a16="http://schemas.microsoft.com/office/drawing/2014/main" id="{5E50C869-5298-6347-B9CF-439474FD6E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35" name="Straight Connector 2534">
                  <a:extLst>
                    <a:ext uri="{FF2B5EF4-FFF2-40B4-BE49-F238E27FC236}">
                      <a16:creationId xmlns:a16="http://schemas.microsoft.com/office/drawing/2014/main" id="{155FBDAE-743E-3040-9C64-A0A645A9052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6" name="Straight Connector 2535">
                  <a:extLst>
                    <a:ext uri="{FF2B5EF4-FFF2-40B4-BE49-F238E27FC236}">
                      <a16:creationId xmlns:a16="http://schemas.microsoft.com/office/drawing/2014/main" id="{64F40D2E-9F3C-A54F-B69C-90E95A2ABDD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7" name="Straight Connector 2536">
                  <a:extLst>
                    <a:ext uri="{FF2B5EF4-FFF2-40B4-BE49-F238E27FC236}">
                      <a16:creationId xmlns:a16="http://schemas.microsoft.com/office/drawing/2014/main" id="{0697A2F2-C1B8-D04D-987D-CFEFC140CAA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8" name="Straight Connector 2537">
                  <a:extLst>
                    <a:ext uri="{FF2B5EF4-FFF2-40B4-BE49-F238E27FC236}">
                      <a16:creationId xmlns:a16="http://schemas.microsoft.com/office/drawing/2014/main" id="{82CE24DB-CF2B-8740-86E0-99BD1E4BFAC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9" name="Straight Connector 2538">
                  <a:extLst>
                    <a:ext uri="{FF2B5EF4-FFF2-40B4-BE49-F238E27FC236}">
                      <a16:creationId xmlns:a16="http://schemas.microsoft.com/office/drawing/2014/main" id="{456EEBC9-5478-DB41-9245-87B29473A40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0" name="Straight Connector 2539">
                  <a:extLst>
                    <a:ext uri="{FF2B5EF4-FFF2-40B4-BE49-F238E27FC236}">
                      <a16:creationId xmlns:a16="http://schemas.microsoft.com/office/drawing/2014/main" id="{BF8B5192-9EC8-7444-8674-BCD649EE784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1" name="Straight Connector 2540">
                  <a:extLst>
                    <a:ext uri="{FF2B5EF4-FFF2-40B4-BE49-F238E27FC236}">
                      <a16:creationId xmlns:a16="http://schemas.microsoft.com/office/drawing/2014/main" id="{BD8F44F7-B1F7-AA4A-816F-8D859452EEA1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2" name="Straight Connector 2541">
                  <a:extLst>
                    <a:ext uri="{FF2B5EF4-FFF2-40B4-BE49-F238E27FC236}">
                      <a16:creationId xmlns:a16="http://schemas.microsoft.com/office/drawing/2014/main" id="{6FF32A7A-4D31-D14A-8ECA-BDC18FF43FF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3" name="Straight Connector 2542">
                  <a:extLst>
                    <a:ext uri="{FF2B5EF4-FFF2-40B4-BE49-F238E27FC236}">
                      <a16:creationId xmlns:a16="http://schemas.microsoft.com/office/drawing/2014/main" id="{A74CCCEB-4513-2B48-BCD2-D65CAF4C258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4" name="Straight Connector 2543">
                  <a:extLst>
                    <a:ext uri="{FF2B5EF4-FFF2-40B4-BE49-F238E27FC236}">
                      <a16:creationId xmlns:a16="http://schemas.microsoft.com/office/drawing/2014/main" id="{264B36F9-F92A-7C44-8D71-08EFB1BFAA7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5" name="Straight Connector 2544">
                  <a:extLst>
                    <a:ext uri="{FF2B5EF4-FFF2-40B4-BE49-F238E27FC236}">
                      <a16:creationId xmlns:a16="http://schemas.microsoft.com/office/drawing/2014/main" id="{65A00510-9989-1846-8ED2-D5B50741EAE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6" name="Straight Connector 2545">
                  <a:extLst>
                    <a:ext uri="{FF2B5EF4-FFF2-40B4-BE49-F238E27FC236}">
                      <a16:creationId xmlns:a16="http://schemas.microsoft.com/office/drawing/2014/main" id="{1029C18E-4EE2-6949-BF72-3B4C5EA81BA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7" name="Straight Connector 2546">
                  <a:extLst>
                    <a:ext uri="{FF2B5EF4-FFF2-40B4-BE49-F238E27FC236}">
                      <a16:creationId xmlns:a16="http://schemas.microsoft.com/office/drawing/2014/main" id="{0E64F7A4-3FE6-054C-931A-35F50F687C5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548" name="Group 2547">
                  <a:extLst>
                    <a:ext uri="{FF2B5EF4-FFF2-40B4-BE49-F238E27FC236}">
                      <a16:creationId xmlns:a16="http://schemas.microsoft.com/office/drawing/2014/main" id="{11EE78FC-9387-0C46-AAB3-585BAC09C93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549" name="Rectangle 2548">
                    <a:extLst>
                      <a:ext uri="{FF2B5EF4-FFF2-40B4-BE49-F238E27FC236}">
                        <a16:creationId xmlns:a16="http://schemas.microsoft.com/office/drawing/2014/main" id="{8355CC28-4D31-B14D-A33C-3F6EA5480ED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0" name="Freeform 2549">
                    <a:extLst>
                      <a:ext uri="{FF2B5EF4-FFF2-40B4-BE49-F238E27FC236}">
                        <a16:creationId xmlns:a16="http://schemas.microsoft.com/office/drawing/2014/main" id="{685B2A85-60A9-C34D-92D3-239FD1FC0A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551" name="Group 2550">
                    <a:extLst>
                      <a:ext uri="{FF2B5EF4-FFF2-40B4-BE49-F238E27FC236}">
                        <a16:creationId xmlns:a16="http://schemas.microsoft.com/office/drawing/2014/main" id="{F17B7C18-533E-BA4D-9F58-1FECCCC62E8A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552" name="Freeform 2551">
                      <a:extLst>
                        <a:ext uri="{FF2B5EF4-FFF2-40B4-BE49-F238E27FC236}">
                          <a16:creationId xmlns:a16="http://schemas.microsoft.com/office/drawing/2014/main" id="{3DEAF15D-4F47-F143-A3A4-EA2F62D75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3" name="Freeform 2552">
                      <a:extLst>
                        <a:ext uri="{FF2B5EF4-FFF2-40B4-BE49-F238E27FC236}">
                          <a16:creationId xmlns:a16="http://schemas.microsoft.com/office/drawing/2014/main" id="{2CE35F6C-C96C-AD46-B1C4-604D34627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4" name="Freeform 2553">
                      <a:extLst>
                        <a:ext uri="{FF2B5EF4-FFF2-40B4-BE49-F238E27FC236}">
                          <a16:creationId xmlns:a16="http://schemas.microsoft.com/office/drawing/2014/main" id="{1400A2F3-1D73-DB40-BFEA-A0BEC450D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5" name="Freeform 2554">
                      <a:extLst>
                        <a:ext uri="{FF2B5EF4-FFF2-40B4-BE49-F238E27FC236}">
                          <a16:creationId xmlns:a16="http://schemas.microsoft.com/office/drawing/2014/main" id="{6582DB27-C0C0-EF47-A11E-A6CCFE9D7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32" name="TextBox 2531">
                <a:extLst>
                  <a:ext uri="{FF2B5EF4-FFF2-40B4-BE49-F238E27FC236}">
                    <a16:creationId xmlns:a16="http://schemas.microsoft.com/office/drawing/2014/main" id="{E955B85D-1A43-5943-924C-930554B187D2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33" name="TextBox 2532">
                <a:extLst>
                  <a:ext uri="{FF2B5EF4-FFF2-40B4-BE49-F238E27FC236}">
                    <a16:creationId xmlns:a16="http://schemas.microsoft.com/office/drawing/2014/main" id="{41CCD471-A55D-4D40-B61E-76F52482B181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770" name="Group 2769">
              <a:extLst>
                <a:ext uri="{FF2B5EF4-FFF2-40B4-BE49-F238E27FC236}">
                  <a16:creationId xmlns:a16="http://schemas.microsoft.com/office/drawing/2014/main" id="{ABB37AAA-5245-244C-8BE5-1FDD41B139C1}"/>
                </a:ext>
              </a:extLst>
            </p:cNvPr>
            <p:cNvGrpSpPr/>
            <p:nvPr/>
          </p:nvGrpSpPr>
          <p:grpSpPr>
            <a:xfrm>
              <a:off x="628478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771" name="Straight Connector 2770">
                <a:extLst>
                  <a:ext uri="{FF2B5EF4-FFF2-40B4-BE49-F238E27FC236}">
                    <a16:creationId xmlns:a16="http://schemas.microsoft.com/office/drawing/2014/main" id="{2660BC7F-3AF0-CB42-8C9A-EC70022E2B0D}"/>
                  </a:ext>
                </a:extLst>
              </p:cNvPr>
              <p:cNvCxnSpPr>
                <a:cxnSpLocks/>
                <a:endCxn id="2976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" name="Straight Connector 2771">
                <a:extLst>
                  <a:ext uri="{FF2B5EF4-FFF2-40B4-BE49-F238E27FC236}">
                    <a16:creationId xmlns:a16="http://schemas.microsoft.com/office/drawing/2014/main" id="{F7B00784-A7DC-D04C-8F4A-30B3B163AFC1}"/>
                  </a:ext>
                </a:extLst>
              </p:cNvPr>
              <p:cNvCxnSpPr>
                <a:cxnSpLocks/>
                <a:endCxn id="2920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" name="Straight Connector 2772">
                <a:extLst>
                  <a:ext uri="{FF2B5EF4-FFF2-40B4-BE49-F238E27FC236}">
                    <a16:creationId xmlns:a16="http://schemas.microsoft.com/office/drawing/2014/main" id="{939677D0-73B7-2746-AA91-4BAF9F6359A8}"/>
                  </a:ext>
                </a:extLst>
              </p:cNvPr>
              <p:cNvCxnSpPr>
                <a:cxnSpLocks/>
                <a:endCxn id="279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4" name="Group 2773">
                <a:extLst>
                  <a:ext uri="{FF2B5EF4-FFF2-40B4-BE49-F238E27FC236}">
                    <a16:creationId xmlns:a16="http://schemas.microsoft.com/office/drawing/2014/main" id="{CD3E1C88-B4D0-5542-B16F-7607A4940AC9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958" name="Group 506">
                  <a:extLst>
                    <a:ext uri="{FF2B5EF4-FFF2-40B4-BE49-F238E27FC236}">
                      <a16:creationId xmlns:a16="http://schemas.microsoft.com/office/drawing/2014/main" id="{01C91856-CE84-164B-AAAE-C73DEFCA2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80" name="Rectangle 2979">
                    <a:extLst>
                      <a:ext uri="{FF2B5EF4-FFF2-40B4-BE49-F238E27FC236}">
                        <a16:creationId xmlns:a16="http://schemas.microsoft.com/office/drawing/2014/main" id="{E56709E2-BA63-A049-8D02-104AB2DCB835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1" name="Straight Connector 2980">
                    <a:extLst>
                      <a:ext uri="{FF2B5EF4-FFF2-40B4-BE49-F238E27FC236}">
                        <a16:creationId xmlns:a16="http://schemas.microsoft.com/office/drawing/2014/main" id="{15E2FE11-4EE9-A548-B71B-FD85151DCF9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2" name="Rectangle 2981">
                    <a:extLst>
                      <a:ext uri="{FF2B5EF4-FFF2-40B4-BE49-F238E27FC236}">
                        <a16:creationId xmlns:a16="http://schemas.microsoft.com/office/drawing/2014/main" id="{136D983E-85A6-D248-839E-1DD924AD9ACD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3" name="Straight Connector 2982">
                    <a:extLst>
                      <a:ext uri="{FF2B5EF4-FFF2-40B4-BE49-F238E27FC236}">
                        <a16:creationId xmlns:a16="http://schemas.microsoft.com/office/drawing/2014/main" id="{A9CD21D4-85CD-AE41-A85B-BFF690C15CD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4" name="Rectangle 2983">
                    <a:extLst>
                      <a:ext uri="{FF2B5EF4-FFF2-40B4-BE49-F238E27FC236}">
                        <a16:creationId xmlns:a16="http://schemas.microsoft.com/office/drawing/2014/main" id="{6603FD68-364F-7146-848F-ADCE3D660EC3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85" name="Rectangle 2984">
                    <a:extLst>
                      <a:ext uri="{FF2B5EF4-FFF2-40B4-BE49-F238E27FC236}">
                        <a16:creationId xmlns:a16="http://schemas.microsoft.com/office/drawing/2014/main" id="{C7C87AC4-FEB5-9744-9D97-C6568EE24AD8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6" name="Straight Connector 2985">
                    <a:extLst>
                      <a:ext uri="{FF2B5EF4-FFF2-40B4-BE49-F238E27FC236}">
                        <a16:creationId xmlns:a16="http://schemas.microsoft.com/office/drawing/2014/main" id="{89D40770-424B-1743-A03C-FB92AE2C2EA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87" name="Group 544">
                    <a:extLst>
                      <a:ext uri="{FF2B5EF4-FFF2-40B4-BE49-F238E27FC236}">
                        <a16:creationId xmlns:a16="http://schemas.microsoft.com/office/drawing/2014/main" id="{B0D8153C-AC3D-4B47-B2A0-0BE32513EB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5" name="Straight Connector 3014">
                      <a:extLst>
                        <a:ext uri="{FF2B5EF4-FFF2-40B4-BE49-F238E27FC236}">
                          <a16:creationId xmlns:a16="http://schemas.microsoft.com/office/drawing/2014/main" id="{4CD5F0B5-3BBD-BC47-A782-E5227147F1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6" name="Straight Connector 3015">
                      <a:extLst>
                        <a:ext uri="{FF2B5EF4-FFF2-40B4-BE49-F238E27FC236}">
                          <a16:creationId xmlns:a16="http://schemas.microsoft.com/office/drawing/2014/main" id="{377F983C-3485-4343-943B-C5D37F1BF9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8" name="Group 547">
                    <a:extLst>
                      <a:ext uri="{FF2B5EF4-FFF2-40B4-BE49-F238E27FC236}">
                        <a16:creationId xmlns:a16="http://schemas.microsoft.com/office/drawing/2014/main" id="{676A633B-0C83-4E45-B8C9-7D74B388E5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3" name="Straight Connector 3012">
                      <a:extLst>
                        <a:ext uri="{FF2B5EF4-FFF2-40B4-BE49-F238E27FC236}">
                          <a16:creationId xmlns:a16="http://schemas.microsoft.com/office/drawing/2014/main" id="{D33D4A0D-3C90-344A-AAF5-CBF87B124E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4" name="Straight Connector 3013">
                      <a:extLst>
                        <a:ext uri="{FF2B5EF4-FFF2-40B4-BE49-F238E27FC236}">
                          <a16:creationId xmlns:a16="http://schemas.microsoft.com/office/drawing/2014/main" id="{08BA40ED-3CD9-B043-9C67-0C93BB36B0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9" name="Group 549">
                    <a:extLst>
                      <a:ext uri="{FF2B5EF4-FFF2-40B4-BE49-F238E27FC236}">
                        <a16:creationId xmlns:a16="http://schemas.microsoft.com/office/drawing/2014/main" id="{9CB9AB89-378F-304A-BF4E-FDA043C370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1" name="Straight Connector 3010">
                      <a:extLst>
                        <a:ext uri="{FF2B5EF4-FFF2-40B4-BE49-F238E27FC236}">
                          <a16:creationId xmlns:a16="http://schemas.microsoft.com/office/drawing/2014/main" id="{8EA479FC-215E-D44E-91A2-7480A29D82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2" name="Straight Connector 3011">
                      <a:extLst>
                        <a:ext uri="{FF2B5EF4-FFF2-40B4-BE49-F238E27FC236}">
                          <a16:creationId xmlns:a16="http://schemas.microsoft.com/office/drawing/2014/main" id="{2E88F7AD-46AE-F04B-8EAC-4E0A721E69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0" name="Group 550">
                    <a:extLst>
                      <a:ext uri="{FF2B5EF4-FFF2-40B4-BE49-F238E27FC236}">
                        <a16:creationId xmlns:a16="http://schemas.microsoft.com/office/drawing/2014/main" id="{C9031434-A48D-6C4E-AF37-F907B57327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9" name="Straight Connector 3008">
                      <a:extLst>
                        <a:ext uri="{FF2B5EF4-FFF2-40B4-BE49-F238E27FC236}">
                          <a16:creationId xmlns:a16="http://schemas.microsoft.com/office/drawing/2014/main" id="{C9DB9FCC-D3D0-6340-A8DD-2DF5F29D85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0" name="Straight Connector 3009">
                      <a:extLst>
                        <a:ext uri="{FF2B5EF4-FFF2-40B4-BE49-F238E27FC236}">
                          <a16:creationId xmlns:a16="http://schemas.microsoft.com/office/drawing/2014/main" id="{AB912982-D9D7-D84C-B769-82A12CA04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1" name="Group 551">
                    <a:extLst>
                      <a:ext uri="{FF2B5EF4-FFF2-40B4-BE49-F238E27FC236}">
                        <a16:creationId xmlns:a16="http://schemas.microsoft.com/office/drawing/2014/main" id="{533467A7-AD7C-0949-93BC-61370C6CB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7" name="Straight Connector 3006">
                      <a:extLst>
                        <a:ext uri="{FF2B5EF4-FFF2-40B4-BE49-F238E27FC236}">
                          <a16:creationId xmlns:a16="http://schemas.microsoft.com/office/drawing/2014/main" id="{CBB29AA8-8BFB-F74A-8EA5-E1BCFE63CA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8" name="Straight Connector 3007">
                      <a:extLst>
                        <a:ext uri="{FF2B5EF4-FFF2-40B4-BE49-F238E27FC236}">
                          <a16:creationId xmlns:a16="http://schemas.microsoft.com/office/drawing/2014/main" id="{D4197E28-1D6C-714F-BE52-520F9F8B38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2" name="Group 552">
                    <a:extLst>
                      <a:ext uri="{FF2B5EF4-FFF2-40B4-BE49-F238E27FC236}">
                        <a16:creationId xmlns:a16="http://schemas.microsoft.com/office/drawing/2014/main" id="{FF6B82A5-0653-904B-AF3B-28AEBF064F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5" name="Straight Connector 3004">
                      <a:extLst>
                        <a:ext uri="{FF2B5EF4-FFF2-40B4-BE49-F238E27FC236}">
                          <a16:creationId xmlns:a16="http://schemas.microsoft.com/office/drawing/2014/main" id="{3F7D0CD4-DD28-064F-B099-B48BEB18E0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6" name="Straight Connector 3005">
                      <a:extLst>
                        <a:ext uri="{FF2B5EF4-FFF2-40B4-BE49-F238E27FC236}">
                          <a16:creationId xmlns:a16="http://schemas.microsoft.com/office/drawing/2014/main" id="{B8D49641-20C4-AB40-8BEB-F7029A2F3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3" name="Group 555">
                    <a:extLst>
                      <a:ext uri="{FF2B5EF4-FFF2-40B4-BE49-F238E27FC236}">
                        <a16:creationId xmlns:a16="http://schemas.microsoft.com/office/drawing/2014/main" id="{3293D173-C9D7-8847-9E10-7F5997E290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3" name="Straight Connector 3002">
                      <a:extLst>
                        <a:ext uri="{FF2B5EF4-FFF2-40B4-BE49-F238E27FC236}">
                          <a16:creationId xmlns:a16="http://schemas.microsoft.com/office/drawing/2014/main" id="{D7F9967F-A397-5540-AD30-15D000A0E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4" name="Straight Connector 3003">
                      <a:extLst>
                        <a:ext uri="{FF2B5EF4-FFF2-40B4-BE49-F238E27FC236}">
                          <a16:creationId xmlns:a16="http://schemas.microsoft.com/office/drawing/2014/main" id="{6FDAF489-E4AA-4941-9B10-2B318B086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4" name="Group 556">
                    <a:extLst>
                      <a:ext uri="{FF2B5EF4-FFF2-40B4-BE49-F238E27FC236}">
                        <a16:creationId xmlns:a16="http://schemas.microsoft.com/office/drawing/2014/main" id="{0A5A6645-F0BB-734A-B058-9A4AFF37DA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1" name="Straight Connector 3000">
                      <a:extLst>
                        <a:ext uri="{FF2B5EF4-FFF2-40B4-BE49-F238E27FC236}">
                          <a16:creationId xmlns:a16="http://schemas.microsoft.com/office/drawing/2014/main" id="{FFD6FAB3-E327-CC4B-80A2-B2050A67F8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2" name="Straight Connector 3001">
                      <a:extLst>
                        <a:ext uri="{FF2B5EF4-FFF2-40B4-BE49-F238E27FC236}">
                          <a16:creationId xmlns:a16="http://schemas.microsoft.com/office/drawing/2014/main" id="{E2DE5F2E-082F-4446-8561-325FCF6014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5" name="Group 557">
                    <a:extLst>
                      <a:ext uri="{FF2B5EF4-FFF2-40B4-BE49-F238E27FC236}">
                        <a16:creationId xmlns:a16="http://schemas.microsoft.com/office/drawing/2014/main" id="{2AC6542E-9AB4-004C-B016-D09260D39C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9" name="Straight Connector 2998">
                      <a:extLst>
                        <a:ext uri="{FF2B5EF4-FFF2-40B4-BE49-F238E27FC236}">
                          <a16:creationId xmlns:a16="http://schemas.microsoft.com/office/drawing/2014/main" id="{86C3C23D-831C-F94E-9ABC-B43E231D34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0" name="Straight Connector 2999">
                      <a:extLst>
                        <a:ext uri="{FF2B5EF4-FFF2-40B4-BE49-F238E27FC236}">
                          <a16:creationId xmlns:a16="http://schemas.microsoft.com/office/drawing/2014/main" id="{73C2F54F-88B7-1346-9272-8D602A92D7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6" name="Group 558">
                    <a:extLst>
                      <a:ext uri="{FF2B5EF4-FFF2-40B4-BE49-F238E27FC236}">
                        <a16:creationId xmlns:a16="http://schemas.microsoft.com/office/drawing/2014/main" id="{969D5965-705C-3D46-AB96-0713B47AC6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7" name="Straight Connector 2996">
                      <a:extLst>
                        <a:ext uri="{FF2B5EF4-FFF2-40B4-BE49-F238E27FC236}">
                          <a16:creationId xmlns:a16="http://schemas.microsoft.com/office/drawing/2014/main" id="{BFAB4A26-1A95-9C42-95F1-99D99F9D31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8" name="Straight Connector 2997">
                      <a:extLst>
                        <a:ext uri="{FF2B5EF4-FFF2-40B4-BE49-F238E27FC236}">
                          <a16:creationId xmlns:a16="http://schemas.microsoft.com/office/drawing/2014/main" id="{75E2530F-B768-7546-9F6C-9402FED914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59" name="Straight Connector 2958">
                  <a:extLst>
                    <a:ext uri="{FF2B5EF4-FFF2-40B4-BE49-F238E27FC236}">
                      <a16:creationId xmlns:a16="http://schemas.microsoft.com/office/drawing/2014/main" id="{F2EAA3B2-503B-4D42-BEEB-C6A885CD05DA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0" name="Straight Connector 2959">
                  <a:extLst>
                    <a:ext uri="{FF2B5EF4-FFF2-40B4-BE49-F238E27FC236}">
                      <a16:creationId xmlns:a16="http://schemas.microsoft.com/office/drawing/2014/main" id="{04483DA5-4614-7641-87CE-CC4D28818560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1" name="Straight Connector 2960">
                  <a:extLst>
                    <a:ext uri="{FF2B5EF4-FFF2-40B4-BE49-F238E27FC236}">
                      <a16:creationId xmlns:a16="http://schemas.microsoft.com/office/drawing/2014/main" id="{EFD0DBBB-D844-C94E-A108-05FA3A9EE54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2" name="Straight Connector 2961">
                  <a:extLst>
                    <a:ext uri="{FF2B5EF4-FFF2-40B4-BE49-F238E27FC236}">
                      <a16:creationId xmlns:a16="http://schemas.microsoft.com/office/drawing/2014/main" id="{814EF190-1B35-524C-ADCD-12FCE76F47C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3" name="Straight Connector 2962">
                  <a:extLst>
                    <a:ext uri="{FF2B5EF4-FFF2-40B4-BE49-F238E27FC236}">
                      <a16:creationId xmlns:a16="http://schemas.microsoft.com/office/drawing/2014/main" id="{0D778635-B2C5-674C-845C-CEBF19E0A83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4" name="Straight Connector 2963">
                  <a:extLst>
                    <a:ext uri="{FF2B5EF4-FFF2-40B4-BE49-F238E27FC236}">
                      <a16:creationId xmlns:a16="http://schemas.microsoft.com/office/drawing/2014/main" id="{3A3ADA51-298F-354B-8DBE-2A36970B4FE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5" name="Straight Connector 2964">
                  <a:extLst>
                    <a:ext uri="{FF2B5EF4-FFF2-40B4-BE49-F238E27FC236}">
                      <a16:creationId xmlns:a16="http://schemas.microsoft.com/office/drawing/2014/main" id="{6AB117A0-0B8B-5D47-86EF-1DAAA51B812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6" name="Straight Connector 2965">
                  <a:extLst>
                    <a:ext uri="{FF2B5EF4-FFF2-40B4-BE49-F238E27FC236}">
                      <a16:creationId xmlns:a16="http://schemas.microsoft.com/office/drawing/2014/main" id="{850DCEE2-D453-C14F-9C11-3F3A5D87E7FD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7" name="Straight Connector 2966">
                  <a:extLst>
                    <a:ext uri="{FF2B5EF4-FFF2-40B4-BE49-F238E27FC236}">
                      <a16:creationId xmlns:a16="http://schemas.microsoft.com/office/drawing/2014/main" id="{7E0E45F6-A7C2-8B4E-9C45-42E71BB185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8" name="Straight Connector 2967">
                  <a:extLst>
                    <a:ext uri="{FF2B5EF4-FFF2-40B4-BE49-F238E27FC236}">
                      <a16:creationId xmlns:a16="http://schemas.microsoft.com/office/drawing/2014/main" id="{0FFE8662-7383-3E42-B195-63FD3FE7D2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9" name="Straight Connector 2968">
                  <a:extLst>
                    <a:ext uri="{FF2B5EF4-FFF2-40B4-BE49-F238E27FC236}">
                      <a16:creationId xmlns:a16="http://schemas.microsoft.com/office/drawing/2014/main" id="{858204A7-BF2F-B54A-A6C9-83ABA608AFA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0" name="Straight Connector 2969">
                  <a:extLst>
                    <a:ext uri="{FF2B5EF4-FFF2-40B4-BE49-F238E27FC236}">
                      <a16:creationId xmlns:a16="http://schemas.microsoft.com/office/drawing/2014/main" id="{3850A4DF-ADE5-E84B-B90C-80F1ACFB786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1" name="Straight Connector 2970">
                  <a:extLst>
                    <a:ext uri="{FF2B5EF4-FFF2-40B4-BE49-F238E27FC236}">
                      <a16:creationId xmlns:a16="http://schemas.microsoft.com/office/drawing/2014/main" id="{BC335103-93AF-D442-B5A6-B98BA3A1E0C4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72" name="Group 2971">
                  <a:extLst>
                    <a:ext uri="{FF2B5EF4-FFF2-40B4-BE49-F238E27FC236}">
                      <a16:creationId xmlns:a16="http://schemas.microsoft.com/office/drawing/2014/main" id="{82936530-5ED7-9B4F-B1C9-997FC75A9A1E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73" name="Rectangle 2972">
                    <a:extLst>
                      <a:ext uri="{FF2B5EF4-FFF2-40B4-BE49-F238E27FC236}">
                        <a16:creationId xmlns:a16="http://schemas.microsoft.com/office/drawing/2014/main" id="{676CE18E-493E-7245-9F15-1664559A1EA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74" name="Freeform 2973">
                    <a:extLst>
                      <a:ext uri="{FF2B5EF4-FFF2-40B4-BE49-F238E27FC236}">
                        <a16:creationId xmlns:a16="http://schemas.microsoft.com/office/drawing/2014/main" id="{50900629-1230-6F42-82F0-AAF55D4498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75" name="Group 2974">
                    <a:extLst>
                      <a:ext uri="{FF2B5EF4-FFF2-40B4-BE49-F238E27FC236}">
                        <a16:creationId xmlns:a16="http://schemas.microsoft.com/office/drawing/2014/main" id="{A18D766A-2DD7-DF42-BEFF-3D454F6395DD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76" name="Freeform 2975">
                      <a:extLst>
                        <a:ext uri="{FF2B5EF4-FFF2-40B4-BE49-F238E27FC236}">
                          <a16:creationId xmlns:a16="http://schemas.microsoft.com/office/drawing/2014/main" id="{E687B5EB-ED66-8049-9CF1-02BDCC103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7" name="Freeform 2976">
                      <a:extLst>
                        <a:ext uri="{FF2B5EF4-FFF2-40B4-BE49-F238E27FC236}">
                          <a16:creationId xmlns:a16="http://schemas.microsoft.com/office/drawing/2014/main" id="{A0B5B10F-6049-9040-AAFD-ABDD92DF4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8" name="Freeform 2977">
                      <a:extLst>
                        <a:ext uri="{FF2B5EF4-FFF2-40B4-BE49-F238E27FC236}">
                          <a16:creationId xmlns:a16="http://schemas.microsoft.com/office/drawing/2014/main" id="{E051DAA4-FFCE-1246-83BF-AB0908B00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9" name="Freeform 2978">
                      <a:extLst>
                        <a:ext uri="{FF2B5EF4-FFF2-40B4-BE49-F238E27FC236}">
                          <a16:creationId xmlns:a16="http://schemas.microsoft.com/office/drawing/2014/main" id="{174C85F8-BBB5-8745-BF3F-3A95FB901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775" name="Straight Connector 2774">
                <a:extLst>
                  <a:ext uri="{FF2B5EF4-FFF2-40B4-BE49-F238E27FC236}">
                    <a16:creationId xmlns:a16="http://schemas.microsoft.com/office/drawing/2014/main" id="{1017697C-9CA0-E24A-A992-132D22E9DCC7}"/>
                  </a:ext>
                </a:extLst>
              </p:cNvPr>
              <p:cNvCxnSpPr>
                <a:cxnSpLocks/>
                <a:endCxn id="2858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6" name="Group 2775">
                <a:extLst>
                  <a:ext uri="{FF2B5EF4-FFF2-40B4-BE49-F238E27FC236}">
                    <a16:creationId xmlns:a16="http://schemas.microsoft.com/office/drawing/2014/main" id="{CC5C6A66-9A8E-7D47-91C4-5C76B185CF76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99" name="Group 506">
                  <a:extLst>
                    <a:ext uri="{FF2B5EF4-FFF2-40B4-BE49-F238E27FC236}">
                      <a16:creationId xmlns:a16="http://schemas.microsoft.com/office/drawing/2014/main" id="{DD7F8D35-1E8B-B649-8D1A-55DEA3B217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21" name="Rectangle 2920">
                    <a:extLst>
                      <a:ext uri="{FF2B5EF4-FFF2-40B4-BE49-F238E27FC236}">
                        <a16:creationId xmlns:a16="http://schemas.microsoft.com/office/drawing/2014/main" id="{718737FB-C534-3040-BCD6-EE411A2D9BF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2" name="Straight Connector 2921">
                    <a:extLst>
                      <a:ext uri="{FF2B5EF4-FFF2-40B4-BE49-F238E27FC236}">
                        <a16:creationId xmlns:a16="http://schemas.microsoft.com/office/drawing/2014/main" id="{9CFB1D22-C454-7143-B09B-925031EBEA0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3" name="Rectangle 2922">
                    <a:extLst>
                      <a:ext uri="{FF2B5EF4-FFF2-40B4-BE49-F238E27FC236}">
                        <a16:creationId xmlns:a16="http://schemas.microsoft.com/office/drawing/2014/main" id="{4FCBC5F9-F1A7-604A-8C88-46A4B54456E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4" name="Straight Connector 2923">
                    <a:extLst>
                      <a:ext uri="{FF2B5EF4-FFF2-40B4-BE49-F238E27FC236}">
                        <a16:creationId xmlns:a16="http://schemas.microsoft.com/office/drawing/2014/main" id="{8BC88AE4-1843-A845-9F66-45F44CA275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5" name="Rectangle 2924">
                    <a:extLst>
                      <a:ext uri="{FF2B5EF4-FFF2-40B4-BE49-F238E27FC236}">
                        <a16:creationId xmlns:a16="http://schemas.microsoft.com/office/drawing/2014/main" id="{8763750C-5AF5-FD47-9A50-A6C9DCC12A1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26" name="Rectangle 2925">
                    <a:extLst>
                      <a:ext uri="{FF2B5EF4-FFF2-40B4-BE49-F238E27FC236}">
                        <a16:creationId xmlns:a16="http://schemas.microsoft.com/office/drawing/2014/main" id="{230730EA-0696-754C-9F52-941F36D5E7EB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7" name="Straight Connector 2926">
                    <a:extLst>
                      <a:ext uri="{FF2B5EF4-FFF2-40B4-BE49-F238E27FC236}">
                        <a16:creationId xmlns:a16="http://schemas.microsoft.com/office/drawing/2014/main" id="{0882CEC4-AC75-3242-884C-54BBFFE8AC5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28" name="Group 544">
                    <a:extLst>
                      <a:ext uri="{FF2B5EF4-FFF2-40B4-BE49-F238E27FC236}">
                        <a16:creationId xmlns:a16="http://schemas.microsoft.com/office/drawing/2014/main" id="{FBB7DDEE-811F-8844-B9A1-62BCE34DA6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6" name="Straight Connector 2955">
                      <a:extLst>
                        <a:ext uri="{FF2B5EF4-FFF2-40B4-BE49-F238E27FC236}">
                          <a16:creationId xmlns:a16="http://schemas.microsoft.com/office/drawing/2014/main" id="{1018141C-048B-F147-ADBE-41EC275C62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7" name="Straight Connector 2956">
                      <a:extLst>
                        <a:ext uri="{FF2B5EF4-FFF2-40B4-BE49-F238E27FC236}">
                          <a16:creationId xmlns:a16="http://schemas.microsoft.com/office/drawing/2014/main" id="{D35D183B-0C50-1D44-AEBE-5B87459B17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29" name="Group 547">
                    <a:extLst>
                      <a:ext uri="{FF2B5EF4-FFF2-40B4-BE49-F238E27FC236}">
                        <a16:creationId xmlns:a16="http://schemas.microsoft.com/office/drawing/2014/main" id="{5B7ED62F-7533-4E47-B291-274D688E7D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4" name="Straight Connector 2953">
                      <a:extLst>
                        <a:ext uri="{FF2B5EF4-FFF2-40B4-BE49-F238E27FC236}">
                          <a16:creationId xmlns:a16="http://schemas.microsoft.com/office/drawing/2014/main" id="{CC8F7D80-385B-DB4C-B9BD-D6720464D5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5" name="Straight Connector 2954">
                      <a:extLst>
                        <a:ext uri="{FF2B5EF4-FFF2-40B4-BE49-F238E27FC236}">
                          <a16:creationId xmlns:a16="http://schemas.microsoft.com/office/drawing/2014/main" id="{E07DADA6-73AF-A447-82E5-BBC5FA7429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0" name="Group 549">
                    <a:extLst>
                      <a:ext uri="{FF2B5EF4-FFF2-40B4-BE49-F238E27FC236}">
                        <a16:creationId xmlns:a16="http://schemas.microsoft.com/office/drawing/2014/main" id="{E13E32F1-6738-C249-8D24-43A1D462569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2" name="Straight Connector 2951">
                      <a:extLst>
                        <a:ext uri="{FF2B5EF4-FFF2-40B4-BE49-F238E27FC236}">
                          <a16:creationId xmlns:a16="http://schemas.microsoft.com/office/drawing/2014/main" id="{EE041995-58F8-7443-9D0F-9DA3D647A4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3" name="Straight Connector 2952">
                      <a:extLst>
                        <a:ext uri="{FF2B5EF4-FFF2-40B4-BE49-F238E27FC236}">
                          <a16:creationId xmlns:a16="http://schemas.microsoft.com/office/drawing/2014/main" id="{0A31F62D-084C-D141-BF8B-AC632DA1B6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1" name="Group 550">
                    <a:extLst>
                      <a:ext uri="{FF2B5EF4-FFF2-40B4-BE49-F238E27FC236}">
                        <a16:creationId xmlns:a16="http://schemas.microsoft.com/office/drawing/2014/main" id="{55A77F25-D2F4-2145-95DF-D15D7578159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0" name="Straight Connector 2949">
                      <a:extLst>
                        <a:ext uri="{FF2B5EF4-FFF2-40B4-BE49-F238E27FC236}">
                          <a16:creationId xmlns:a16="http://schemas.microsoft.com/office/drawing/2014/main" id="{796FD85D-C4FC-0F43-ADBC-76E21E76DB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1" name="Straight Connector 2950">
                      <a:extLst>
                        <a:ext uri="{FF2B5EF4-FFF2-40B4-BE49-F238E27FC236}">
                          <a16:creationId xmlns:a16="http://schemas.microsoft.com/office/drawing/2014/main" id="{658E98D7-89D8-1B4D-AEBD-745E34A265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2" name="Group 551">
                    <a:extLst>
                      <a:ext uri="{FF2B5EF4-FFF2-40B4-BE49-F238E27FC236}">
                        <a16:creationId xmlns:a16="http://schemas.microsoft.com/office/drawing/2014/main" id="{7DD8890E-8D54-8E41-8B84-3A2C7EFD82E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8" name="Straight Connector 2947">
                      <a:extLst>
                        <a:ext uri="{FF2B5EF4-FFF2-40B4-BE49-F238E27FC236}">
                          <a16:creationId xmlns:a16="http://schemas.microsoft.com/office/drawing/2014/main" id="{E4D30A65-64A5-7F46-A605-8303BEB3D5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9" name="Straight Connector 2948">
                      <a:extLst>
                        <a:ext uri="{FF2B5EF4-FFF2-40B4-BE49-F238E27FC236}">
                          <a16:creationId xmlns:a16="http://schemas.microsoft.com/office/drawing/2014/main" id="{C7C56CA3-AFD9-AC44-970E-56FE6F4EC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3" name="Group 552">
                    <a:extLst>
                      <a:ext uri="{FF2B5EF4-FFF2-40B4-BE49-F238E27FC236}">
                        <a16:creationId xmlns:a16="http://schemas.microsoft.com/office/drawing/2014/main" id="{343DD91E-FD21-EA47-B19F-7F9CA1A057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6" name="Straight Connector 2945">
                      <a:extLst>
                        <a:ext uri="{FF2B5EF4-FFF2-40B4-BE49-F238E27FC236}">
                          <a16:creationId xmlns:a16="http://schemas.microsoft.com/office/drawing/2014/main" id="{EE84D02A-DACA-DC4E-B776-2726950989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7" name="Straight Connector 2946">
                      <a:extLst>
                        <a:ext uri="{FF2B5EF4-FFF2-40B4-BE49-F238E27FC236}">
                          <a16:creationId xmlns:a16="http://schemas.microsoft.com/office/drawing/2014/main" id="{16922C22-1F28-9648-9C20-FAB96A34A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4" name="Group 555">
                    <a:extLst>
                      <a:ext uri="{FF2B5EF4-FFF2-40B4-BE49-F238E27FC236}">
                        <a16:creationId xmlns:a16="http://schemas.microsoft.com/office/drawing/2014/main" id="{43068491-AA0B-8348-8399-8172743BC06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4" name="Straight Connector 2943">
                      <a:extLst>
                        <a:ext uri="{FF2B5EF4-FFF2-40B4-BE49-F238E27FC236}">
                          <a16:creationId xmlns:a16="http://schemas.microsoft.com/office/drawing/2014/main" id="{1C395987-ADEF-7E40-BB69-093854DEB6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5" name="Straight Connector 2944">
                      <a:extLst>
                        <a:ext uri="{FF2B5EF4-FFF2-40B4-BE49-F238E27FC236}">
                          <a16:creationId xmlns:a16="http://schemas.microsoft.com/office/drawing/2014/main" id="{B0B3E925-D2C3-BA41-9AEC-0EAA261367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5" name="Group 556">
                    <a:extLst>
                      <a:ext uri="{FF2B5EF4-FFF2-40B4-BE49-F238E27FC236}">
                        <a16:creationId xmlns:a16="http://schemas.microsoft.com/office/drawing/2014/main" id="{305E16B9-FD0A-F141-B8E9-549A9FE535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2" name="Straight Connector 2941">
                      <a:extLst>
                        <a:ext uri="{FF2B5EF4-FFF2-40B4-BE49-F238E27FC236}">
                          <a16:creationId xmlns:a16="http://schemas.microsoft.com/office/drawing/2014/main" id="{A9433817-6942-1341-9C3C-8E8370DAD2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3" name="Straight Connector 2942">
                      <a:extLst>
                        <a:ext uri="{FF2B5EF4-FFF2-40B4-BE49-F238E27FC236}">
                          <a16:creationId xmlns:a16="http://schemas.microsoft.com/office/drawing/2014/main" id="{FECB823D-F046-6949-9DA7-1B8F261E7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6" name="Group 557">
                    <a:extLst>
                      <a:ext uri="{FF2B5EF4-FFF2-40B4-BE49-F238E27FC236}">
                        <a16:creationId xmlns:a16="http://schemas.microsoft.com/office/drawing/2014/main" id="{EFC3FA28-E4D7-D14A-B812-3A47D8B49E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0" name="Straight Connector 2939">
                      <a:extLst>
                        <a:ext uri="{FF2B5EF4-FFF2-40B4-BE49-F238E27FC236}">
                          <a16:creationId xmlns:a16="http://schemas.microsoft.com/office/drawing/2014/main" id="{70A4415D-B979-4C4D-BACD-EC0A504DD1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1" name="Straight Connector 2940">
                      <a:extLst>
                        <a:ext uri="{FF2B5EF4-FFF2-40B4-BE49-F238E27FC236}">
                          <a16:creationId xmlns:a16="http://schemas.microsoft.com/office/drawing/2014/main" id="{F2282D8E-6C39-2841-BF42-9D003542D1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7" name="Group 558">
                    <a:extLst>
                      <a:ext uri="{FF2B5EF4-FFF2-40B4-BE49-F238E27FC236}">
                        <a16:creationId xmlns:a16="http://schemas.microsoft.com/office/drawing/2014/main" id="{054C09C5-E80B-9B4B-AEDD-9A0B3923AA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38" name="Straight Connector 2937">
                      <a:extLst>
                        <a:ext uri="{FF2B5EF4-FFF2-40B4-BE49-F238E27FC236}">
                          <a16:creationId xmlns:a16="http://schemas.microsoft.com/office/drawing/2014/main" id="{BDA31936-4F87-5F49-B987-FAFF3D35AE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39" name="Straight Connector 2938">
                      <a:extLst>
                        <a:ext uri="{FF2B5EF4-FFF2-40B4-BE49-F238E27FC236}">
                          <a16:creationId xmlns:a16="http://schemas.microsoft.com/office/drawing/2014/main" id="{2A4BB9C4-40F2-8649-9546-57E0C4EB3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00" name="Straight Connector 2899">
                  <a:extLst>
                    <a:ext uri="{FF2B5EF4-FFF2-40B4-BE49-F238E27FC236}">
                      <a16:creationId xmlns:a16="http://schemas.microsoft.com/office/drawing/2014/main" id="{A2E268F5-3C1A-6647-AB8D-EDE099B3D7F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1" name="Straight Connector 2900">
                  <a:extLst>
                    <a:ext uri="{FF2B5EF4-FFF2-40B4-BE49-F238E27FC236}">
                      <a16:creationId xmlns:a16="http://schemas.microsoft.com/office/drawing/2014/main" id="{F3500C6A-BE8C-3444-BEC0-52DE8DEA177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2" name="Straight Connector 2901">
                  <a:extLst>
                    <a:ext uri="{FF2B5EF4-FFF2-40B4-BE49-F238E27FC236}">
                      <a16:creationId xmlns:a16="http://schemas.microsoft.com/office/drawing/2014/main" id="{26894759-600F-214E-BEDF-93D38F40E50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3" name="Straight Connector 2902">
                  <a:extLst>
                    <a:ext uri="{FF2B5EF4-FFF2-40B4-BE49-F238E27FC236}">
                      <a16:creationId xmlns:a16="http://schemas.microsoft.com/office/drawing/2014/main" id="{BA0AAA6E-448A-A848-8F2E-737E0B45BF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4" name="Straight Connector 2903">
                  <a:extLst>
                    <a:ext uri="{FF2B5EF4-FFF2-40B4-BE49-F238E27FC236}">
                      <a16:creationId xmlns:a16="http://schemas.microsoft.com/office/drawing/2014/main" id="{FE27EBC9-84B0-EB40-99C6-C61A35A52BD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5" name="Straight Connector 2904">
                  <a:extLst>
                    <a:ext uri="{FF2B5EF4-FFF2-40B4-BE49-F238E27FC236}">
                      <a16:creationId xmlns:a16="http://schemas.microsoft.com/office/drawing/2014/main" id="{58D73D6F-772E-2F4A-9EA3-46C3BA62778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6" name="Straight Connector 2905">
                  <a:extLst>
                    <a:ext uri="{FF2B5EF4-FFF2-40B4-BE49-F238E27FC236}">
                      <a16:creationId xmlns:a16="http://schemas.microsoft.com/office/drawing/2014/main" id="{D4A28EC0-8669-0840-88CA-A254938B87C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7" name="Straight Connector 2906">
                  <a:extLst>
                    <a:ext uri="{FF2B5EF4-FFF2-40B4-BE49-F238E27FC236}">
                      <a16:creationId xmlns:a16="http://schemas.microsoft.com/office/drawing/2014/main" id="{E0ECAF8D-44C0-184D-8EC6-D551382F668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8" name="Straight Connector 2907">
                  <a:extLst>
                    <a:ext uri="{FF2B5EF4-FFF2-40B4-BE49-F238E27FC236}">
                      <a16:creationId xmlns:a16="http://schemas.microsoft.com/office/drawing/2014/main" id="{11CF50A8-E748-324C-91E6-41DBEC3DF010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9" name="Straight Connector 2908">
                  <a:extLst>
                    <a:ext uri="{FF2B5EF4-FFF2-40B4-BE49-F238E27FC236}">
                      <a16:creationId xmlns:a16="http://schemas.microsoft.com/office/drawing/2014/main" id="{9363A222-950D-5B4B-85B2-46ACF444E06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0" name="Straight Connector 2909">
                  <a:extLst>
                    <a:ext uri="{FF2B5EF4-FFF2-40B4-BE49-F238E27FC236}">
                      <a16:creationId xmlns:a16="http://schemas.microsoft.com/office/drawing/2014/main" id="{4715F7CE-3102-0B49-9402-A77064B48C9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1" name="Straight Connector 2910">
                  <a:extLst>
                    <a:ext uri="{FF2B5EF4-FFF2-40B4-BE49-F238E27FC236}">
                      <a16:creationId xmlns:a16="http://schemas.microsoft.com/office/drawing/2014/main" id="{30839DA8-2DEB-0C46-8675-1994D37DF8AB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2" name="Straight Connector 2911">
                  <a:extLst>
                    <a:ext uri="{FF2B5EF4-FFF2-40B4-BE49-F238E27FC236}">
                      <a16:creationId xmlns:a16="http://schemas.microsoft.com/office/drawing/2014/main" id="{1A5BCFD0-F336-9943-87FE-8656BE1298D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13" name="Group 2912">
                  <a:extLst>
                    <a:ext uri="{FF2B5EF4-FFF2-40B4-BE49-F238E27FC236}">
                      <a16:creationId xmlns:a16="http://schemas.microsoft.com/office/drawing/2014/main" id="{C6850839-CB87-9A49-85D7-1033C03D028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14" name="Rectangle 2913">
                    <a:extLst>
                      <a:ext uri="{FF2B5EF4-FFF2-40B4-BE49-F238E27FC236}">
                        <a16:creationId xmlns:a16="http://schemas.microsoft.com/office/drawing/2014/main" id="{C65CA0C6-40C0-6846-B4A1-8A6134491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15" name="Freeform 2914">
                    <a:extLst>
                      <a:ext uri="{FF2B5EF4-FFF2-40B4-BE49-F238E27FC236}">
                        <a16:creationId xmlns:a16="http://schemas.microsoft.com/office/drawing/2014/main" id="{A2FEC4D4-FE55-AE48-8FC5-720745664E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16" name="Group 2915">
                    <a:extLst>
                      <a:ext uri="{FF2B5EF4-FFF2-40B4-BE49-F238E27FC236}">
                        <a16:creationId xmlns:a16="http://schemas.microsoft.com/office/drawing/2014/main" id="{707BF010-EA01-4549-B631-1C68A6BA66B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17" name="Freeform 2916">
                      <a:extLst>
                        <a:ext uri="{FF2B5EF4-FFF2-40B4-BE49-F238E27FC236}">
                          <a16:creationId xmlns:a16="http://schemas.microsoft.com/office/drawing/2014/main" id="{1911A0DD-6D5F-8941-ADAB-A2A175518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8" name="Freeform 2917">
                      <a:extLst>
                        <a:ext uri="{FF2B5EF4-FFF2-40B4-BE49-F238E27FC236}">
                          <a16:creationId xmlns:a16="http://schemas.microsoft.com/office/drawing/2014/main" id="{EB68124C-FA0A-8C45-8AC5-99BCCFB39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9" name="Freeform 2918">
                      <a:extLst>
                        <a:ext uri="{FF2B5EF4-FFF2-40B4-BE49-F238E27FC236}">
                          <a16:creationId xmlns:a16="http://schemas.microsoft.com/office/drawing/2014/main" id="{EEA05FDC-E062-BF4A-9DCA-8D227382E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20" name="Freeform 2919">
                      <a:extLst>
                        <a:ext uri="{FF2B5EF4-FFF2-40B4-BE49-F238E27FC236}">
                          <a16:creationId xmlns:a16="http://schemas.microsoft.com/office/drawing/2014/main" id="{74229737-4E17-EE42-A329-0BA2E7828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7" name="Group 2776">
                <a:extLst>
                  <a:ext uri="{FF2B5EF4-FFF2-40B4-BE49-F238E27FC236}">
                    <a16:creationId xmlns:a16="http://schemas.microsoft.com/office/drawing/2014/main" id="{DB606D29-A33E-2C4B-8040-793E541098EC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40" name="Group 506">
                  <a:extLst>
                    <a:ext uri="{FF2B5EF4-FFF2-40B4-BE49-F238E27FC236}">
                      <a16:creationId xmlns:a16="http://schemas.microsoft.com/office/drawing/2014/main" id="{AD8B557B-A870-BC4A-9058-FE740957D6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62" name="Rectangle 2861">
                    <a:extLst>
                      <a:ext uri="{FF2B5EF4-FFF2-40B4-BE49-F238E27FC236}">
                        <a16:creationId xmlns:a16="http://schemas.microsoft.com/office/drawing/2014/main" id="{103441FD-716A-5049-8C91-8AB37CA652EB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3" name="Straight Connector 2862">
                    <a:extLst>
                      <a:ext uri="{FF2B5EF4-FFF2-40B4-BE49-F238E27FC236}">
                        <a16:creationId xmlns:a16="http://schemas.microsoft.com/office/drawing/2014/main" id="{270CDE4C-12D4-1E43-A7C5-E582F8339CC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4" name="Rectangle 2863">
                    <a:extLst>
                      <a:ext uri="{FF2B5EF4-FFF2-40B4-BE49-F238E27FC236}">
                        <a16:creationId xmlns:a16="http://schemas.microsoft.com/office/drawing/2014/main" id="{11D10FD8-1603-CE47-8B45-8654A3D11E1C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5" name="Straight Connector 2864">
                    <a:extLst>
                      <a:ext uri="{FF2B5EF4-FFF2-40B4-BE49-F238E27FC236}">
                        <a16:creationId xmlns:a16="http://schemas.microsoft.com/office/drawing/2014/main" id="{E6563579-5B5C-DB4E-AEF0-5808A462E86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6" name="Rectangle 2865">
                    <a:extLst>
                      <a:ext uri="{FF2B5EF4-FFF2-40B4-BE49-F238E27FC236}">
                        <a16:creationId xmlns:a16="http://schemas.microsoft.com/office/drawing/2014/main" id="{BE49DA30-EE43-3C4F-AD11-0FD8EEDE613B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67" name="Rectangle 2866">
                    <a:extLst>
                      <a:ext uri="{FF2B5EF4-FFF2-40B4-BE49-F238E27FC236}">
                        <a16:creationId xmlns:a16="http://schemas.microsoft.com/office/drawing/2014/main" id="{A25995F6-238D-464E-84DF-D0FA9BADBFE3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8" name="Straight Connector 2867">
                    <a:extLst>
                      <a:ext uri="{FF2B5EF4-FFF2-40B4-BE49-F238E27FC236}">
                        <a16:creationId xmlns:a16="http://schemas.microsoft.com/office/drawing/2014/main" id="{F0A06E52-488E-854D-8FA8-19D37C0C972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69" name="Group 544">
                    <a:extLst>
                      <a:ext uri="{FF2B5EF4-FFF2-40B4-BE49-F238E27FC236}">
                        <a16:creationId xmlns:a16="http://schemas.microsoft.com/office/drawing/2014/main" id="{D5DC0A3C-41C1-C148-856C-8F6C453680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7" name="Straight Connector 2896">
                      <a:extLst>
                        <a:ext uri="{FF2B5EF4-FFF2-40B4-BE49-F238E27FC236}">
                          <a16:creationId xmlns:a16="http://schemas.microsoft.com/office/drawing/2014/main" id="{BFF4F588-4409-AD4F-98F9-3AE29E05DF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8" name="Straight Connector 2897">
                      <a:extLst>
                        <a:ext uri="{FF2B5EF4-FFF2-40B4-BE49-F238E27FC236}">
                          <a16:creationId xmlns:a16="http://schemas.microsoft.com/office/drawing/2014/main" id="{F6001990-94CD-2540-8B6B-FA61454FE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0" name="Group 547">
                    <a:extLst>
                      <a:ext uri="{FF2B5EF4-FFF2-40B4-BE49-F238E27FC236}">
                        <a16:creationId xmlns:a16="http://schemas.microsoft.com/office/drawing/2014/main" id="{EBEE1A08-B7B5-F640-8B37-63BD540A00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5" name="Straight Connector 2894">
                      <a:extLst>
                        <a:ext uri="{FF2B5EF4-FFF2-40B4-BE49-F238E27FC236}">
                          <a16:creationId xmlns:a16="http://schemas.microsoft.com/office/drawing/2014/main" id="{511F5226-E36A-4544-AC06-0C2DD6C219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6" name="Straight Connector 2895">
                      <a:extLst>
                        <a:ext uri="{FF2B5EF4-FFF2-40B4-BE49-F238E27FC236}">
                          <a16:creationId xmlns:a16="http://schemas.microsoft.com/office/drawing/2014/main" id="{84DE0868-415C-DF4C-AD92-796D69B25F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1" name="Group 549">
                    <a:extLst>
                      <a:ext uri="{FF2B5EF4-FFF2-40B4-BE49-F238E27FC236}">
                        <a16:creationId xmlns:a16="http://schemas.microsoft.com/office/drawing/2014/main" id="{FDF4AE1A-3417-F940-88B4-08DCFEE76A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3" name="Straight Connector 2892">
                      <a:extLst>
                        <a:ext uri="{FF2B5EF4-FFF2-40B4-BE49-F238E27FC236}">
                          <a16:creationId xmlns:a16="http://schemas.microsoft.com/office/drawing/2014/main" id="{C99B2867-56E9-2845-8E45-7CE339C85E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4" name="Straight Connector 2893">
                      <a:extLst>
                        <a:ext uri="{FF2B5EF4-FFF2-40B4-BE49-F238E27FC236}">
                          <a16:creationId xmlns:a16="http://schemas.microsoft.com/office/drawing/2014/main" id="{4D1275A1-CA9B-1C41-BC42-146D6ECCB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2" name="Group 550">
                    <a:extLst>
                      <a:ext uri="{FF2B5EF4-FFF2-40B4-BE49-F238E27FC236}">
                        <a16:creationId xmlns:a16="http://schemas.microsoft.com/office/drawing/2014/main" id="{C9A2B1F0-2B1B-564F-858F-37B710A5E74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1" name="Straight Connector 2890">
                      <a:extLst>
                        <a:ext uri="{FF2B5EF4-FFF2-40B4-BE49-F238E27FC236}">
                          <a16:creationId xmlns:a16="http://schemas.microsoft.com/office/drawing/2014/main" id="{8F22457D-CA8A-4E44-BAB9-0782556E0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2" name="Straight Connector 2891">
                      <a:extLst>
                        <a:ext uri="{FF2B5EF4-FFF2-40B4-BE49-F238E27FC236}">
                          <a16:creationId xmlns:a16="http://schemas.microsoft.com/office/drawing/2014/main" id="{59887AA4-6674-604E-81A1-B660CC99FF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3" name="Group 551">
                    <a:extLst>
                      <a:ext uri="{FF2B5EF4-FFF2-40B4-BE49-F238E27FC236}">
                        <a16:creationId xmlns:a16="http://schemas.microsoft.com/office/drawing/2014/main" id="{5A221DBF-C897-AA46-AE60-B639342D59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9" name="Straight Connector 2888">
                      <a:extLst>
                        <a:ext uri="{FF2B5EF4-FFF2-40B4-BE49-F238E27FC236}">
                          <a16:creationId xmlns:a16="http://schemas.microsoft.com/office/drawing/2014/main" id="{29833455-2FB5-2D46-9741-8710B43D5E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0" name="Straight Connector 2889">
                      <a:extLst>
                        <a:ext uri="{FF2B5EF4-FFF2-40B4-BE49-F238E27FC236}">
                          <a16:creationId xmlns:a16="http://schemas.microsoft.com/office/drawing/2014/main" id="{AFEAD2A3-F7AF-6644-A0DB-4A0178C35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4" name="Group 552">
                    <a:extLst>
                      <a:ext uri="{FF2B5EF4-FFF2-40B4-BE49-F238E27FC236}">
                        <a16:creationId xmlns:a16="http://schemas.microsoft.com/office/drawing/2014/main" id="{9AA28B10-3424-E743-A90E-CC322E7A18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7" name="Straight Connector 2886">
                      <a:extLst>
                        <a:ext uri="{FF2B5EF4-FFF2-40B4-BE49-F238E27FC236}">
                          <a16:creationId xmlns:a16="http://schemas.microsoft.com/office/drawing/2014/main" id="{4F9C6F7E-C954-DC4C-A308-3704340210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8" name="Straight Connector 2887">
                      <a:extLst>
                        <a:ext uri="{FF2B5EF4-FFF2-40B4-BE49-F238E27FC236}">
                          <a16:creationId xmlns:a16="http://schemas.microsoft.com/office/drawing/2014/main" id="{4E914ACA-765D-1041-B01E-0917CFE307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5" name="Group 555">
                    <a:extLst>
                      <a:ext uri="{FF2B5EF4-FFF2-40B4-BE49-F238E27FC236}">
                        <a16:creationId xmlns:a16="http://schemas.microsoft.com/office/drawing/2014/main" id="{FB9CF352-D2CA-A74E-A2CA-94A18098358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5" name="Straight Connector 2884">
                      <a:extLst>
                        <a:ext uri="{FF2B5EF4-FFF2-40B4-BE49-F238E27FC236}">
                          <a16:creationId xmlns:a16="http://schemas.microsoft.com/office/drawing/2014/main" id="{37CB49B4-7979-C544-9BE1-32257A0D98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6" name="Straight Connector 2885">
                      <a:extLst>
                        <a:ext uri="{FF2B5EF4-FFF2-40B4-BE49-F238E27FC236}">
                          <a16:creationId xmlns:a16="http://schemas.microsoft.com/office/drawing/2014/main" id="{0677A5C2-90F5-4B41-9085-AD3B40433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6" name="Group 556">
                    <a:extLst>
                      <a:ext uri="{FF2B5EF4-FFF2-40B4-BE49-F238E27FC236}">
                        <a16:creationId xmlns:a16="http://schemas.microsoft.com/office/drawing/2014/main" id="{E1E5027A-0753-EC41-8D36-90A99E9BFE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3" name="Straight Connector 2882">
                      <a:extLst>
                        <a:ext uri="{FF2B5EF4-FFF2-40B4-BE49-F238E27FC236}">
                          <a16:creationId xmlns:a16="http://schemas.microsoft.com/office/drawing/2014/main" id="{DA87968E-EC97-0F4D-8943-9C69632A24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4" name="Straight Connector 2883">
                      <a:extLst>
                        <a:ext uri="{FF2B5EF4-FFF2-40B4-BE49-F238E27FC236}">
                          <a16:creationId xmlns:a16="http://schemas.microsoft.com/office/drawing/2014/main" id="{AA32B022-2F0E-E14A-BD17-A31DA005A9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7" name="Group 557">
                    <a:extLst>
                      <a:ext uri="{FF2B5EF4-FFF2-40B4-BE49-F238E27FC236}">
                        <a16:creationId xmlns:a16="http://schemas.microsoft.com/office/drawing/2014/main" id="{38FCFD97-FF15-CF45-AF21-47E9FA4550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1" name="Straight Connector 2880">
                      <a:extLst>
                        <a:ext uri="{FF2B5EF4-FFF2-40B4-BE49-F238E27FC236}">
                          <a16:creationId xmlns:a16="http://schemas.microsoft.com/office/drawing/2014/main" id="{CA361F13-5E87-E648-A18B-7730039151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2" name="Straight Connector 2881">
                      <a:extLst>
                        <a:ext uri="{FF2B5EF4-FFF2-40B4-BE49-F238E27FC236}">
                          <a16:creationId xmlns:a16="http://schemas.microsoft.com/office/drawing/2014/main" id="{2C2C4161-3D0F-2D45-AD57-A0AC01A92D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8" name="Group 558">
                    <a:extLst>
                      <a:ext uri="{FF2B5EF4-FFF2-40B4-BE49-F238E27FC236}">
                        <a16:creationId xmlns:a16="http://schemas.microsoft.com/office/drawing/2014/main" id="{28ACEE5D-235E-4E47-9CA8-6155FE8144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79" name="Straight Connector 2878">
                      <a:extLst>
                        <a:ext uri="{FF2B5EF4-FFF2-40B4-BE49-F238E27FC236}">
                          <a16:creationId xmlns:a16="http://schemas.microsoft.com/office/drawing/2014/main" id="{B3D9D3B7-9C57-904B-B0A1-D761076AB8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0" name="Straight Connector 2879">
                      <a:extLst>
                        <a:ext uri="{FF2B5EF4-FFF2-40B4-BE49-F238E27FC236}">
                          <a16:creationId xmlns:a16="http://schemas.microsoft.com/office/drawing/2014/main" id="{23C84DD9-FC07-F04E-A1EA-4FE649A56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841" name="Straight Connector 2840">
                  <a:extLst>
                    <a:ext uri="{FF2B5EF4-FFF2-40B4-BE49-F238E27FC236}">
                      <a16:creationId xmlns:a16="http://schemas.microsoft.com/office/drawing/2014/main" id="{13C490BC-86BD-9C41-9614-FC9F29EED2F7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2" name="Straight Connector 2841">
                  <a:extLst>
                    <a:ext uri="{FF2B5EF4-FFF2-40B4-BE49-F238E27FC236}">
                      <a16:creationId xmlns:a16="http://schemas.microsoft.com/office/drawing/2014/main" id="{A7A38F05-4CF5-0440-A17A-4863D5CED17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3" name="Straight Connector 2842">
                  <a:extLst>
                    <a:ext uri="{FF2B5EF4-FFF2-40B4-BE49-F238E27FC236}">
                      <a16:creationId xmlns:a16="http://schemas.microsoft.com/office/drawing/2014/main" id="{B53122B4-2C3B-3B4D-85B9-8A13A8919D1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4" name="Straight Connector 2843">
                  <a:extLst>
                    <a:ext uri="{FF2B5EF4-FFF2-40B4-BE49-F238E27FC236}">
                      <a16:creationId xmlns:a16="http://schemas.microsoft.com/office/drawing/2014/main" id="{9F45514C-8BAA-004D-99BF-C445EC8E354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5" name="Straight Connector 2844">
                  <a:extLst>
                    <a:ext uri="{FF2B5EF4-FFF2-40B4-BE49-F238E27FC236}">
                      <a16:creationId xmlns:a16="http://schemas.microsoft.com/office/drawing/2014/main" id="{BEC24B19-6647-4347-B16C-036F1E4B9C5E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6" name="Straight Connector 2845">
                  <a:extLst>
                    <a:ext uri="{FF2B5EF4-FFF2-40B4-BE49-F238E27FC236}">
                      <a16:creationId xmlns:a16="http://schemas.microsoft.com/office/drawing/2014/main" id="{9DE1B940-4A0B-014E-A631-EEB556CD895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7" name="Straight Connector 2846">
                  <a:extLst>
                    <a:ext uri="{FF2B5EF4-FFF2-40B4-BE49-F238E27FC236}">
                      <a16:creationId xmlns:a16="http://schemas.microsoft.com/office/drawing/2014/main" id="{6C1C40C1-2CB6-D84E-85CC-A1FC2E21F3A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8" name="Straight Connector 2847">
                  <a:extLst>
                    <a:ext uri="{FF2B5EF4-FFF2-40B4-BE49-F238E27FC236}">
                      <a16:creationId xmlns:a16="http://schemas.microsoft.com/office/drawing/2014/main" id="{DCB9F07F-D163-B34C-A53C-80CC283040A8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9" name="Straight Connector 2848">
                  <a:extLst>
                    <a:ext uri="{FF2B5EF4-FFF2-40B4-BE49-F238E27FC236}">
                      <a16:creationId xmlns:a16="http://schemas.microsoft.com/office/drawing/2014/main" id="{E59DE191-2433-8445-931E-5465D6A4EBDC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0" name="Straight Connector 2849">
                  <a:extLst>
                    <a:ext uri="{FF2B5EF4-FFF2-40B4-BE49-F238E27FC236}">
                      <a16:creationId xmlns:a16="http://schemas.microsoft.com/office/drawing/2014/main" id="{BF9A7A7E-527F-F047-BEE8-44F05F5907C2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1" name="Straight Connector 2850">
                  <a:extLst>
                    <a:ext uri="{FF2B5EF4-FFF2-40B4-BE49-F238E27FC236}">
                      <a16:creationId xmlns:a16="http://schemas.microsoft.com/office/drawing/2014/main" id="{8560C0F2-E886-6A4A-8577-076359DA9FA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2" name="Straight Connector 2851">
                  <a:extLst>
                    <a:ext uri="{FF2B5EF4-FFF2-40B4-BE49-F238E27FC236}">
                      <a16:creationId xmlns:a16="http://schemas.microsoft.com/office/drawing/2014/main" id="{2B9817C2-24B0-DE49-BCDD-B08846EC6C0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3" name="Straight Connector 2852">
                  <a:extLst>
                    <a:ext uri="{FF2B5EF4-FFF2-40B4-BE49-F238E27FC236}">
                      <a16:creationId xmlns:a16="http://schemas.microsoft.com/office/drawing/2014/main" id="{879A3023-BE9E-EE4A-BF9E-5F39C1AE28D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54" name="Group 2853">
                  <a:extLst>
                    <a:ext uri="{FF2B5EF4-FFF2-40B4-BE49-F238E27FC236}">
                      <a16:creationId xmlns:a16="http://schemas.microsoft.com/office/drawing/2014/main" id="{DE982EC1-8CE8-A141-B0A0-CA93536BAFE0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855" name="Rectangle 2854">
                    <a:extLst>
                      <a:ext uri="{FF2B5EF4-FFF2-40B4-BE49-F238E27FC236}">
                        <a16:creationId xmlns:a16="http://schemas.microsoft.com/office/drawing/2014/main" id="{727AA80D-4DC0-D549-963D-93C18586DC8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6" name="Freeform 2855">
                    <a:extLst>
                      <a:ext uri="{FF2B5EF4-FFF2-40B4-BE49-F238E27FC236}">
                        <a16:creationId xmlns:a16="http://schemas.microsoft.com/office/drawing/2014/main" id="{27572BCE-2030-8D47-8BE9-120FEDE542C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857" name="Group 2856">
                    <a:extLst>
                      <a:ext uri="{FF2B5EF4-FFF2-40B4-BE49-F238E27FC236}">
                        <a16:creationId xmlns:a16="http://schemas.microsoft.com/office/drawing/2014/main" id="{CDDB4D61-8911-344B-91DB-EBABEDA814BF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858" name="Freeform 2857">
                      <a:extLst>
                        <a:ext uri="{FF2B5EF4-FFF2-40B4-BE49-F238E27FC236}">
                          <a16:creationId xmlns:a16="http://schemas.microsoft.com/office/drawing/2014/main" id="{FAD23800-19D1-1B42-8094-9A619FD1C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59" name="Freeform 2858">
                      <a:extLst>
                        <a:ext uri="{FF2B5EF4-FFF2-40B4-BE49-F238E27FC236}">
                          <a16:creationId xmlns:a16="http://schemas.microsoft.com/office/drawing/2014/main" id="{F43D6C8D-A6CB-9447-89E2-08300BAFB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0" name="Freeform 2859">
                      <a:extLst>
                        <a:ext uri="{FF2B5EF4-FFF2-40B4-BE49-F238E27FC236}">
                          <a16:creationId xmlns:a16="http://schemas.microsoft.com/office/drawing/2014/main" id="{AD386A59-B62E-2C4E-BFB7-002EDEC9E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1" name="Freeform 2860">
                      <a:extLst>
                        <a:ext uri="{FF2B5EF4-FFF2-40B4-BE49-F238E27FC236}">
                          <a16:creationId xmlns:a16="http://schemas.microsoft.com/office/drawing/2014/main" id="{60BA134D-9E35-694F-B78A-7F3E8BE62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8" name="Group 2777">
                <a:extLst>
                  <a:ext uri="{FF2B5EF4-FFF2-40B4-BE49-F238E27FC236}">
                    <a16:creationId xmlns:a16="http://schemas.microsoft.com/office/drawing/2014/main" id="{556E995C-F664-424D-B244-BD0A89C730E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81" name="Group 506">
                  <a:extLst>
                    <a:ext uri="{FF2B5EF4-FFF2-40B4-BE49-F238E27FC236}">
                      <a16:creationId xmlns:a16="http://schemas.microsoft.com/office/drawing/2014/main" id="{E891E5C7-AF22-984D-8526-D3D35FF929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03" name="Rectangle 2802">
                    <a:extLst>
                      <a:ext uri="{FF2B5EF4-FFF2-40B4-BE49-F238E27FC236}">
                        <a16:creationId xmlns:a16="http://schemas.microsoft.com/office/drawing/2014/main" id="{DEDD60F1-05E7-ED4A-ABD6-8CA25763C57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4" name="Straight Connector 2803">
                    <a:extLst>
                      <a:ext uri="{FF2B5EF4-FFF2-40B4-BE49-F238E27FC236}">
                        <a16:creationId xmlns:a16="http://schemas.microsoft.com/office/drawing/2014/main" id="{97900958-01C9-614D-BF82-A622B8BE668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5" name="Rectangle 2804">
                    <a:extLst>
                      <a:ext uri="{FF2B5EF4-FFF2-40B4-BE49-F238E27FC236}">
                        <a16:creationId xmlns:a16="http://schemas.microsoft.com/office/drawing/2014/main" id="{8B180B85-7B19-5D43-BD6A-A229309B930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6" name="Straight Connector 2805">
                    <a:extLst>
                      <a:ext uri="{FF2B5EF4-FFF2-40B4-BE49-F238E27FC236}">
                        <a16:creationId xmlns:a16="http://schemas.microsoft.com/office/drawing/2014/main" id="{62A171D3-3254-6545-ABC2-FD93CBD3C64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7" name="Rectangle 2806">
                    <a:extLst>
                      <a:ext uri="{FF2B5EF4-FFF2-40B4-BE49-F238E27FC236}">
                        <a16:creationId xmlns:a16="http://schemas.microsoft.com/office/drawing/2014/main" id="{1CC34C3F-8FDC-8C4E-8D88-275ABB3F676E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08" name="Rectangle 2807">
                    <a:extLst>
                      <a:ext uri="{FF2B5EF4-FFF2-40B4-BE49-F238E27FC236}">
                        <a16:creationId xmlns:a16="http://schemas.microsoft.com/office/drawing/2014/main" id="{488D0A49-0589-B040-A8EC-1B8200DDF0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9" name="Straight Connector 2808">
                    <a:extLst>
                      <a:ext uri="{FF2B5EF4-FFF2-40B4-BE49-F238E27FC236}">
                        <a16:creationId xmlns:a16="http://schemas.microsoft.com/office/drawing/2014/main" id="{55E597E0-425C-6A44-A9C0-7A55D562CEE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10" name="Group 544">
                    <a:extLst>
                      <a:ext uri="{FF2B5EF4-FFF2-40B4-BE49-F238E27FC236}">
                        <a16:creationId xmlns:a16="http://schemas.microsoft.com/office/drawing/2014/main" id="{2D9A0D7F-D2A1-DC47-B48B-B81715884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8" name="Straight Connector 2837">
                      <a:extLst>
                        <a:ext uri="{FF2B5EF4-FFF2-40B4-BE49-F238E27FC236}">
                          <a16:creationId xmlns:a16="http://schemas.microsoft.com/office/drawing/2014/main" id="{ED733A2E-A461-FB4E-ACEF-5F9721DC22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9" name="Straight Connector 2838">
                      <a:extLst>
                        <a:ext uri="{FF2B5EF4-FFF2-40B4-BE49-F238E27FC236}">
                          <a16:creationId xmlns:a16="http://schemas.microsoft.com/office/drawing/2014/main" id="{6DBF8BC7-9160-974E-B4D2-D7AF04A026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1" name="Group 547">
                    <a:extLst>
                      <a:ext uri="{FF2B5EF4-FFF2-40B4-BE49-F238E27FC236}">
                        <a16:creationId xmlns:a16="http://schemas.microsoft.com/office/drawing/2014/main" id="{453F67B4-915C-CE42-B68D-9991BDE3F9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6" name="Straight Connector 2835">
                      <a:extLst>
                        <a:ext uri="{FF2B5EF4-FFF2-40B4-BE49-F238E27FC236}">
                          <a16:creationId xmlns:a16="http://schemas.microsoft.com/office/drawing/2014/main" id="{66AEBF8C-8F4D-774A-97D4-02A2A157DD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7" name="Straight Connector 2836">
                      <a:extLst>
                        <a:ext uri="{FF2B5EF4-FFF2-40B4-BE49-F238E27FC236}">
                          <a16:creationId xmlns:a16="http://schemas.microsoft.com/office/drawing/2014/main" id="{F364F406-795A-A14B-A5AE-6B12C5EF2B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2" name="Group 549">
                    <a:extLst>
                      <a:ext uri="{FF2B5EF4-FFF2-40B4-BE49-F238E27FC236}">
                        <a16:creationId xmlns:a16="http://schemas.microsoft.com/office/drawing/2014/main" id="{D0B9A583-5FE5-1A42-BCE2-ECB67C3AE25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4" name="Straight Connector 2833">
                      <a:extLst>
                        <a:ext uri="{FF2B5EF4-FFF2-40B4-BE49-F238E27FC236}">
                          <a16:creationId xmlns:a16="http://schemas.microsoft.com/office/drawing/2014/main" id="{C875CA21-3C4A-2941-9FB3-1DA344F5A2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5" name="Straight Connector 2834">
                      <a:extLst>
                        <a:ext uri="{FF2B5EF4-FFF2-40B4-BE49-F238E27FC236}">
                          <a16:creationId xmlns:a16="http://schemas.microsoft.com/office/drawing/2014/main" id="{47AEBD4D-CFF9-2D40-A9CB-E522D7E7EC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3" name="Group 550">
                    <a:extLst>
                      <a:ext uri="{FF2B5EF4-FFF2-40B4-BE49-F238E27FC236}">
                        <a16:creationId xmlns:a16="http://schemas.microsoft.com/office/drawing/2014/main" id="{51BFC88C-A6AD-5D49-8503-F511310281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2" name="Straight Connector 2831">
                      <a:extLst>
                        <a:ext uri="{FF2B5EF4-FFF2-40B4-BE49-F238E27FC236}">
                          <a16:creationId xmlns:a16="http://schemas.microsoft.com/office/drawing/2014/main" id="{34805F9A-6A57-6F45-ABEC-714876368F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3" name="Straight Connector 2832">
                      <a:extLst>
                        <a:ext uri="{FF2B5EF4-FFF2-40B4-BE49-F238E27FC236}">
                          <a16:creationId xmlns:a16="http://schemas.microsoft.com/office/drawing/2014/main" id="{3B0ECBCA-DF2E-8B47-9046-43BB4E6A49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4" name="Group 551">
                    <a:extLst>
                      <a:ext uri="{FF2B5EF4-FFF2-40B4-BE49-F238E27FC236}">
                        <a16:creationId xmlns:a16="http://schemas.microsoft.com/office/drawing/2014/main" id="{B006B806-F0A6-3540-960D-D4DF87D63B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0" name="Straight Connector 2829">
                      <a:extLst>
                        <a:ext uri="{FF2B5EF4-FFF2-40B4-BE49-F238E27FC236}">
                          <a16:creationId xmlns:a16="http://schemas.microsoft.com/office/drawing/2014/main" id="{30FC17B4-7E34-D442-8ECB-FE59A36E2F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1" name="Straight Connector 2830">
                      <a:extLst>
                        <a:ext uri="{FF2B5EF4-FFF2-40B4-BE49-F238E27FC236}">
                          <a16:creationId xmlns:a16="http://schemas.microsoft.com/office/drawing/2014/main" id="{C01793A3-F515-8F47-98E7-CF596B108F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5" name="Group 552">
                    <a:extLst>
                      <a:ext uri="{FF2B5EF4-FFF2-40B4-BE49-F238E27FC236}">
                        <a16:creationId xmlns:a16="http://schemas.microsoft.com/office/drawing/2014/main" id="{446DB693-3DED-7944-A0CF-1610C920E2B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8" name="Straight Connector 2827">
                      <a:extLst>
                        <a:ext uri="{FF2B5EF4-FFF2-40B4-BE49-F238E27FC236}">
                          <a16:creationId xmlns:a16="http://schemas.microsoft.com/office/drawing/2014/main" id="{6C1BCCAE-BC78-AC4F-B278-1FF6D21746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9" name="Straight Connector 2828">
                      <a:extLst>
                        <a:ext uri="{FF2B5EF4-FFF2-40B4-BE49-F238E27FC236}">
                          <a16:creationId xmlns:a16="http://schemas.microsoft.com/office/drawing/2014/main" id="{68E5C6A4-BD2E-0D46-B8E9-DA35E971C7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6" name="Group 555">
                    <a:extLst>
                      <a:ext uri="{FF2B5EF4-FFF2-40B4-BE49-F238E27FC236}">
                        <a16:creationId xmlns:a16="http://schemas.microsoft.com/office/drawing/2014/main" id="{580801D4-40B9-7944-BC21-5DA0E61E43E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6" name="Straight Connector 2825">
                      <a:extLst>
                        <a:ext uri="{FF2B5EF4-FFF2-40B4-BE49-F238E27FC236}">
                          <a16:creationId xmlns:a16="http://schemas.microsoft.com/office/drawing/2014/main" id="{F516AA3D-1D96-DE4E-99B5-469AA26B04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7" name="Straight Connector 2826">
                      <a:extLst>
                        <a:ext uri="{FF2B5EF4-FFF2-40B4-BE49-F238E27FC236}">
                          <a16:creationId xmlns:a16="http://schemas.microsoft.com/office/drawing/2014/main" id="{6436D2CF-D7D7-CB4E-B321-D018A36A6A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7" name="Group 556">
                    <a:extLst>
                      <a:ext uri="{FF2B5EF4-FFF2-40B4-BE49-F238E27FC236}">
                        <a16:creationId xmlns:a16="http://schemas.microsoft.com/office/drawing/2014/main" id="{2CBFEDF7-154A-954C-B206-F85976589B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4" name="Straight Connector 2823">
                      <a:extLst>
                        <a:ext uri="{FF2B5EF4-FFF2-40B4-BE49-F238E27FC236}">
                          <a16:creationId xmlns:a16="http://schemas.microsoft.com/office/drawing/2014/main" id="{FCD580D7-EF37-9A41-ACA0-F49FF5D615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5" name="Straight Connector 2824">
                      <a:extLst>
                        <a:ext uri="{FF2B5EF4-FFF2-40B4-BE49-F238E27FC236}">
                          <a16:creationId xmlns:a16="http://schemas.microsoft.com/office/drawing/2014/main" id="{CBB52D54-0905-CD48-8213-7888C944BB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8" name="Group 557">
                    <a:extLst>
                      <a:ext uri="{FF2B5EF4-FFF2-40B4-BE49-F238E27FC236}">
                        <a16:creationId xmlns:a16="http://schemas.microsoft.com/office/drawing/2014/main" id="{610462BE-0921-144C-A763-10B5F87822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2" name="Straight Connector 2821">
                      <a:extLst>
                        <a:ext uri="{FF2B5EF4-FFF2-40B4-BE49-F238E27FC236}">
                          <a16:creationId xmlns:a16="http://schemas.microsoft.com/office/drawing/2014/main" id="{C6810B97-7DF8-0F4F-BC78-DE5A30B5FA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3" name="Straight Connector 2822">
                      <a:extLst>
                        <a:ext uri="{FF2B5EF4-FFF2-40B4-BE49-F238E27FC236}">
                          <a16:creationId xmlns:a16="http://schemas.microsoft.com/office/drawing/2014/main" id="{B99336E2-A8CE-2F41-9838-32DFAFB0C2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9" name="Group 558">
                    <a:extLst>
                      <a:ext uri="{FF2B5EF4-FFF2-40B4-BE49-F238E27FC236}">
                        <a16:creationId xmlns:a16="http://schemas.microsoft.com/office/drawing/2014/main" id="{FA16AD09-5873-CB4E-AB3C-2B3D682D50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0" name="Straight Connector 2819">
                      <a:extLst>
                        <a:ext uri="{FF2B5EF4-FFF2-40B4-BE49-F238E27FC236}">
                          <a16:creationId xmlns:a16="http://schemas.microsoft.com/office/drawing/2014/main" id="{17B01E0A-42E5-8A4F-97BD-0F60F83D15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1" name="Straight Connector 2820">
                      <a:extLst>
                        <a:ext uri="{FF2B5EF4-FFF2-40B4-BE49-F238E27FC236}">
                          <a16:creationId xmlns:a16="http://schemas.microsoft.com/office/drawing/2014/main" id="{E894A399-BA10-CB40-B8B6-A6B504041E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82" name="Straight Connector 2781">
                  <a:extLst>
                    <a:ext uri="{FF2B5EF4-FFF2-40B4-BE49-F238E27FC236}">
                      <a16:creationId xmlns:a16="http://schemas.microsoft.com/office/drawing/2014/main" id="{FD696606-412B-464B-A1BA-CC8AD5B3E73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3" name="Straight Connector 2782">
                  <a:extLst>
                    <a:ext uri="{FF2B5EF4-FFF2-40B4-BE49-F238E27FC236}">
                      <a16:creationId xmlns:a16="http://schemas.microsoft.com/office/drawing/2014/main" id="{B98B6F7B-6A51-9442-ADBF-0B90255599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4" name="Straight Connector 2783">
                  <a:extLst>
                    <a:ext uri="{FF2B5EF4-FFF2-40B4-BE49-F238E27FC236}">
                      <a16:creationId xmlns:a16="http://schemas.microsoft.com/office/drawing/2014/main" id="{AE88F997-BDD6-8745-857A-41FCA8F0293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5" name="Straight Connector 2784">
                  <a:extLst>
                    <a:ext uri="{FF2B5EF4-FFF2-40B4-BE49-F238E27FC236}">
                      <a16:creationId xmlns:a16="http://schemas.microsoft.com/office/drawing/2014/main" id="{E963DDDE-EC42-084A-AB8B-D15959425E8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6" name="Straight Connector 2785">
                  <a:extLst>
                    <a:ext uri="{FF2B5EF4-FFF2-40B4-BE49-F238E27FC236}">
                      <a16:creationId xmlns:a16="http://schemas.microsoft.com/office/drawing/2014/main" id="{85AA1C37-DBF8-3849-BFED-DEC4DBF6C2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7" name="Straight Connector 2786">
                  <a:extLst>
                    <a:ext uri="{FF2B5EF4-FFF2-40B4-BE49-F238E27FC236}">
                      <a16:creationId xmlns:a16="http://schemas.microsoft.com/office/drawing/2014/main" id="{70B801C0-D0FF-B64D-B5B6-2839468B78E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8" name="Straight Connector 2787">
                  <a:extLst>
                    <a:ext uri="{FF2B5EF4-FFF2-40B4-BE49-F238E27FC236}">
                      <a16:creationId xmlns:a16="http://schemas.microsoft.com/office/drawing/2014/main" id="{F5F3C608-2618-9B47-B159-4B6D53A9D49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9" name="Straight Connector 2788">
                  <a:extLst>
                    <a:ext uri="{FF2B5EF4-FFF2-40B4-BE49-F238E27FC236}">
                      <a16:creationId xmlns:a16="http://schemas.microsoft.com/office/drawing/2014/main" id="{65D007B1-C9D7-0548-ADAC-9F98BDED0D26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0" name="Straight Connector 2789">
                  <a:extLst>
                    <a:ext uri="{FF2B5EF4-FFF2-40B4-BE49-F238E27FC236}">
                      <a16:creationId xmlns:a16="http://schemas.microsoft.com/office/drawing/2014/main" id="{72500E38-6327-FB47-AC48-31B995F3ACC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1" name="Straight Connector 2790">
                  <a:extLst>
                    <a:ext uri="{FF2B5EF4-FFF2-40B4-BE49-F238E27FC236}">
                      <a16:creationId xmlns:a16="http://schemas.microsoft.com/office/drawing/2014/main" id="{813C095F-9779-7440-A992-EA7B9545B43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2" name="Straight Connector 2791">
                  <a:extLst>
                    <a:ext uri="{FF2B5EF4-FFF2-40B4-BE49-F238E27FC236}">
                      <a16:creationId xmlns:a16="http://schemas.microsoft.com/office/drawing/2014/main" id="{8F795E48-AE63-D54F-B9F2-BF97FB64956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3" name="Straight Connector 2792">
                  <a:extLst>
                    <a:ext uri="{FF2B5EF4-FFF2-40B4-BE49-F238E27FC236}">
                      <a16:creationId xmlns:a16="http://schemas.microsoft.com/office/drawing/2014/main" id="{DF865E8F-EC02-C941-956A-ABB5F5372DE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4" name="Straight Connector 2793">
                  <a:extLst>
                    <a:ext uri="{FF2B5EF4-FFF2-40B4-BE49-F238E27FC236}">
                      <a16:creationId xmlns:a16="http://schemas.microsoft.com/office/drawing/2014/main" id="{2E91C330-FF95-124D-B61D-4E6777BC0819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95" name="Group 2794">
                  <a:extLst>
                    <a:ext uri="{FF2B5EF4-FFF2-40B4-BE49-F238E27FC236}">
                      <a16:creationId xmlns:a16="http://schemas.microsoft.com/office/drawing/2014/main" id="{FBF69602-5369-AC41-BBCC-E1BF0300BDA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96" name="Rectangle 2795">
                    <a:extLst>
                      <a:ext uri="{FF2B5EF4-FFF2-40B4-BE49-F238E27FC236}">
                        <a16:creationId xmlns:a16="http://schemas.microsoft.com/office/drawing/2014/main" id="{93898C04-7928-DB41-8D94-88BB71B33E3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97" name="Freeform 2796">
                    <a:extLst>
                      <a:ext uri="{FF2B5EF4-FFF2-40B4-BE49-F238E27FC236}">
                        <a16:creationId xmlns:a16="http://schemas.microsoft.com/office/drawing/2014/main" id="{E1AC921C-5FA7-2F4A-A852-25CDCF549E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98" name="Group 2797">
                    <a:extLst>
                      <a:ext uri="{FF2B5EF4-FFF2-40B4-BE49-F238E27FC236}">
                        <a16:creationId xmlns:a16="http://schemas.microsoft.com/office/drawing/2014/main" id="{427DADBC-8F00-DC4E-BADF-A0AF39567F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99" name="Freeform 2798">
                      <a:extLst>
                        <a:ext uri="{FF2B5EF4-FFF2-40B4-BE49-F238E27FC236}">
                          <a16:creationId xmlns:a16="http://schemas.microsoft.com/office/drawing/2014/main" id="{3400830A-86F4-8F4C-8306-50DE4ADC4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0" name="Freeform 2799">
                      <a:extLst>
                        <a:ext uri="{FF2B5EF4-FFF2-40B4-BE49-F238E27FC236}">
                          <a16:creationId xmlns:a16="http://schemas.microsoft.com/office/drawing/2014/main" id="{E130D9A8-D590-D043-8965-DEA1B621E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1" name="Freeform 2800">
                      <a:extLst>
                        <a:ext uri="{FF2B5EF4-FFF2-40B4-BE49-F238E27FC236}">
                          <a16:creationId xmlns:a16="http://schemas.microsoft.com/office/drawing/2014/main" id="{B0373382-B60B-2545-AE96-3B03009B8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2" name="Freeform 2801">
                      <a:extLst>
                        <a:ext uri="{FF2B5EF4-FFF2-40B4-BE49-F238E27FC236}">
                          <a16:creationId xmlns:a16="http://schemas.microsoft.com/office/drawing/2014/main" id="{B149BC78-350A-9549-A3BF-7D4AA7B36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779" name="TextBox 2778">
                <a:extLst>
                  <a:ext uri="{FF2B5EF4-FFF2-40B4-BE49-F238E27FC236}">
                    <a16:creationId xmlns:a16="http://schemas.microsoft.com/office/drawing/2014/main" id="{E73392ED-3E72-1543-AF01-ED99EE14D934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780" name="TextBox 2779">
                <a:extLst>
                  <a:ext uri="{FF2B5EF4-FFF2-40B4-BE49-F238E27FC236}">
                    <a16:creationId xmlns:a16="http://schemas.microsoft.com/office/drawing/2014/main" id="{D022AC8D-7EAE-8242-881A-2135EC4E0939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1251" name="Group 1250">
              <a:extLst>
                <a:ext uri="{FF2B5EF4-FFF2-40B4-BE49-F238E27FC236}">
                  <a16:creationId xmlns:a16="http://schemas.microsoft.com/office/drawing/2014/main" id="{E6753A88-3E5E-5445-8D35-14A16B423370}"/>
                </a:ext>
              </a:extLst>
            </p:cNvPr>
            <p:cNvGrpSpPr/>
            <p:nvPr/>
          </p:nvGrpSpPr>
          <p:grpSpPr>
            <a:xfrm>
              <a:off x="977155" y="3550503"/>
              <a:ext cx="914400" cy="479686"/>
              <a:chOff x="3668110" y="2448910"/>
              <a:chExt cx="3794234" cy="2165130"/>
            </a:xfrm>
          </p:grpSpPr>
          <p:sp>
            <p:nvSpPr>
              <p:cNvPr id="1252" name="Rectangle 1251">
                <a:extLst>
                  <a:ext uri="{FF2B5EF4-FFF2-40B4-BE49-F238E27FC236}">
                    <a16:creationId xmlns:a16="http://schemas.microsoft.com/office/drawing/2014/main" id="{C945D579-5534-E745-8BE5-52C73FE99396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990DFD40-F72C-AD4D-A247-DC1DBC2A6DC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54" name="Group 1253">
                <a:extLst>
                  <a:ext uri="{FF2B5EF4-FFF2-40B4-BE49-F238E27FC236}">
                    <a16:creationId xmlns:a16="http://schemas.microsoft.com/office/drawing/2014/main" id="{4CEB9841-2A55-4545-9261-7C5B90F0A9AD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55" name="Freeform 1254">
                  <a:extLst>
                    <a:ext uri="{FF2B5EF4-FFF2-40B4-BE49-F238E27FC236}">
                      <a16:creationId xmlns:a16="http://schemas.microsoft.com/office/drawing/2014/main" id="{1AA16CD4-9B7C-3A4D-9689-AC63E731CA36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6" name="Freeform 1255">
                  <a:extLst>
                    <a:ext uri="{FF2B5EF4-FFF2-40B4-BE49-F238E27FC236}">
                      <a16:creationId xmlns:a16="http://schemas.microsoft.com/office/drawing/2014/main" id="{46814721-CA53-6D44-9153-931AFD81EAF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7" name="Freeform 1256">
                  <a:extLst>
                    <a:ext uri="{FF2B5EF4-FFF2-40B4-BE49-F238E27FC236}">
                      <a16:creationId xmlns:a16="http://schemas.microsoft.com/office/drawing/2014/main" id="{78F76837-4AEF-FA42-B9F1-4AFCB59A4D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8" name="Freeform 1257">
                  <a:extLst>
                    <a:ext uri="{FF2B5EF4-FFF2-40B4-BE49-F238E27FC236}">
                      <a16:creationId xmlns:a16="http://schemas.microsoft.com/office/drawing/2014/main" id="{43B23EF7-F40E-A947-B228-E2514236BC8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87" name="Group 1286">
              <a:extLst>
                <a:ext uri="{FF2B5EF4-FFF2-40B4-BE49-F238E27FC236}">
                  <a16:creationId xmlns:a16="http://schemas.microsoft.com/office/drawing/2014/main" id="{D3D69CFA-AF15-E94E-8914-97945DA574A6}"/>
                </a:ext>
              </a:extLst>
            </p:cNvPr>
            <p:cNvGrpSpPr/>
            <p:nvPr/>
          </p:nvGrpSpPr>
          <p:grpSpPr>
            <a:xfrm>
              <a:off x="2554943" y="3564953"/>
              <a:ext cx="914400" cy="479686"/>
              <a:chOff x="3668110" y="2448910"/>
              <a:chExt cx="3794234" cy="2165130"/>
            </a:xfrm>
          </p:grpSpPr>
          <p:sp>
            <p:nvSpPr>
              <p:cNvPr id="1288" name="Rectangle 1287">
                <a:extLst>
                  <a:ext uri="{FF2B5EF4-FFF2-40B4-BE49-F238E27FC236}">
                    <a16:creationId xmlns:a16="http://schemas.microsoft.com/office/drawing/2014/main" id="{9E5C83BA-FE05-6C44-98FC-DCEA3538DF6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4C2CD45D-A60E-6146-BAEF-952839A41BD1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90" name="Group 1289">
                <a:extLst>
                  <a:ext uri="{FF2B5EF4-FFF2-40B4-BE49-F238E27FC236}">
                    <a16:creationId xmlns:a16="http://schemas.microsoft.com/office/drawing/2014/main" id="{F9511E44-72C5-294A-B628-02490F2B54A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91" name="Freeform 1290">
                  <a:extLst>
                    <a:ext uri="{FF2B5EF4-FFF2-40B4-BE49-F238E27FC236}">
                      <a16:creationId xmlns:a16="http://schemas.microsoft.com/office/drawing/2014/main" id="{CDA6D107-925D-AF46-B50F-7EA1D51C266A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Freeform 1291">
                  <a:extLst>
                    <a:ext uri="{FF2B5EF4-FFF2-40B4-BE49-F238E27FC236}">
                      <a16:creationId xmlns:a16="http://schemas.microsoft.com/office/drawing/2014/main" id="{61F50584-2CAF-DD4D-BBD2-277C0549219F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Freeform 1292">
                  <a:extLst>
                    <a:ext uri="{FF2B5EF4-FFF2-40B4-BE49-F238E27FC236}">
                      <a16:creationId xmlns:a16="http://schemas.microsoft.com/office/drawing/2014/main" id="{0457AA84-A21D-4044-8287-23717EAA077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Freeform 1293">
                  <a:extLst>
                    <a:ext uri="{FF2B5EF4-FFF2-40B4-BE49-F238E27FC236}">
                      <a16:creationId xmlns:a16="http://schemas.microsoft.com/office/drawing/2014/main" id="{23A87F4D-E678-C14D-90D4-EB771A1420C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0" name="Group 1539">
              <a:extLst>
                <a:ext uri="{FF2B5EF4-FFF2-40B4-BE49-F238E27FC236}">
                  <a16:creationId xmlns:a16="http://schemas.microsoft.com/office/drawing/2014/main" id="{B9372792-EF46-1D4B-8670-7C9020F4AB8B}"/>
                </a:ext>
              </a:extLst>
            </p:cNvPr>
            <p:cNvGrpSpPr/>
            <p:nvPr/>
          </p:nvGrpSpPr>
          <p:grpSpPr>
            <a:xfrm>
              <a:off x="4132731" y="3579403"/>
              <a:ext cx="914400" cy="479686"/>
              <a:chOff x="3668110" y="2448910"/>
              <a:chExt cx="3794234" cy="2165130"/>
            </a:xfrm>
          </p:grpSpPr>
          <p:sp>
            <p:nvSpPr>
              <p:cNvPr id="1541" name="Rectangle 1540">
                <a:extLst>
                  <a:ext uri="{FF2B5EF4-FFF2-40B4-BE49-F238E27FC236}">
                    <a16:creationId xmlns:a16="http://schemas.microsoft.com/office/drawing/2014/main" id="{8CADAA24-4288-C54C-95B9-CBFB6719E452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542" name="Freeform 1541">
                <a:extLst>
                  <a:ext uri="{FF2B5EF4-FFF2-40B4-BE49-F238E27FC236}">
                    <a16:creationId xmlns:a16="http://schemas.microsoft.com/office/drawing/2014/main" id="{43F73091-63A7-D54A-8E00-153C03FDB7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543" name="Group 1542">
                <a:extLst>
                  <a:ext uri="{FF2B5EF4-FFF2-40B4-BE49-F238E27FC236}">
                    <a16:creationId xmlns:a16="http://schemas.microsoft.com/office/drawing/2014/main" id="{C8CDB562-CBBF-044F-8E72-6C6D6ACA52A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544" name="Freeform 1543">
                  <a:extLst>
                    <a:ext uri="{FF2B5EF4-FFF2-40B4-BE49-F238E27FC236}">
                      <a16:creationId xmlns:a16="http://schemas.microsoft.com/office/drawing/2014/main" id="{25EF3E88-8BE2-0A4B-9BBA-B488791FA620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5" name="Freeform 1544">
                  <a:extLst>
                    <a:ext uri="{FF2B5EF4-FFF2-40B4-BE49-F238E27FC236}">
                      <a16:creationId xmlns:a16="http://schemas.microsoft.com/office/drawing/2014/main" id="{E98DF7AD-6E40-394E-BD9D-497D59FD1E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6" name="Freeform 1545">
                  <a:extLst>
                    <a:ext uri="{FF2B5EF4-FFF2-40B4-BE49-F238E27FC236}">
                      <a16:creationId xmlns:a16="http://schemas.microsoft.com/office/drawing/2014/main" id="{42BC86F8-28FF-B34E-A558-43CF931B0B4F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7" name="Freeform 1546">
                  <a:extLst>
                    <a:ext uri="{FF2B5EF4-FFF2-40B4-BE49-F238E27FC236}">
                      <a16:creationId xmlns:a16="http://schemas.microsoft.com/office/drawing/2014/main" id="{B37EC887-92E7-8045-A1E0-A139E10C88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04356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3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086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数据中心网络：网络元素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链路层：6-134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pic>
        <p:nvPicPr>
          <p:cNvPr id="71682" name="Picture 2">
            <a:extLst>
              <a:ext uri="{FF2B5EF4-FFF2-40B4-BE49-F238E27FC236}">
                <a16:creationId xmlns:a16="http://schemas.microsoft.com/office/drawing/2014/main" id="{0B55521C-E9E4-5442-8901-A188490A5F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9034" y="1653147"/>
            <a:ext cx="8440271" cy="47476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3C5DA41-DD5B-1C40-B9A9-28E9CB714C21}"/>
              </a:ext>
            </a:extLst>
          </p:cNvPr>
          <p:cNvSpPr txBox="1"/>
          <p:nvPr/>
        </p:nvSpPr>
        <p:spPr>
          <a:xfrm>
            <a:off x="874058" y="1371600"/>
            <a:ext cx="66900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Facebook F16 数据中心网络拓扑：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63FECF-8C61-1440-ADD1-65A1FD646313}"/>
              </a:ext>
            </a:extLst>
          </p:cNvPr>
          <p:cNvSpPr txBox="1"/>
          <p:nvPr/>
        </p:nvSpPr>
        <p:spPr>
          <a:xfrm>
            <a:off x="1905000" y="6252882"/>
            <a:ext cx="82143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https://engineering.fb.com/data-center-engineering/f16-minipack/（发布于 2019/3）</a:t>
            </a:r>
          </a:p>
        </p:txBody>
      </p:sp>
    </p:spTree>
    <p:extLst>
      <p:ext uri="{BB962C8B-B14F-4D97-AF65-F5344CB8AC3E}">
        <p14:creationId xmlns:p14="http://schemas.microsoft.com/office/powerpoint/2010/main" val="43156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数据中心网络：多路径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链路层：6-135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676C6C-99D3-E94F-8614-CFFFFFFF6668}"/>
              </a:ext>
            </a:extLst>
          </p:cNvPr>
          <p:cNvGrpSpPr/>
          <p:nvPr/>
        </p:nvGrpSpPr>
        <p:grpSpPr>
          <a:xfrm>
            <a:off x="1358152" y="2378040"/>
            <a:ext cx="9601201" cy="4184782"/>
            <a:chOff x="1344706" y="2006080"/>
            <a:chExt cx="6858000" cy="2801542"/>
          </a:xfrm>
        </p:grpSpPr>
        <p:pic>
          <p:nvPicPr>
            <p:cNvPr id="1085" name="Picture 1084">
              <a:extLst>
                <a:ext uri="{FF2B5EF4-FFF2-40B4-BE49-F238E27FC236}">
                  <a16:creationId xmlns:a16="http://schemas.microsoft.com/office/drawing/2014/main" id="{5618E92C-81D8-1040-9655-EC5EAAD62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344706" y="2006080"/>
              <a:ext cx="6858000" cy="2774098"/>
            </a:xfrm>
            <a:prstGeom prst="rect">
              <a:avLst/>
            </a:prstGeom>
          </p:spPr>
        </p:pic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32E95733-C2FE-5948-A08C-37DDCBF4AC0E}"/>
                </a:ext>
              </a:extLst>
            </p:cNvPr>
            <p:cNvSpPr/>
            <p:nvPr/>
          </p:nvSpPr>
          <p:spPr>
            <a:xfrm>
              <a:off x="1562964" y="3208452"/>
              <a:ext cx="5345622" cy="22643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087" name="Group 1086">
              <a:extLst>
                <a:ext uri="{FF2B5EF4-FFF2-40B4-BE49-F238E27FC236}">
                  <a16:creationId xmlns:a16="http://schemas.microsoft.com/office/drawing/2014/main" id="{E39D5CA4-4D85-F04D-A7CD-BE5091180B97}"/>
                </a:ext>
              </a:extLst>
            </p:cNvPr>
            <p:cNvGrpSpPr/>
            <p:nvPr/>
          </p:nvGrpSpPr>
          <p:grpSpPr>
            <a:xfrm>
              <a:off x="1707882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88" name="Straight Connector 1087">
                <a:extLst>
                  <a:ext uri="{FF2B5EF4-FFF2-40B4-BE49-F238E27FC236}">
                    <a16:creationId xmlns:a16="http://schemas.microsoft.com/office/drawing/2014/main" id="{53072383-1FD9-A244-9F75-1C7F9CD25EED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9" name="Straight Connector 1088">
                <a:extLst>
                  <a:ext uri="{FF2B5EF4-FFF2-40B4-BE49-F238E27FC236}">
                    <a16:creationId xmlns:a16="http://schemas.microsoft.com/office/drawing/2014/main" id="{C5DE51E2-D55A-A045-902A-0AB333FFE7D8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0" name="Straight Connector 1089">
                <a:extLst>
                  <a:ext uri="{FF2B5EF4-FFF2-40B4-BE49-F238E27FC236}">
                    <a16:creationId xmlns:a16="http://schemas.microsoft.com/office/drawing/2014/main" id="{3D055A99-5CE0-7F47-8650-A29C46351B5F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1" name="Straight Connector 1090">
                <a:extLst>
                  <a:ext uri="{FF2B5EF4-FFF2-40B4-BE49-F238E27FC236}">
                    <a16:creationId xmlns:a16="http://schemas.microsoft.com/office/drawing/2014/main" id="{A874A480-BA95-EC4B-9AF3-C188C613318E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2" name="Group 1091">
              <a:extLst>
                <a:ext uri="{FF2B5EF4-FFF2-40B4-BE49-F238E27FC236}">
                  <a16:creationId xmlns:a16="http://schemas.microsoft.com/office/drawing/2014/main" id="{688F9786-0317-CD4F-BBD8-537073F6D377}"/>
                </a:ext>
              </a:extLst>
            </p:cNvPr>
            <p:cNvGrpSpPr/>
            <p:nvPr/>
          </p:nvGrpSpPr>
          <p:grpSpPr>
            <a:xfrm>
              <a:off x="3101707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93" name="Straight Connector 1092">
                <a:extLst>
                  <a:ext uri="{FF2B5EF4-FFF2-40B4-BE49-F238E27FC236}">
                    <a16:creationId xmlns:a16="http://schemas.microsoft.com/office/drawing/2014/main" id="{BC584115-7C45-8D4D-B45E-2AD3F8E27492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4" name="Straight Connector 1093">
                <a:extLst>
                  <a:ext uri="{FF2B5EF4-FFF2-40B4-BE49-F238E27FC236}">
                    <a16:creationId xmlns:a16="http://schemas.microsoft.com/office/drawing/2014/main" id="{64DC0524-6FC9-1043-ADCA-E4319F1AAC75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5" name="Straight Connector 1094">
                <a:extLst>
                  <a:ext uri="{FF2B5EF4-FFF2-40B4-BE49-F238E27FC236}">
                    <a16:creationId xmlns:a16="http://schemas.microsoft.com/office/drawing/2014/main" id="{1381748D-B781-5343-A96D-25F97BAD81F6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6" name="Straight Connector 1095">
                <a:extLst>
                  <a:ext uri="{FF2B5EF4-FFF2-40B4-BE49-F238E27FC236}">
                    <a16:creationId xmlns:a16="http://schemas.microsoft.com/office/drawing/2014/main" id="{53FA8EF5-AC95-D546-91DA-9C34481F6F70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3B14F078-202D-9A49-AD8F-33A4E05A155F}"/>
                </a:ext>
              </a:extLst>
            </p:cNvPr>
            <p:cNvGrpSpPr/>
            <p:nvPr/>
          </p:nvGrpSpPr>
          <p:grpSpPr>
            <a:xfrm>
              <a:off x="4495532" y="3211627"/>
              <a:ext cx="1877813" cy="232782"/>
              <a:chOff x="430412" y="3248793"/>
              <a:chExt cx="1877813" cy="232782"/>
            </a:xfrm>
          </p:grpSpPr>
          <p:cxnSp>
            <p:nvCxnSpPr>
              <p:cNvPr id="1098" name="Straight Connector 1097">
                <a:extLst>
                  <a:ext uri="{FF2B5EF4-FFF2-40B4-BE49-F238E27FC236}">
                    <a16:creationId xmlns:a16="http://schemas.microsoft.com/office/drawing/2014/main" id="{DBA8168B-A82F-3E49-BA3A-5EB26FCD81FF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9" name="Straight Connector 1098">
                <a:extLst>
                  <a:ext uri="{FF2B5EF4-FFF2-40B4-BE49-F238E27FC236}">
                    <a16:creationId xmlns:a16="http://schemas.microsoft.com/office/drawing/2014/main" id="{3FAAB0BF-791B-884D-8079-DDCFFF87F3C0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0" name="Straight Connector 1099">
                <a:extLst>
                  <a:ext uri="{FF2B5EF4-FFF2-40B4-BE49-F238E27FC236}">
                    <a16:creationId xmlns:a16="http://schemas.microsoft.com/office/drawing/2014/main" id="{AF753C76-1494-1A4A-920B-B3F363531D8B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1" name="Straight Connector 1100">
                <a:extLst>
                  <a:ext uri="{FF2B5EF4-FFF2-40B4-BE49-F238E27FC236}">
                    <a16:creationId xmlns:a16="http://schemas.microsoft.com/office/drawing/2014/main" id="{D4683DFF-A698-344F-A1BA-D50F109E4E7B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2" name="Group 1101">
              <a:extLst>
                <a:ext uri="{FF2B5EF4-FFF2-40B4-BE49-F238E27FC236}">
                  <a16:creationId xmlns:a16="http://schemas.microsoft.com/office/drawing/2014/main" id="{AAAB2B62-EC06-B648-A168-2DF9934D2AAD}"/>
                </a:ext>
              </a:extLst>
            </p:cNvPr>
            <p:cNvGrpSpPr/>
            <p:nvPr/>
          </p:nvGrpSpPr>
          <p:grpSpPr>
            <a:xfrm>
              <a:off x="1612076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3" name="Straight Connector 1102">
                <a:extLst>
                  <a:ext uri="{FF2B5EF4-FFF2-40B4-BE49-F238E27FC236}">
                    <a16:creationId xmlns:a16="http://schemas.microsoft.com/office/drawing/2014/main" id="{BDA0C5C4-CB61-F742-9C55-87F470D957AF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4" name="Straight Connector 1103">
                <a:extLst>
                  <a:ext uri="{FF2B5EF4-FFF2-40B4-BE49-F238E27FC236}">
                    <a16:creationId xmlns:a16="http://schemas.microsoft.com/office/drawing/2014/main" id="{00322102-FA77-9047-82EB-1ED7B34593C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Straight Connector 1104">
                <a:extLst>
                  <a:ext uri="{FF2B5EF4-FFF2-40B4-BE49-F238E27FC236}">
                    <a16:creationId xmlns:a16="http://schemas.microsoft.com/office/drawing/2014/main" id="{8EE540A3-C5BF-1F44-9523-31F2A1479D6F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Straight Connector 1105">
                <a:extLst>
                  <a:ext uri="{FF2B5EF4-FFF2-40B4-BE49-F238E27FC236}">
                    <a16:creationId xmlns:a16="http://schemas.microsoft.com/office/drawing/2014/main" id="{DBDE143A-02F9-7D45-9474-B0CF59B9F127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" name="Group 1106">
              <a:extLst>
                <a:ext uri="{FF2B5EF4-FFF2-40B4-BE49-F238E27FC236}">
                  <a16:creationId xmlns:a16="http://schemas.microsoft.com/office/drawing/2014/main" id="{3AD085FC-E76E-F74C-8FFA-C373E292FE90}"/>
                </a:ext>
              </a:extLst>
            </p:cNvPr>
            <p:cNvGrpSpPr/>
            <p:nvPr/>
          </p:nvGrpSpPr>
          <p:grpSpPr>
            <a:xfrm>
              <a:off x="3019745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8" name="Straight Connector 1107">
                <a:extLst>
                  <a:ext uri="{FF2B5EF4-FFF2-40B4-BE49-F238E27FC236}">
                    <a16:creationId xmlns:a16="http://schemas.microsoft.com/office/drawing/2014/main" id="{B5EACDDA-3A7E-B546-8656-730C6CA54FC5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Straight Connector 1108">
                <a:extLst>
                  <a:ext uri="{FF2B5EF4-FFF2-40B4-BE49-F238E27FC236}">
                    <a16:creationId xmlns:a16="http://schemas.microsoft.com/office/drawing/2014/main" id="{EF98ECF3-A429-264D-B93F-945ECEF2BBBC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Straight Connector 1109">
                <a:extLst>
                  <a:ext uri="{FF2B5EF4-FFF2-40B4-BE49-F238E27FC236}">
                    <a16:creationId xmlns:a16="http://schemas.microsoft.com/office/drawing/2014/main" id="{72DCB234-4313-9E45-B75F-93D2E13BAEAC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6DE705A4-46EE-2C49-A8F0-C1DA7D89678A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2" name="Group 1111">
              <a:extLst>
                <a:ext uri="{FF2B5EF4-FFF2-40B4-BE49-F238E27FC236}">
                  <a16:creationId xmlns:a16="http://schemas.microsoft.com/office/drawing/2014/main" id="{76C756D9-7E0F-C048-8CC1-EB7B6C4B5147}"/>
                </a:ext>
              </a:extLst>
            </p:cNvPr>
            <p:cNvGrpSpPr/>
            <p:nvPr/>
          </p:nvGrpSpPr>
          <p:grpSpPr>
            <a:xfrm>
              <a:off x="4427414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D38DD459-6135-E647-9888-24FCA1617739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Straight Connector 1113">
                <a:extLst>
                  <a:ext uri="{FF2B5EF4-FFF2-40B4-BE49-F238E27FC236}">
                    <a16:creationId xmlns:a16="http://schemas.microsoft.com/office/drawing/2014/main" id="{FA8047E8-871F-1640-A7C8-5F21EDBDC93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Straight Connector 1114">
                <a:extLst>
                  <a:ext uri="{FF2B5EF4-FFF2-40B4-BE49-F238E27FC236}">
                    <a16:creationId xmlns:a16="http://schemas.microsoft.com/office/drawing/2014/main" id="{E5BEA3D9-5FD5-2744-8966-A46D0165DDE8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>
                <a:extLst>
                  <a:ext uri="{FF2B5EF4-FFF2-40B4-BE49-F238E27FC236}">
                    <a16:creationId xmlns:a16="http://schemas.microsoft.com/office/drawing/2014/main" id="{A5C1C420-DEF4-5549-9612-E5BD5118036F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7" name="Group 1116">
              <a:extLst>
                <a:ext uri="{FF2B5EF4-FFF2-40B4-BE49-F238E27FC236}">
                  <a16:creationId xmlns:a16="http://schemas.microsoft.com/office/drawing/2014/main" id="{D74276F9-F127-8949-8EB9-EEB63A8CC303}"/>
                </a:ext>
              </a:extLst>
            </p:cNvPr>
            <p:cNvGrpSpPr/>
            <p:nvPr/>
          </p:nvGrpSpPr>
          <p:grpSpPr>
            <a:xfrm>
              <a:off x="5835083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DBCE70ED-B5B8-8C4D-8C9B-2904BC36C076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1FF8D5D8-2BE6-B542-8677-EDE387E77DAF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4B2037D0-D88D-0647-8A43-081EB94230D7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>
                <a:extLst>
                  <a:ext uri="{FF2B5EF4-FFF2-40B4-BE49-F238E27FC236}">
                    <a16:creationId xmlns:a16="http://schemas.microsoft.com/office/drawing/2014/main" id="{6F201ECA-0229-304C-BDF8-DB08DCE0E7A0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2" name="Straight Connector 1121">
              <a:extLst>
                <a:ext uri="{FF2B5EF4-FFF2-40B4-BE49-F238E27FC236}">
                  <a16:creationId xmlns:a16="http://schemas.microsoft.com/office/drawing/2014/main" id="{27CF7771-DFC6-EA45-B4B7-03EBC7E837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38095" y="3208452"/>
              <a:ext cx="3938756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Straight Connector 1122">
              <a:extLst>
                <a:ext uri="{FF2B5EF4-FFF2-40B4-BE49-F238E27FC236}">
                  <a16:creationId xmlns:a16="http://schemas.microsoft.com/office/drawing/2014/main" id="{8E0EC3C3-180A-E94E-A2B6-1AB4D834E6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03840" y="3208452"/>
              <a:ext cx="4173610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4" name="Straight Connector 1123">
              <a:extLst>
                <a:ext uri="{FF2B5EF4-FFF2-40B4-BE49-F238E27FC236}">
                  <a16:creationId xmlns:a16="http://schemas.microsoft.com/office/drawing/2014/main" id="{B7ADC323-716A-0D45-BA1C-17D906A567A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63497" y="3208452"/>
              <a:ext cx="4839817" cy="23595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5" name="Straight Connector 1124">
              <a:extLst>
                <a:ext uri="{FF2B5EF4-FFF2-40B4-BE49-F238E27FC236}">
                  <a16:creationId xmlns:a16="http://schemas.microsoft.com/office/drawing/2014/main" id="{FAB9E5B0-7046-1743-89B1-DB2F0EF2AD6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36799" y="3211627"/>
              <a:ext cx="4507481" cy="226432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D2AF41A9-B325-C146-BCA2-23CB3453EE7D}"/>
                </a:ext>
              </a:extLst>
            </p:cNvPr>
            <p:cNvSpPr txBox="1"/>
            <p:nvPr/>
          </p:nvSpPr>
          <p:spPr>
            <a:xfrm>
              <a:off x="4400143" y="4218034"/>
              <a:ext cx="243163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9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8C832824-640F-1043-B9F7-1D4A35FF7E17}"/>
                </a:ext>
              </a:extLst>
            </p:cNvPr>
            <p:cNvSpPr txBox="1"/>
            <p:nvPr/>
          </p:nvSpPr>
          <p:spPr>
            <a:xfrm>
              <a:off x="4715567" y="4218848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10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D857028C-D83D-0A4E-966E-6C30BA37E354}"/>
                </a:ext>
              </a:extLst>
            </p:cNvPr>
            <p:cNvSpPr txBox="1"/>
            <p:nvPr/>
          </p:nvSpPr>
          <p:spPr>
            <a:xfrm>
              <a:off x="5068973" y="4220999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11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DFFA4DEE-0889-FE4C-87D8-B81307BE66F2}"/>
                </a:ext>
              </a:extLst>
            </p:cNvPr>
            <p:cNvSpPr txBox="1"/>
            <p:nvPr/>
          </p:nvSpPr>
          <p:spPr>
            <a:xfrm>
              <a:off x="5433769" y="4217456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12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8BD4198E-AC20-F248-8C7C-298F93154207}"/>
                </a:ext>
              </a:extLst>
            </p:cNvPr>
            <p:cNvSpPr txBox="1"/>
            <p:nvPr/>
          </p:nvSpPr>
          <p:spPr>
            <a:xfrm>
              <a:off x="5792870" y="4213911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13</a:t>
              </a:r>
            </a:p>
          </p:txBody>
        </p: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562C2E14-D055-D644-8850-3E4417D181EF}"/>
                </a:ext>
              </a:extLst>
            </p:cNvPr>
            <p:cNvSpPr txBox="1"/>
            <p:nvPr/>
          </p:nvSpPr>
          <p:spPr>
            <a:xfrm>
              <a:off x="6151971" y="4216061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14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15386104-1206-5E44-9A26-6A7C06DD04A6}"/>
                </a:ext>
              </a:extLst>
            </p:cNvPr>
            <p:cNvSpPr txBox="1"/>
            <p:nvPr/>
          </p:nvSpPr>
          <p:spPr>
            <a:xfrm>
              <a:off x="6511072" y="4212518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15</a:t>
              </a:r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62103A26-B517-644D-B539-988991BAAD8F}"/>
                </a:ext>
              </a:extLst>
            </p:cNvPr>
            <p:cNvSpPr txBox="1"/>
            <p:nvPr/>
          </p:nvSpPr>
          <p:spPr>
            <a:xfrm>
              <a:off x="6858783" y="4208974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16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5F4505F7-BBD1-9F43-923F-76ECBECD7B33}"/>
                </a:ext>
              </a:extLst>
            </p:cNvPr>
            <p:cNvSpPr txBox="1"/>
            <p:nvPr/>
          </p:nvSpPr>
          <p:spPr>
            <a:xfrm>
              <a:off x="1517707" y="4498556"/>
              <a:ext cx="5921569" cy="30906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突出显示机架 1 和 11 之间的两条不相交路径</a:t>
              </a:r>
              <a:r>
                <a:rPr lang="en-US" sz="2400" dirty="0">
                  <a:solidFill>
                    <a:srgbClr val="C00000"/>
                  </a:solidFill>
                </a:rPr>
                <a:t/>
              </a:r>
              <a:r>
                <a:rPr lang="en-US" sz="2400" dirty="0"/>
                <a:t/>
              </a:r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45A9891D-A557-E54C-91F6-288272F5BD99}"/>
                </a:ext>
              </a:extLst>
            </p:cNvPr>
            <p:cNvSpPr/>
            <p:nvPr/>
          </p:nvSpPr>
          <p:spPr>
            <a:xfrm>
              <a:off x="1624856" y="2465450"/>
              <a:ext cx="3485236" cy="973841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236" h="973841">
                  <a:moveTo>
                    <a:pt x="0" y="973841"/>
                  </a:moveTo>
                  <a:lnTo>
                    <a:pt x="569482" y="757432"/>
                  </a:lnTo>
                  <a:cubicBezTo>
                    <a:pt x="569482" y="504955"/>
                    <a:pt x="569483" y="252477"/>
                    <a:pt x="569483" y="0"/>
                  </a:cubicBezTo>
                  <a:lnTo>
                    <a:pt x="3211885" y="569497"/>
                  </a:lnTo>
                  <a:lnTo>
                    <a:pt x="3468152" y="734652"/>
                  </a:lnTo>
                  <a:lnTo>
                    <a:pt x="3485236" y="973841"/>
                  </a:lnTo>
                </a:path>
              </a:pathLst>
            </a:custGeom>
            <a:ln w="44450">
              <a:solidFill>
                <a:srgbClr val="C0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5" name="Freeform 1134">
              <a:extLst>
                <a:ext uri="{FF2B5EF4-FFF2-40B4-BE49-F238E27FC236}">
                  <a16:creationId xmlns:a16="http://schemas.microsoft.com/office/drawing/2014/main" id="{50FBB60B-7C4C-8D49-B2DB-B85E835FD61D}"/>
                </a:ext>
              </a:extLst>
            </p:cNvPr>
            <p:cNvSpPr/>
            <p:nvPr/>
          </p:nvSpPr>
          <p:spPr>
            <a:xfrm>
              <a:off x="1715628" y="2483588"/>
              <a:ext cx="4584339" cy="973842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  <a:gd name="connsiteX0" fmla="*/ 0 w 4789352"/>
                <a:gd name="connsiteY0" fmla="*/ 1082046 h 1082046"/>
                <a:gd name="connsiteX1" fmla="*/ 1873598 w 4789352"/>
                <a:gd name="connsiteY1" fmla="*/ 757432 h 1082046"/>
                <a:gd name="connsiteX2" fmla="*/ 1873599 w 4789352"/>
                <a:gd name="connsiteY2" fmla="*/ 0 h 1082046"/>
                <a:gd name="connsiteX3" fmla="*/ 4516001 w 4789352"/>
                <a:gd name="connsiteY3" fmla="*/ 569497 h 1082046"/>
                <a:gd name="connsiteX4" fmla="*/ 4772268 w 4789352"/>
                <a:gd name="connsiteY4" fmla="*/ 734652 h 1082046"/>
                <a:gd name="connsiteX5" fmla="*/ 4789352 w 4789352"/>
                <a:gd name="connsiteY5" fmla="*/ 973841 h 1082046"/>
                <a:gd name="connsiteX0" fmla="*/ 0 w 4789352"/>
                <a:gd name="connsiteY0" fmla="*/ 973842 h 973842"/>
                <a:gd name="connsiteX1" fmla="*/ 1873598 w 4789352"/>
                <a:gd name="connsiteY1" fmla="*/ 649228 h 973842"/>
                <a:gd name="connsiteX2" fmla="*/ 1884989 w 4789352"/>
                <a:gd name="connsiteY2" fmla="*/ 0 h 973842"/>
                <a:gd name="connsiteX3" fmla="*/ 4516001 w 4789352"/>
                <a:gd name="connsiteY3" fmla="*/ 461293 h 973842"/>
                <a:gd name="connsiteX4" fmla="*/ 4772268 w 4789352"/>
                <a:gd name="connsiteY4" fmla="*/ 626448 h 973842"/>
                <a:gd name="connsiteX5" fmla="*/ 4789352 w 4789352"/>
                <a:gd name="connsiteY5" fmla="*/ 865637 h 973842"/>
                <a:gd name="connsiteX0" fmla="*/ 0 w 4772268"/>
                <a:gd name="connsiteY0" fmla="*/ 973842 h 973842"/>
                <a:gd name="connsiteX1" fmla="*/ 1873598 w 4772268"/>
                <a:gd name="connsiteY1" fmla="*/ 649228 h 973842"/>
                <a:gd name="connsiteX2" fmla="*/ 1884989 w 4772268"/>
                <a:gd name="connsiteY2" fmla="*/ 0 h 973842"/>
                <a:gd name="connsiteX3" fmla="*/ 4516001 w 4772268"/>
                <a:gd name="connsiteY3" fmla="*/ 461293 h 973842"/>
                <a:gd name="connsiteX4" fmla="*/ 4772268 w 4772268"/>
                <a:gd name="connsiteY4" fmla="*/ 626448 h 973842"/>
                <a:gd name="connsiteX5" fmla="*/ 3451066 w 4772268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16001 w 4584339"/>
                <a:gd name="connsiteY3" fmla="*/ 461293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  <a:gd name="connsiteX0" fmla="*/ 0 w 4624203"/>
                <a:gd name="connsiteY0" fmla="*/ 973842 h 973842"/>
                <a:gd name="connsiteX1" fmla="*/ 1873598 w 4624203"/>
                <a:gd name="connsiteY1" fmla="*/ 649228 h 973842"/>
                <a:gd name="connsiteX2" fmla="*/ 1884989 w 4624203"/>
                <a:gd name="connsiteY2" fmla="*/ 0 h 973842"/>
                <a:gd name="connsiteX3" fmla="*/ 4624203 w 4624203"/>
                <a:gd name="connsiteY3" fmla="*/ 580887 h 973842"/>
                <a:gd name="connsiteX4" fmla="*/ 4584339 w 4624203"/>
                <a:gd name="connsiteY4" fmla="*/ 728958 h 973842"/>
                <a:gd name="connsiteX5" fmla="*/ 3451066 w 4624203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72949 w 4584339"/>
                <a:gd name="connsiteY3" fmla="*/ 569497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4339" h="973842">
                  <a:moveTo>
                    <a:pt x="0" y="973842"/>
                  </a:moveTo>
                  <a:lnTo>
                    <a:pt x="1873598" y="649228"/>
                  </a:lnTo>
                  <a:cubicBezTo>
                    <a:pt x="1873598" y="396751"/>
                    <a:pt x="1884989" y="252477"/>
                    <a:pt x="1884989" y="0"/>
                  </a:cubicBezTo>
                  <a:lnTo>
                    <a:pt x="4572949" y="569497"/>
                  </a:lnTo>
                  <a:lnTo>
                    <a:pt x="4584339" y="728958"/>
                  </a:lnTo>
                  <a:lnTo>
                    <a:pt x="3451066" y="939672"/>
                  </a:lnTo>
                </a:path>
              </a:pathLst>
            </a:custGeom>
            <a:ln w="539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42" name="Rectangle 6">
            <a:extLst>
              <a:ext uri="{FF2B5EF4-FFF2-40B4-BE49-F238E27FC236}">
                <a16:creationId xmlns:a16="http://schemas.microsoft.com/office/drawing/2014/main" id="{A2ACF35F-12E6-0249-AE9D-CA2089FDB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691" y="1287837"/>
            <a:ext cx="11256309" cy="1799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 eaLnBrk="1" hangingPunct="1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latin typeface="+mn-lt"/>
              </a:rPr>
              <a:t>交换机和机架之间丰富互连：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提高机架之间的吞吐量（可有多条路由路径）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通过冗余提高可靠性</a:t>
            </a:r>
          </a:p>
          <a:p>
            <a:pPr eaLnBrk="1" hangingPunct="1">
              <a:spcBef>
                <a:spcPct val="20000"/>
              </a:spcBef>
              <a:buFont typeface="Arial" charset="0"/>
              <a:buChar char="•"/>
            </a:pPr>
            <a:endParaRPr lang="en-US" sz="3200" dirty="0">
              <a:latin typeface="Gill Sans MT" charset="0"/>
            </a:endParaRPr>
          </a:p>
        </p:txBody>
      </p: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57E8F571-F3FB-C247-B74D-9BEAF145DC4B}"/>
              </a:ext>
            </a:extLst>
          </p:cNvPr>
          <p:cNvGrpSpPr/>
          <p:nvPr/>
        </p:nvGrpSpPr>
        <p:grpSpPr>
          <a:xfrm>
            <a:off x="2334159" y="2821994"/>
            <a:ext cx="610209" cy="346402"/>
            <a:chOff x="3668110" y="2448910"/>
            <a:chExt cx="3794234" cy="2165130"/>
          </a:xfrm>
        </p:grpSpPr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2DCAB119-FA60-1746-A6A4-B802C843B16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48" name="Freeform 1147">
              <a:extLst>
                <a:ext uri="{FF2B5EF4-FFF2-40B4-BE49-F238E27FC236}">
                  <a16:creationId xmlns:a16="http://schemas.microsoft.com/office/drawing/2014/main" id="{538FA78F-3642-194F-80F9-0A55C4F66CA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49" name="Group 1148">
              <a:extLst>
                <a:ext uri="{FF2B5EF4-FFF2-40B4-BE49-F238E27FC236}">
                  <a16:creationId xmlns:a16="http://schemas.microsoft.com/office/drawing/2014/main" id="{2DB23CBA-F0AB-2E49-A01E-510852C93B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E19762A3-7FA7-8943-A77A-D3C527BF546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3C9AED02-DCE9-7147-B1EA-D6C7616F6AA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D9060922-1C4B-AB41-93FB-725FBD1F86E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0B56F9A-7427-2949-8145-7CF8063BEB5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4" name="Group 1153">
            <a:extLst>
              <a:ext uri="{FF2B5EF4-FFF2-40B4-BE49-F238E27FC236}">
                <a16:creationId xmlns:a16="http://schemas.microsoft.com/office/drawing/2014/main" id="{A0D6F02E-F3A3-CF46-9C9A-076CC1EF6761}"/>
              </a:ext>
            </a:extLst>
          </p:cNvPr>
          <p:cNvGrpSpPr/>
          <p:nvPr/>
        </p:nvGrpSpPr>
        <p:grpSpPr>
          <a:xfrm>
            <a:off x="4287927" y="2823518"/>
            <a:ext cx="610209" cy="346402"/>
            <a:chOff x="3668110" y="2448910"/>
            <a:chExt cx="3794234" cy="2165130"/>
          </a:xfrm>
        </p:grpSpPr>
        <p:sp>
          <p:nvSpPr>
            <p:cNvPr id="1155" name="Rectangle 1154">
              <a:extLst>
                <a:ext uri="{FF2B5EF4-FFF2-40B4-BE49-F238E27FC236}">
                  <a16:creationId xmlns:a16="http://schemas.microsoft.com/office/drawing/2014/main" id="{4BBBF99B-A42D-FF41-B684-2AB320CF5FF7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EA01E8DF-4BBF-FA41-BC78-18883FA7708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57" name="Group 1156">
              <a:extLst>
                <a:ext uri="{FF2B5EF4-FFF2-40B4-BE49-F238E27FC236}">
                  <a16:creationId xmlns:a16="http://schemas.microsoft.com/office/drawing/2014/main" id="{D6E0E1AD-7BC3-5F48-932A-541BBF6FEE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79B37B7B-64BD-5244-9B93-16A4129C08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94C6A981-AEA5-D947-AF11-0A1A62696F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0" name="Freeform 1159">
                <a:extLst>
                  <a:ext uri="{FF2B5EF4-FFF2-40B4-BE49-F238E27FC236}">
                    <a16:creationId xmlns:a16="http://schemas.microsoft.com/office/drawing/2014/main" id="{6530F6BF-6E19-CC4D-ABF7-5893BFBBAF0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D86BD588-7924-F34D-AD96-DE440F1CB3D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2" name="Group 1161">
            <a:extLst>
              <a:ext uri="{FF2B5EF4-FFF2-40B4-BE49-F238E27FC236}">
                <a16:creationId xmlns:a16="http://schemas.microsoft.com/office/drawing/2014/main" id="{9C8431BF-F28F-6543-AF5F-74DBBFFBD47F}"/>
              </a:ext>
            </a:extLst>
          </p:cNvPr>
          <p:cNvGrpSpPr/>
          <p:nvPr/>
        </p:nvGrpSpPr>
        <p:grpSpPr>
          <a:xfrm>
            <a:off x="6241695" y="2825042"/>
            <a:ext cx="610209" cy="346402"/>
            <a:chOff x="3668110" y="2448910"/>
            <a:chExt cx="3794234" cy="2165130"/>
          </a:xfrm>
        </p:grpSpPr>
        <p:sp>
          <p:nvSpPr>
            <p:cNvPr id="1163" name="Rectangle 1162">
              <a:extLst>
                <a:ext uri="{FF2B5EF4-FFF2-40B4-BE49-F238E27FC236}">
                  <a16:creationId xmlns:a16="http://schemas.microsoft.com/office/drawing/2014/main" id="{88F67868-CF88-704A-9566-F3D51713181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AC0B2BE9-98B6-1447-B542-430F06859AB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65" name="Group 1164">
              <a:extLst>
                <a:ext uri="{FF2B5EF4-FFF2-40B4-BE49-F238E27FC236}">
                  <a16:creationId xmlns:a16="http://schemas.microsoft.com/office/drawing/2014/main" id="{0951C3C2-A159-AB41-906A-62BA7B3B6D0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F8E97B0F-74C8-7F47-91B5-6AC8FC3CC5E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C800488B-5F27-0E4D-A1F3-E5BA6B4EAB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1138EB5C-B447-B240-8512-9C1CA6D4B71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068D789C-8A44-2845-B74A-8603923FAC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0" name="Group 1169">
            <a:extLst>
              <a:ext uri="{FF2B5EF4-FFF2-40B4-BE49-F238E27FC236}">
                <a16:creationId xmlns:a16="http://schemas.microsoft.com/office/drawing/2014/main" id="{D6FF15E2-421D-7F4F-8808-713CF0AA7E84}"/>
              </a:ext>
            </a:extLst>
          </p:cNvPr>
          <p:cNvGrpSpPr/>
          <p:nvPr/>
        </p:nvGrpSpPr>
        <p:grpSpPr>
          <a:xfrm>
            <a:off x="8218323" y="2826566"/>
            <a:ext cx="610209" cy="346402"/>
            <a:chOff x="3668110" y="2448910"/>
            <a:chExt cx="3794234" cy="2165130"/>
          </a:xfrm>
        </p:grpSpPr>
        <p:sp>
          <p:nvSpPr>
            <p:cNvPr id="1171" name="Rectangle 1170">
              <a:extLst>
                <a:ext uri="{FF2B5EF4-FFF2-40B4-BE49-F238E27FC236}">
                  <a16:creationId xmlns:a16="http://schemas.microsoft.com/office/drawing/2014/main" id="{4B94F67F-8491-C44F-BFB0-37D91904FA9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8E0E2C36-2739-1345-A37D-DA7ADBC4AFE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73" name="Group 1172">
              <a:extLst>
                <a:ext uri="{FF2B5EF4-FFF2-40B4-BE49-F238E27FC236}">
                  <a16:creationId xmlns:a16="http://schemas.microsoft.com/office/drawing/2014/main" id="{3F99691F-CF05-A449-B91B-A4261554D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DC7B9C86-7ED6-6748-912D-E2D3D7B099A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7AA3830C-9DBA-974C-98AB-7326BC690AA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369F717E-6821-AA42-8EB6-8C82A4A11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2CEDA57A-48E2-D24D-9BAC-B0AB97BEA4A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8" name="Group 1177">
            <a:extLst>
              <a:ext uri="{FF2B5EF4-FFF2-40B4-BE49-F238E27FC236}">
                <a16:creationId xmlns:a16="http://schemas.microsoft.com/office/drawing/2014/main" id="{79C7C163-8B71-394F-9EEB-D1F33B457F9E}"/>
              </a:ext>
            </a:extLst>
          </p:cNvPr>
          <p:cNvGrpSpPr/>
          <p:nvPr/>
        </p:nvGrpSpPr>
        <p:grpSpPr>
          <a:xfrm>
            <a:off x="2367687" y="3863340"/>
            <a:ext cx="549249" cy="301752"/>
            <a:chOff x="3668110" y="2448910"/>
            <a:chExt cx="3794234" cy="2165130"/>
          </a:xfrm>
        </p:grpSpPr>
        <p:sp>
          <p:nvSpPr>
            <p:cNvPr id="1179" name="Rectangle 1178">
              <a:extLst>
                <a:ext uri="{FF2B5EF4-FFF2-40B4-BE49-F238E27FC236}">
                  <a16:creationId xmlns:a16="http://schemas.microsoft.com/office/drawing/2014/main" id="{41F67261-DE91-774C-89E5-3318ED3D4DC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395C2351-B50B-DD47-9593-D0EE4C13E6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1" name="Group 1180">
              <a:extLst>
                <a:ext uri="{FF2B5EF4-FFF2-40B4-BE49-F238E27FC236}">
                  <a16:creationId xmlns:a16="http://schemas.microsoft.com/office/drawing/2014/main" id="{B18F0A06-0DCB-A84C-A1A9-FE06F51D91D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F22C5F99-30D4-F34F-B61C-E696C1EF38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8C6A5148-CB31-0D45-81F9-D71BC18528D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CF6213EE-F008-E046-A7CD-07C66E5EF48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4A21F448-E802-7F4F-81C1-286AFEBCF30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E82BD4AD-4686-5B45-A010-6E3B958FAB6D}"/>
              </a:ext>
            </a:extLst>
          </p:cNvPr>
          <p:cNvGrpSpPr/>
          <p:nvPr/>
        </p:nvGrpSpPr>
        <p:grpSpPr>
          <a:xfrm>
            <a:off x="4316883" y="3875986"/>
            <a:ext cx="549249" cy="301752"/>
            <a:chOff x="3668110" y="2448910"/>
            <a:chExt cx="3794234" cy="2165130"/>
          </a:xfrm>
        </p:grpSpPr>
        <p:sp>
          <p:nvSpPr>
            <p:cNvPr id="1187" name="Rectangle 1186">
              <a:extLst>
                <a:ext uri="{FF2B5EF4-FFF2-40B4-BE49-F238E27FC236}">
                  <a16:creationId xmlns:a16="http://schemas.microsoft.com/office/drawing/2014/main" id="{5902C496-125C-0E4A-BCAC-1A4DBF6D738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A198D58D-9BE0-0E41-B568-7C587EE9CB8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D8EF2C5B-422A-0847-A7FE-4D766ECC7E9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1719649C-4608-6846-A5BE-CDC493555B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CA774823-07A3-0B4F-9EF9-2CD6F16836E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2493B40E-06D2-AD40-A4FC-5B801FC3777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314493D3-85DB-C544-AA14-6E20DC8080B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944C7838-0608-3746-A5DA-776C1E1E9AD4}"/>
              </a:ext>
            </a:extLst>
          </p:cNvPr>
          <p:cNvGrpSpPr/>
          <p:nvPr/>
        </p:nvGrpSpPr>
        <p:grpSpPr>
          <a:xfrm>
            <a:off x="6316371" y="3879488"/>
            <a:ext cx="549249" cy="301752"/>
            <a:chOff x="3668110" y="2448910"/>
            <a:chExt cx="3794234" cy="2165130"/>
          </a:xfrm>
        </p:grpSpPr>
        <p:sp>
          <p:nvSpPr>
            <p:cNvPr id="1195" name="Rectangle 1194">
              <a:extLst>
                <a:ext uri="{FF2B5EF4-FFF2-40B4-BE49-F238E27FC236}">
                  <a16:creationId xmlns:a16="http://schemas.microsoft.com/office/drawing/2014/main" id="{405C1EF3-F5D4-CE47-8CF1-D03C01AF81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4040F348-4855-6D40-B4F0-E1617C8FB3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C8AB1633-5392-1F40-A63E-2D616030832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6766D20A-4223-9B40-B707-6E0D324FEEA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85BB511B-F2A2-774D-AF0D-A4FAA7D93CC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9BFB4310-37EE-974E-916D-FBC3B9DF253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58E18327-ADE7-6A4B-A62D-F7D2EFA7CAE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2" name="Group 1201">
            <a:extLst>
              <a:ext uri="{FF2B5EF4-FFF2-40B4-BE49-F238E27FC236}">
                <a16:creationId xmlns:a16="http://schemas.microsoft.com/office/drawing/2014/main" id="{EABC9799-7777-0F4D-AB89-0EC54B5B340D}"/>
              </a:ext>
            </a:extLst>
          </p:cNvPr>
          <p:cNvGrpSpPr/>
          <p:nvPr/>
        </p:nvGrpSpPr>
        <p:grpSpPr>
          <a:xfrm>
            <a:off x="8279283" y="3887562"/>
            <a:ext cx="549249" cy="301752"/>
            <a:chOff x="3668110" y="2448910"/>
            <a:chExt cx="3794234" cy="2165130"/>
          </a:xfrm>
        </p:grpSpPr>
        <p:sp>
          <p:nvSpPr>
            <p:cNvPr id="1203" name="Rectangle 1202">
              <a:extLst>
                <a:ext uri="{FF2B5EF4-FFF2-40B4-BE49-F238E27FC236}">
                  <a16:creationId xmlns:a16="http://schemas.microsoft.com/office/drawing/2014/main" id="{4CC298C8-40FC-5B4C-B959-7EDD5647AF1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90A45ECC-BFD1-6640-9044-DA471DEC040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F4DB0322-0DF8-794A-837A-D398C7FB9F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AC9CDDCF-B643-B64F-A56C-DCC41CFBB56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CAE41CF8-7A55-8147-80DD-2D2E3E2C5B8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DE7730FD-DAFD-1847-B15E-2D1FAFE218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B504BF0C-A5A5-E847-A17E-C59CBBC901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88A96B8D-F74E-5041-85C9-37AFB4C4D01A}"/>
              </a:ext>
            </a:extLst>
          </p:cNvPr>
          <p:cNvGrpSpPr/>
          <p:nvPr/>
        </p:nvGrpSpPr>
        <p:grpSpPr>
          <a:xfrm>
            <a:off x="1695279" y="4542558"/>
            <a:ext cx="389682" cy="227238"/>
            <a:chOff x="3668110" y="2448910"/>
            <a:chExt cx="3794234" cy="2165130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39BE18F2-D1CD-0846-9DCC-2068A95467F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6CD66545-560A-3C47-8CA1-9C15A93CB24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82" name="Group 1281">
              <a:extLst>
                <a:ext uri="{FF2B5EF4-FFF2-40B4-BE49-F238E27FC236}">
                  <a16:creationId xmlns:a16="http://schemas.microsoft.com/office/drawing/2014/main" id="{A9D5C1C3-E928-8746-AAB0-857D1B2F1E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24F93911-DA80-9A42-83CC-1E90C6B19B4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85876457-6FB2-1340-A8D0-B8A79C7E85B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5E6D1CAD-2B7B-8B42-844A-C94F4F9FEC3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95149FE6-F8D1-3546-932E-EB803B00F4A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CBB1D598-F9DC-E043-B06B-563F394A39D4}"/>
              </a:ext>
            </a:extLst>
          </p:cNvPr>
          <p:cNvGrpSpPr/>
          <p:nvPr/>
        </p:nvGrpSpPr>
        <p:grpSpPr>
          <a:xfrm>
            <a:off x="2185175" y="4543504"/>
            <a:ext cx="389682" cy="227238"/>
            <a:chOff x="3668110" y="2448910"/>
            <a:chExt cx="3794234" cy="2165130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25E9249-8BF4-8648-82AC-887180A85F4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FACDBC68-7254-8C44-AE85-85CDBEC844A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98" name="Group 1297">
              <a:extLst>
                <a:ext uri="{FF2B5EF4-FFF2-40B4-BE49-F238E27FC236}">
                  <a16:creationId xmlns:a16="http://schemas.microsoft.com/office/drawing/2014/main" id="{4705A7EF-6411-B248-BEA5-E4AC343355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F1592333-82D8-5049-8E1E-BC734B2B70F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94BB7A75-D5C7-1C4E-86B8-ECB7BF8CEF7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49B774A9-9C73-EE4D-A10C-07A2EBCA953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6B60B359-7CA8-6744-8E96-076C29684A9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212A0DF9-2896-F247-9AB5-848B5513EB86}"/>
              </a:ext>
            </a:extLst>
          </p:cNvPr>
          <p:cNvGrpSpPr/>
          <p:nvPr/>
        </p:nvGrpSpPr>
        <p:grpSpPr>
          <a:xfrm>
            <a:off x="2678246" y="4544450"/>
            <a:ext cx="389682" cy="227238"/>
            <a:chOff x="3668110" y="2448910"/>
            <a:chExt cx="3794234" cy="2165130"/>
          </a:xfrm>
        </p:grpSpPr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4E13E036-0769-C44E-BDA6-FAF5E0F7DD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844B6DD6-62B6-C94C-9BFF-E83D93B29A4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06" name="Group 1305">
              <a:extLst>
                <a:ext uri="{FF2B5EF4-FFF2-40B4-BE49-F238E27FC236}">
                  <a16:creationId xmlns:a16="http://schemas.microsoft.com/office/drawing/2014/main" id="{CF4C7F82-2F08-374E-9B2A-F363D1CB423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67F9CD3E-899B-7A47-9A38-A911F2E384E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A747311A-A153-564E-A97C-AF1179B7368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1B590F9E-4358-1E47-B9E4-0112065D911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1192FDAE-1AE8-6F45-8FBA-C4B9C4EB11C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CC3B9D25-F1ED-7748-8B42-7E7127FD1385}"/>
              </a:ext>
            </a:extLst>
          </p:cNvPr>
          <p:cNvGrpSpPr/>
          <p:nvPr/>
        </p:nvGrpSpPr>
        <p:grpSpPr>
          <a:xfrm>
            <a:off x="3171317" y="4545396"/>
            <a:ext cx="389682" cy="227238"/>
            <a:chOff x="3668110" y="2448910"/>
            <a:chExt cx="3794234" cy="2165130"/>
          </a:xfrm>
        </p:grpSpPr>
        <p:sp>
          <p:nvSpPr>
            <p:cNvPr id="1312" name="Rectangle 1311">
              <a:extLst>
                <a:ext uri="{FF2B5EF4-FFF2-40B4-BE49-F238E27FC236}">
                  <a16:creationId xmlns:a16="http://schemas.microsoft.com/office/drawing/2014/main" id="{DD072969-B0E1-FF46-830A-B45CF0C06C6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08331DF4-1CD3-BA40-A793-CB8B222135A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14" name="Group 1313">
              <a:extLst>
                <a:ext uri="{FF2B5EF4-FFF2-40B4-BE49-F238E27FC236}">
                  <a16:creationId xmlns:a16="http://schemas.microsoft.com/office/drawing/2014/main" id="{D2E7F2B4-1F24-3747-A8FD-5F8C304415C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5A68A862-EC0F-6142-9C36-4BB74A512D7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0DDF5A71-290D-9A47-AA31-3EDE7BE355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57DB9FA9-5C09-6542-99C0-4D34C1966AF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45603FF7-AAB8-264C-9FD4-87A9543AF83F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4E1B6BE6-9F24-B24D-B2FE-F8D26AC7B5CB}"/>
              </a:ext>
            </a:extLst>
          </p:cNvPr>
          <p:cNvGrpSpPr/>
          <p:nvPr/>
        </p:nvGrpSpPr>
        <p:grpSpPr>
          <a:xfrm>
            <a:off x="3664388" y="4546342"/>
            <a:ext cx="389682" cy="227238"/>
            <a:chOff x="3668110" y="2448910"/>
            <a:chExt cx="3794234" cy="2165130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DAB3CF92-576E-1141-B7E4-7B1239A24D5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95D437B4-E126-8440-AEF8-7572B3D6ACC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22" name="Group 1321">
              <a:extLst>
                <a:ext uri="{FF2B5EF4-FFF2-40B4-BE49-F238E27FC236}">
                  <a16:creationId xmlns:a16="http://schemas.microsoft.com/office/drawing/2014/main" id="{29DBC300-693E-8A4A-A454-91F6EF4506B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86AD231-14DF-D24C-B68F-48EA77EE6E2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70BA74F8-2656-1247-B8AB-B5EACA2E6F5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0832B934-B781-F940-85AC-E31651EA7B8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13FE509E-7620-8D48-8773-E020AB71BC2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483E120D-74EF-9848-8B66-DE0434B4C756}"/>
              </a:ext>
            </a:extLst>
          </p:cNvPr>
          <p:cNvGrpSpPr/>
          <p:nvPr/>
        </p:nvGrpSpPr>
        <p:grpSpPr>
          <a:xfrm>
            <a:off x="4157459" y="4547288"/>
            <a:ext cx="389682" cy="227238"/>
            <a:chOff x="3668110" y="2448910"/>
            <a:chExt cx="3794234" cy="2165130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CCC93099-A37F-4A4E-8E96-4E2F33EC8B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6FF8BA81-2CA5-2046-B34C-CCBBF5E0867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0" name="Group 1329">
              <a:extLst>
                <a:ext uri="{FF2B5EF4-FFF2-40B4-BE49-F238E27FC236}">
                  <a16:creationId xmlns:a16="http://schemas.microsoft.com/office/drawing/2014/main" id="{650BC237-7E89-1448-8631-68224892C9F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D7EC4561-E196-A44A-B2C2-E72B7955AF0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48B63389-6EBC-A040-B588-A3C3C098634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701CC764-120B-1449-B550-335DC38FFE2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0AB82212-AFFF-5349-8D00-C5F9EB6D748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35" name="Group 1334">
            <a:extLst>
              <a:ext uri="{FF2B5EF4-FFF2-40B4-BE49-F238E27FC236}">
                <a16:creationId xmlns:a16="http://schemas.microsoft.com/office/drawing/2014/main" id="{470A79F7-2E6C-2842-9B25-AC6AD7C37003}"/>
              </a:ext>
            </a:extLst>
          </p:cNvPr>
          <p:cNvGrpSpPr/>
          <p:nvPr/>
        </p:nvGrpSpPr>
        <p:grpSpPr>
          <a:xfrm>
            <a:off x="4650530" y="4548234"/>
            <a:ext cx="389682" cy="227238"/>
            <a:chOff x="3668110" y="2448910"/>
            <a:chExt cx="3794234" cy="2165130"/>
          </a:xfrm>
        </p:grpSpPr>
        <p:sp>
          <p:nvSpPr>
            <p:cNvPr id="1336" name="Rectangle 1335">
              <a:extLst>
                <a:ext uri="{FF2B5EF4-FFF2-40B4-BE49-F238E27FC236}">
                  <a16:creationId xmlns:a16="http://schemas.microsoft.com/office/drawing/2014/main" id="{F3A7AFB3-5D86-1E46-913D-68B19D11E9E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A2266527-A800-7148-BB67-75804C72D4C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8" name="Group 1337">
              <a:extLst>
                <a:ext uri="{FF2B5EF4-FFF2-40B4-BE49-F238E27FC236}">
                  <a16:creationId xmlns:a16="http://schemas.microsoft.com/office/drawing/2014/main" id="{13E04B06-B520-E243-A4AC-EEFC12CCAF0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E27F5F29-45A2-8E45-B24C-F9BEF9E8DE4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64B1FB4B-78C1-6349-99B1-18E7F2F4A9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87CA0979-5D30-0B46-9E54-19017A91242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D266567F-57A8-F348-92AC-D2D97E70330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1D271EC3-4335-5248-BA43-CAD4D9E861DF}"/>
              </a:ext>
            </a:extLst>
          </p:cNvPr>
          <p:cNvGrpSpPr/>
          <p:nvPr/>
        </p:nvGrpSpPr>
        <p:grpSpPr>
          <a:xfrm>
            <a:off x="5143601" y="4549180"/>
            <a:ext cx="389682" cy="227238"/>
            <a:chOff x="3668110" y="2448910"/>
            <a:chExt cx="3794234" cy="2165130"/>
          </a:xfrm>
        </p:grpSpPr>
        <p:sp>
          <p:nvSpPr>
            <p:cNvPr id="1344" name="Rectangle 1343">
              <a:extLst>
                <a:ext uri="{FF2B5EF4-FFF2-40B4-BE49-F238E27FC236}">
                  <a16:creationId xmlns:a16="http://schemas.microsoft.com/office/drawing/2014/main" id="{C8D65056-0800-9A49-A951-F1B6EE06EAE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66E45BE5-675D-A149-BFC2-D8DAD91AD5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46" name="Group 1345">
              <a:extLst>
                <a:ext uri="{FF2B5EF4-FFF2-40B4-BE49-F238E27FC236}">
                  <a16:creationId xmlns:a16="http://schemas.microsoft.com/office/drawing/2014/main" id="{4A5C464C-2C5C-A644-B0E2-E80E90AED8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95203354-1A60-8547-B0EC-670693A4FC0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A0DF1E4D-5DB7-9E41-88DB-EB64C1973D2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388673F4-4F18-8849-BACE-00BB4E9391D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D17B9320-3B78-C346-87AB-E3D3253BF00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1" name="Group 1350">
            <a:extLst>
              <a:ext uri="{FF2B5EF4-FFF2-40B4-BE49-F238E27FC236}">
                <a16:creationId xmlns:a16="http://schemas.microsoft.com/office/drawing/2014/main" id="{579FA61D-6C54-7743-AC35-D4D62E55A867}"/>
              </a:ext>
            </a:extLst>
          </p:cNvPr>
          <p:cNvGrpSpPr/>
          <p:nvPr/>
        </p:nvGrpSpPr>
        <p:grpSpPr>
          <a:xfrm>
            <a:off x="5636672" y="4550126"/>
            <a:ext cx="389682" cy="227238"/>
            <a:chOff x="3668110" y="2448910"/>
            <a:chExt cx="3794234" cy="2165130"/>
          </a:xfrm>
        </p:grpSpPr>
        <p:sp>
          <p:nvSpPr>
            <p:cNvPr id="1352" name="Rectangle 1351">
              <a:extLst>
                <a:ext uri="{FF2B5EF4-FFF2-40B4-BE49-F238E27FC236}">
                  <a16:creationId xmlns:a16="http://schemas.microsoft.com/office/drawing/2014/main" id="{4B1339F6-B9A2-A649-AC97-961174E357D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423B6DB8-DB5B-9C46-89A2-26729D492D2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54" name="Group 1353">
              <a:extLst>
                <a:ext uri="{FF2B5EF4-FFF2-40B4-BE49-F238E27FC236}">
                  <a16:creationId xmlns:a16="http://schemas.microsoft.com/office/drawing/2014/main" id="{3F4B9004-F079-A148-9E0C-4BCB03361E5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7C4552AA-5C8A-AD46-9CB5-A3CD88FC9DC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94ED7556-FEA1-F44D-BAFE-F453A017F0C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A0C929B3-AC0F-2746-93C4-F82A35D1BE3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8FE86EDE-0E3E-1E4A-8367-21090D5EE11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3017DBC1-7FE1-EC46-84A4-01265CBCFB20}"/>
              </a:ext>
            </a:extLst>
          </p:cNvPr>
          <p:cNvGrpSpPr/>
          <p:nvPr/>
        </p:nvGrpSpPr>
        <p:grpSpPr>
          <a:xfrm>
            <a:off x="6129743" y="4547897"/>
            <a:ext cx="389682" cy="227238"/>
            <a:chOff x="3668110" y="2448910"/>
            <a:chExt cx="3794234" cy="2165130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0854903D-87D2-2A49-883A-9F4CEFCFB30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3EEB9173-F7EA-E545-90C7-1244807B690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62" name="Group 1361">
              <a:extLst>
                <a:ext uri="{FF2B5EF4-FFF2-40B4-BE49-F238E27FC236}">
                  <a16:creationId xmlns:a16="http://schemas.microsoft.com/office/drawing/2014/main" id="{99F218CE-DA72-194A-BAFD-0D7E6A8660C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256875AB-CE62-0842-B6DD-4ECC8E8A781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7D794F8E-9795-D34C-8635-3C67947EB43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9AD4DE72-9B5D-D948-A958-7546EC16F7A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C97F7EC2-F672-334C-BAAC-C3B5E9C69A9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96FEF58B-5103-B948-BCEA-82BEB68EFDAA}"/>
              </a:ext>
            </a:extLst>
          </p:cNvPr>
          <p:cNvGrpSpPr/>
          <p:nvPr/>
        </p:nvGrpSpPr>
        <p:grpSpPr>
          <a:xfrm>
            <a:off x="6622814" y="4545668"/>
            <a:ext cx="389682" cy="227238"/>
            <a:chOff x="3668110" y="2448910"/>
            <a:chExt cx="3794234" cy="2165130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1F88A624-300F-C149-9760-C4A71B7077B5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66C51798-3EA9-1F41-84A3-646E6EDFFC3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0" name="Group 1369">
              <a:extLst>
                <a:ext uri="{FF2B5EF4-FFF2-40B4-BE49-F238E27FC236}">
                  <a16:creationId xmlns:a16="http://schemas.microsoft.com/office/drawing/2014/main" id="{EFE64235-05E2-BF40-9024-CA91029D1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1" name="Freeform 1370">
                <a:extLst>
                  <a:ext uri="{FF2B5EF4-FFF2-40B4-BE49-F238E27FC236}">
                    <a16:creationId xmlns:a16="http://schemas.microsoft.com/office/drawing/2014/main" id="{8A3BC528-3017-0D49-824D-19A6470D023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B11BD5BD-5F31-0241-B76A-A947A36E5B9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8CFF9356-CED5-CE49-AE50-1BF3FB7D8BB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2AD232E2-8FB1-8149-8DF2-FD647237AC4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5B5F4F1F-F759-CC46-B300-DCC8AB631B07}"/>
              </a:ext>
            </a:extLst>
          </p:cNvPr>
          <p:cNvGrpSpPr/>
          <p:nvPr/>
        </p:nvGrpSpPr>
        <p:grpSpPr>
          <a:xfrm>
            <a:off x="7115885" y="4543439"/>
            <a:ext cx="389682" cy="227238"/>
            <a:chOff x="3668110" y="2448910"/>
            <a:chExt cx="3794234" cy="2165130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06DEC2BD-25BE-7445-8EFA-98F3EFAE7B7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DF7A96BA-F2D8-0F49-B931-A6386EAD7C1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8" name="Group 1377">
              <a:extLst>
                <a:ext uri="{FF2B5EF4-FFF2-40B4-BE49-F238E27FC236}">
                  <a16:creationId xmlns:a16="http://schemas.microsoft.com/office/drawing/2014/main" id="{965E3DED-F461-B148-BF49-3FBA3C128C6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9" name="Freeform 1378">
                <a:extLst>
                  <a:ext uri="{FF2B5EF4-FFF2-40B4-BE49-F238E27FC236}">
                    <a16:creationId xmlns:a16="http://schemas.microsoft.com/office/drawing/2014/main" id="{62363CEE-D581-AD49-907C-6ACE3930770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FC8F126C-4B77-1045-BDF3-4A02B2DE156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9D290296-6650-D149-942C-E6EFC27ECD2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65CF7E1C-88E4-8246-A07D-F119C4862A2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3" name="Group 1382">
            <a:extLst>
              <a:ext uri="{FF2B5EF4-FFF2-40B4-BE49-F238E27FC236}">
                <a16:creationId xmlns:a16="http://schemas.microsoft.com/office/drawing/2014/main" id="{592DF049-1425-0F4E-AD60-2F3563FBA5A5}"/>
              </a:ext>
            </a:extLst>
          </p:cNvPr>
          <p:cNvGrpSpPr/>
          <p:nvPr/>
        </p:nvGrpSpPr>
        <p:grpSpPr>
          <a:xfrm>
            <a:off x="7608956" y="4541210"/>
            <a:ext cx="389682" cy="227238"/>
            <a:chOff x="3668110" y="2448910"/>
            <a:chExt cx="3794234" cy="2165130"/>
          </a:xfrm>
        </p:grpSpPr>
        <p:sp>
          <p:nvSpPr>
            <p:cNvPr id="1384" name="Rectangle 1383">
              <a:extLst>
                <a:ext uri="{FF2B5EF4-FFF2-40B4-BE49-F238E27FC236}">
                  <a16:creationId xmlns:a16="http://schemas.microsoft.com/office/drawing/2014/main" id="{D183EFD1-8F0B-044E-9E9B-2FCF166D1C5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C21FDC5B-E759-8D46-AB9F-3CD55FF0BDE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86" name="Group 1385">
              <a:extLst>
                <a:ext uri="{FF2B5EF4-FFF2-40B4-BE49-F238E27FC236}">
                  <a16:creationId xmlns:a16="http://schemas.microsoft.com/office/drawing/2014/main" id="{F6021F4B-8760-E241-A663-658CE19D41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AF4C2AAC-38C2-4B48-8034-A0509241AE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8" name="Freeform 1387">
                <a:extLst>
                  <a:ext uri="{FF2B5EF4-FFF2-40B4-BE49-F238E27FC236}">
                    <a16:creationId xmlns:a16="http://schemas.microsoft.com/office/drawing/2014/main" id="{BA3C5FF4-519A-CD45-AABA-AF8E08BECD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9" name="Freeform 1388">
                <a:extLst>
                  <a:ext uri="{FF2B5EF4-FFF2-40B4-BE49-F238E27FC236}">
                    <a16:creationId xmlns:a16="http://schemas.microsoft.com/office/drawing/2014/main" id="{AFA5F5F7-4ED3-7845-9695-EB24C9054ED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C59B1E6C-92D1-8E44-9102-62E364FA51A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1" name="Group 1390">
            <a:extLst>
              <a:ext uri="{FF2B5EF4-FFF2-40B4-BE49-F238E27FC236}">
                <a16:creationId xmlns:a16="http://schemas.microsoft.com/office/drawing/2014/main" id="{BCD53E54-16F5-B24A-97EA-07BD844C6BFD}"/>
              </a:ext>
            </a:extLst>
          </p:cNvPr>
          <p:cNvGrpSpPr/>
          <p:nvPr/>
        </p:nvGrpSpPr>
        <p:grpSpPr>
          <a:xfrm>
            <a:off x="8102027" y="4538981"/>
            <a:ext cx="389682" cy="227238"/>
            <a:chOff x="3668110" y="2448910"/>
            <a:chExt cx="3794234" cy="2165130"/>
          </a:xfrm>
        </p:grpSpPr>
        <p:sp>
          <p:nvSpPr>
            <p:cNvPr id="1392" name="Rectangle 1391">
              <a:extLst>
                <a:ext uri="{FF2B5EF4-FFF2-40B4-BE49-F238E27FC236}">
                  <a16:creationId xmlns:a16="http://schemas.microsoft.com/office/drawing/2014/main" id="{F9C1D97F-679E-814F-8227-F6F9EC4A1FB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C91F7105-99A9-434E-B28A-DC4BB830CA3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94" name="Group 1393">
              <a:extLst>
                <a:ext uri="{FF2B5EF4-FFF2-40B4-BE49-F238E27FC236}">
                  <a16:creationId xmlns:a16="http://schemas.microsoft.com/office/drawing/2014/main" id="{0BC4AF3C-D807-3941-B0E8-6E0FE1E6BE82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5" name="Freeform 1394">
                <a:extLst>
                  <a:ext uri="{FF2B5EF4-FFF2-40B4-BE49-F238E27FC236}">
                    <a16:creationId xmlns:a16="http://schemas.microsoft.com/office/drawing/2014/main" id="{560734E2-6062-BF4A-A611-0D7D02B5F66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6" name="Freeform 1395">
                <a:extLst>
                  <a:ext uri="{FF2B5EF4-FFF2-40B4-BE49-F238E27FC236}">
                    <a16:creationId xmlns:a16="http://schemas.microsoft.com/office/drawing/2014/main" id="{D12A6352-6C0D-C648-9C1C-B7D96ADFE36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7" name="Freeform 1396">
                <a:extLst>
                  <a:ext uri="{FF2B5EF4-FFF2-40B4-BE49-F238E27FC236}">
                    <a16:creationId xmlns:a16="http://schemas.microsoft.com/office/drawing/2014/main" id="{92903C62-C0AF-8B46-8FF9-59C822CDD58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8" name="Freeform 1397">
                <a:extLst>
                  <a:ext uri="{FF2B5EF4-FFF2-40B4-BE49-F238E27FC236}">
                    <a16:creationId xmlns:a16="http://schemas.microsoft.com/office/drawing/2014/main" id="{FA32FDE8-20F9-264E-A059-29EA1292F46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9" name="Group 1398">
            <a:extLst>
              <a:ext uri="{FF2B5EF4-FFF2-40B4-BE49-F238E27FC236}">
                <a16:creationId xmlns:a16="http://schemas.microsoft.com/office/drawing/2014/main" id="{A5DCEFA2-6E2B-7C4E-9443-095A3E3E5C33}"/>
              </a:ext>
            </a:extLst>
          </p:cNvPr>
          <p:cNvGrpSpPr/>
          <p:nvPr/>
        </p:nvGrpSpPr>
        <p:grpSpPr>
          <a:xfrm>
            <a:off x="8595098" y="4536752"/>
            <a:ext cx="389682" cy="227238"/>
            <a:chOff x="3668110" y="2448910"/>
            <a:chExt cx="3794234" cy="2165130"/>
          </a:xfrm>
        </p:grpSpPr>
        <p:sp>
          <p:nvSpPr>
            <p:cNvPr id="1400" name="Rectangle 1399">
              <a:extLst>
                <a:ext uri="{FF2B5EF4-FFF2-40B4-BE49-F238E27FC236}">
                  <a16:creationId xmlns:a16="http://schemas.microsoft.com/office/drawing/2014/main" id="{16B09AF1-EFA7-A84B-8E2D-3F592782F8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511EBD38-A87F-2845-B6DE-76D867A79F37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02" name="Group 1401">
              <a:extLst>
                <a:ext uri="{FF2B5EF4-FFF2-40B4-BE49-F238E27FC236}">
                  <a16:creationId xmlns:a16="http://schemas.microsoft.com/office/drawing/2014/main" id="{D8639899-48B6-094D-91EF-A85BAF5041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03" name="Freeform 1402">
                <a:extLst>
                  <a:ext uri="{FF2B5EF4-FFF2-40B4-BE49-F238E27FC236}">
                    <a16:creationId xmlns:a16="http://schemas.microsoft.com/office/drawing/2014/main" id="{9F08CACA-6F8B-E74B-8781-48AFBFC385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4" name="Freeform 1403">
                <a:extLst>
                  <a:ext uri="{FF2B5EF4-FFF2-40B4-BE49-F238E27FC236}">
                    <a16:creationId xmlns:a16="http://schemas.microsoft.com/office/drawing/2014/main" id="{D1CE35C9-6DFB-BB47-BC93-EA40F28BDF4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92D96FFF-19F6-0D4B-895C-12C58E45C86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BCF51568-DC09-C34F-A35A-AF840C0FC76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07" name="Group 1406">
            <a:extLst>
              <a:ext uri="{FF2B5EF4-FFF2-40B4-BE49-F238E27FC236}">
                <a16:creationId xmlns:a16="http://schemas.microsoft.com/office/drawing/2014/main" id="{4AECDB80-ED47-354F-AB84-AB459FE58079}"/>
              </a:ext>
            </a:extLst>
          </p:cNvPr>
          <p:cNvGrpSpPr/>
          <p:nvPr/>
        </p:nvGrpSpPr>
        <p:grpSpPr>
          <a:xfrm>
            <a:off x="9088169" y="4537698"/>
            <a:ext cx="389682" cy="227238"/>
            <a:chOff x="3668110" y="2448910"/>
            <a:chExt cx="3794234" cy="2165130"/>
          </a:xfrm>
        </p:grpSpPr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10E1AA26-67D7-D748-8432-F974AFBB430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D0A6D199-E6DF-6F41-B45B-942B989DEFB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10" name="Group 1409">
              <a:extLst>
                <a:ext uri="{FF2B5EF4-FFF2-40B4-BE49-F238E27FC236}">
                  <a16:creationId xmlns:a16="http://schemas.microsoft.com/office/drawing/2014/main" id="{9E5D3278-EE05-0749-8C13-4C3CF1916E5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11" name="Freeform 1410">
                <a:extLst>
                  <a:ext uri="{FF2B5EF4-FFF2-40B4-BE49-F238E27FC236}">
                    <a16:creationId xmlns:a16="http://schemas.microsoft.com/office/drawing/2014/main" id="{F7897E86-D337-0446-B58A-692C55D10EF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2" name="Freeform 1411">
                <a:extLst>
                  <a:ext uri="{FF2B5EF4-FFF2-40B4-BE49-F238E27FC236}">
                    <a16:creationId xmlns:a16="http://schemas.microsoft.com/office/drawing/2014/main" id="{B2026375-978F-9343-9CC8-EEFD6B194F60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3" name="Freeform 1412">
                <a:extLst>
                  <a:ext uri="{FF2B5EF4-FFF2-40B4-BE49-F238E27FC236}">
                    <a16:creationId xmlns:a16="http://schemas.microsoft.com/office/drawing/2014/main" id="{5FF6320B-DC79-F44E-97F5-FC19A091CA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4" name="Freeform 1413">
                <a:extLst>
                  <a:ext uri="{FF2B5EF4-FFF2-40B4-BE49-F238E27FC236}">
                    <a16:creationId xmlns:a16="http://schemas.microsoft.com/office/drawing/2014/main" id="{0CAABFA6-5119-B24F-BA42-EED588BA28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7274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D94E4856-7895-0349-8C30-C53F261AF9FF}"/>
              </a:ext>
            </a:extLst>
          </p:cNvPr>
          <p:cNvGrpSpPr/>
          <p:nvPr/>
        </p:nvGrpSpPr>
        <p:grpSpPr>
          <a:xfrm>
            <a:off x="506506" y="2185776"/>
            <a:ext cx="7221062" cy="3872709"/>
            <a:chOff x="628478" y="1621000"/>
            <a:chExt cx="7221062" cy="3872709"/>
          </a:xfrm>
        </p:grpSpPr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AED04167-B564-CE4B-B54E-C1D9CA502626}"/>
                </a:ext>
              </a:extLst>
            </p:cNvPr>
            <p:cNvGrpSpPr/>
            <p:nvPr/>
          </p:nvGrpSpPr>
          <p:grpSpPr>
            <a:xfrm>
              <a:off x="1479177" y="1790700"/>
              <a:ext cx="5700821" cy="1085176"/>
              <a:chOff x="1411941" y="1759372"/>
              <a:chExt cx="5700821" cy="1085176"/>
            </a:xfrm>
          </p:grpSpPr>
          <p:cxnSp>
            <p:nvCxnSpPr>
              <p:cNvPr id="3380" name="Straight Connector 3379">
                <a:extLst>
                  <a:ext uri="{FF2B5EF4-FFF2-40B4-BE49-F238E27FC236}">
                    <a16:creationId xmlns:a16="http://schemas.microsoft.com/office/drawing/2014/main" id="{8986C5AA-A19F-6F44-862D-57A733ED7D1E}"/>
                  </a:ext>
                </a:extLst>
              </p:cNvPr>
              <p:cNvCxnSpPr>
                <a:endCxn id="3307" idx="9"/>
              </p:cNvCxnSpPr>
              <p:nvPr/>
            </p:nvCxnSpPr>
            <p:spPr>
              <a:xfrm flipV="1">
                <a:off x="1411941" y="1792398"/>
                <a:ext cx="2243429" cy="92390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1" name="Straight Connector 3380">
                <a:extLst>
                  <a:ext uri="{FF2B5EF4-FFF2-40B4-BE49-F238E27FC236}">
                    <a16:creationId xmlns:a16="http://schemas.microsoft.com/office/drawing/2014/main" id="{81EC57DD-054D-A84F-B403-5ADE0F3378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425388" y="1790700"/>
                <a:ext cx="4493570" cy="939053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2" name="Straight Connector 3381">
                <a:extLst>
                  <a:ext uri="{FF2B5EF4-FFF2-40B4-BE49-F238E27FC236}">
                    <a16:creationId xmlns:a16="http://schemas.microsoft.com/office/drawing/2014/main" id="{7B77A85E-2B2D-8C46-AB89-4D2EDA0E4E6E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V="1">
                <a:off x="3016624" y="1792398"/>
                <a:ext cx="638746" cy="10225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3" name="Straight Connector 3382">
                <a:extLst>
                  <a:ext uri="{FF2B5EF4-FFF2-40B4-BE49-F238E27FC236}">
                    <a16:creationId xmlns:a16="http://schemas.microsoft.com/office/drawing/2014/main" id="{06632479-55F2-3040-9C7F-E7A768D987CA}"/>
                  </a:ext>
                </a:extLst>
              </p:cNvPr>
              <p:cNvCxnSpPr>
                <a:cxnSpLocks/>
                <a:endCxn id="3307" idx="13"/>
              </p:cNvCxnSpPr>
              <p:nvPr/>
            </p:nvCxnSpPr>
            <p:spPr>
              <a:xfrm flipH="1" flipV="1">
                <a:off x="3558254" y="1759372"/>
                <a:ext cx="1022712" cy="105384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4" name="Straight Connector 3383">
                <a:extLst>
                  <a:ext uri="{FF2B5EF4-FFF2-40B4-BE49-F238E27FC236}">
                    <a16:creationId xmlns:a16="http://schemas.microsoft.com/office/drawing/2014/main" id="{9BF04023-FD21-E64A-A82E-79506E51B818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H="1" flipV="1">
                <a:off x="3655370" y="1792398"/>
                <a:ext cx="3457392" cy="10521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5" name="Straight Connector 3384">
                <a:extLst>
                  <a:ext uri="{FF2B5EF4-FFF2-40B4-BE49-F238E27FC236}">
                    <a16:creationId xmlns:a16="http://schemas.microsoft.com/office/drawing/2014/main" id="{77A5F4CC-3E81-594B-AEEE-02D7BD8C95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85160" y="1759372"/>
                <a:ext cx="2906904" cy="10025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6" name="Straight Connector 3385">
                <a:extLst>
                  <a:ext uri="{FF2B5EF4-FFF2-40B4-BE49-F238E27FC236}">
                    <a16:creationId xmlns:a16="http://schemas.microsoft.com/office/drawing/2014/main" id="{B351CB6B-318D-3542-9103-D3C0EA589FCD}"/>
                  </a:ext>
                </a:extLst>
              </p:cNvPr>
              <p:cNvCxnSpPr>
                <a:cxnSpLocks/>
                <a:endCxn id="3300" idx="6"/>
              </p:cNvCxnSpPr>
              <p:nvPr/>
            </p:nvCxnSpPr>
            <p:spPr>
              <a:xfrm flipH="1" flipV="1">
                <a:off x="6032171" y="1818912"/>
                <a:ext cx="1009432" cy="97436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7" name="Straight Connector 3386">
                <a:extLst>
                  <a:ext uri="{FF2B5EF4-FFF2-40B4-BE49-F238E27FC236}">
                    <a16:creationId xmlns:a16="http://schemas.microsoft.com/office/drawing/2014/main" id="{7A25443F-F3AE-1740-B524-D9459BCC8CF8}"/>
                  </a:ext>
                </a:extLst>
              </p:cNvPr>
              <p:cNvCxnSpPr>
                <a:cxnSpLocks/>
                <a:endCxn id="3300" idx="12"/>
              </p:cNvCxnSpPr>
              <p:nvPr/>
            </p:nvCxnSpPr>
            <p:spPr>
              <a:xfrm flipV="1">
                <a:off x="4549326" y="1819056"/>
                <a:ext cx="1290280" cy="9742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52D5FF87-0ACA-DD4C-9B9E-8F14F7C61CF6}"/>
                </a:ext>
              </a:extLst>
            </p:cNvPr>
            <p:cNvGrpSpPr/>
            <p:nvPr/>
          </p:nvGrpSpPr>
          <p:grpSpPr>
            <a:xfrm>
              <a:off x="7582180" y="4489205"/>
              <a:ext cx="267360" cy="997195"/>
              <a:chOff x="6424161" y="4488570"/>
              <a:chExt cx="267360" cy="997195"/>
            </a:xfrm>
          </p:grpSpPr>
          <p:grpSp>
            <p:nvGrpSpPr>
              <p:cNvPr id="3321" name="Group 506">
                <a:extLst>
                  <a:ext uri="{FF2B5EF4-FFF2-40B4-BE49-F238E27FC236}">
                    <a16:creationId xmlns:a16="http://schemas.microsoft.com/office/drawing/2014/main" id="{4E13A3D8-F328-F542-8861-81FF004727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24161" y="4637077"/>
                <a:ext cx="235570" cy="848688"/>
                <a:chOff x="6395998" y="3062424"/>
                <a:chExt cx="564403" cy="837478"/>
              </a:xfrm>
            </p:grpSpPr>
            <p:sp>
              <p:nvSpPr>
                <p:cNvPr id="3343" name="Rectangle 3342">
                  <a:extLst>
                    <a:ext uri="{FF2B5EF4-FFF2-40B4-BE49-F238E27FC236}">
                      <a16:creationId xmlns:a16="http://schemas.microsoft.com/office/drawing/2014/main" id="{C7CDA573-241A-C947-A550-AB3852034F8E}"/>
                    </a:ext>
                  </a:extLst>
                </p:cNvPr>
                <p:cNvSpPr/>
                <p:nvPr/>
              </p:nvSpPr>
              <p:spPr>
                <a:xfrm>
                  <a:off x="6509786" y="3061857"/>
                  <a:ext cx="447707" cy="742536"/>
                </a:xfrm>
                <a:prstGeom prst="rect">
                  <a:avLst/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4" name="Straight Connector 3343">
                  <a:extLst>
                    <a:ext uri="{FF2B5EF4-FFF2-40B4-BE49-F238E27FC236}">
                      <a16:creationId xmlns:a16="http://schemas.microsoft.com/office/drawing/2014/main" id="{EF9AD707-B1D2-CD4C-A6DD-8E7F7931D67E}"/>
                    </a:ext>
                  </a:extLst>
                </p:cNvPr>
                <p:cNvCxnSpPr/>
                <p:nvPr/>
              </p:nvCxnSpPr>
              <p:spPr>
                <a:xfrm flipV="1">
                  <a:off x="684705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5" name="Rectangle 3344">
                  <a:extLst>
                    <a:ext uri="{FF2B5EF4-FFF2-40B4-BE49-F238E27FC236}">
                      <a16:creationId xmlns:a16="http://schemas.microsoft.com/office/drawing/2014/main" id="{A25EC517-1E1A-1444-8F54-D39845D7E01F}"/>
                    </a:ext>
                  </a:extLst>
                </p:cNvPr>
                <p:cNvSpPr/>
                <p:nvPr/>
              </p:nvSpPr>
              <p:spPr>
                <a:xfrm>
                  <a:off x="6476953" y="3071256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6" name="Straight Connector 3345">
                  <a:extLst>
                    <a:ext uri="{FF2B5EF4-FFF2-40B4-BE49-F238E27FC236}">
                      <a16:creationId xmlns:a16="http://schemas.microsoft.com/office/drawing/2014/main" id="{848CE4C8-D5DD-A843-AFFA-DE123691DA98}"/>
                    </a:ext>
                  </a:extLst>
                </p:cNvPr>
                <p:cNvCxnSpPr/>
                <p:nvPr/>
              </p:nvCxnSpPr>
              <p:spPr>
                <a:xfrm flipV="1">
                  <a:off x="639636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7" name="Rectangle 3346">
                  <a:extLst>
                    <a:ext uri="{FF2B5EF4-FFF2-40B4-BE49-F238E27FC236}">
                      <a16:creationId xmlns:a16="http://schemas.microsoft.com/office/drawing/2014/main" id="{1485DF8F-BF07-B440-BC45-5A2A2BDC9DD9}"/>
                    </a:ext>
                  </a:extLst>
                </p:cNvPr>
                <p:cNvSpPr/>
                <p:nvPr/>
              </p:nvSpPr>
              <p:spPr>
                <a:xfrm>
                  <a:off x="6817210" y="3702567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3348" name="Rectangle 3347">
                  <a:extLst>
                    <a:ext uri="{FF2B5EF4-FFF2-40B4-BE49-F238E27FC236}">
                      <a16:creationId xmlns:a16="http://schemas.microsoft.com/office/drawing/2014/main" id="{E4564FAC-9E3A-8149-96E2-CA72D7D75419}"/>
                    </a:ext>
                  </a:extLst>
                </p:cNvPr>
                <p:cNvSpPr/>
                <p:nvPr/>
              </p:nvSpPr>
              <p:spPr>
                <a:xfrm>
                  <a:off x="6405320" y="3157415"/>
                  <a:ext cx="444723" cy="7425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9" name="Straight Connector 3348">
                  <a:extLst>
                    <a:ext uri="{FF2B5EF4-FFF2-40B4-BE49-F238E27FC236}">
                      <a16:creationId xmlns:a16="http://schemas.microsoft.com/office/drawing/2014/main" id="{8A4CCD0D-56B1-504D-BACF-64103045584D}"/>
                    </a:ext>
                  </a:extLst>
                </p:cNvPr>
                <p:cNvCxnSpPr/>
                <p:nvPr/>
              </p:nvCxnSpPr>
              <p:spPr>
                <a:xfrm flipV="1">
                  <a:off x="6847057" y="3804392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350" name="Group 544">
                  <a:extLst>
                    <a:ext uri="{FF2B5EF4-FFF2-40B4-BE49-F238E27FC236}">
                      <a16:creationId xmlns:a16="http://schemas.microsoft.com/office/drawing/2014/main" id="{92CFFD5D-AEED-B749-A1AC-AF12DF40A8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00318" y="313742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8" name="Straight Connector 3377">
                    <a:extLst>
                      <a:ext uri="{FF2B5EF4-FFF2-40B4-BE49-F238E27FC236}">
                        <a16:creationId xmlns:a16="http://schemas.microsoft.com/office/drawing/2014/main" id="{36E2F3F0-BA93-7847-8ADD-6E7E5047E0BE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782" y="2845711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9" name="Straight Connector 3378">
                    <a:extLst>
                      <a:ext uri="{FF2B5EF4-FFF2-40B4-BE49-F238E27FC236}">
                        <a16:creationId xmlns:a16="http://schemas.microsoft.com/office/drawing/2014/main" id="{9FD7B847-37BA-E14D-A436-BC9B392253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076" y="2938136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1" name="Group 547">
                  <a:extLst>
                    <a:ext uri="{FF2B5EF4-FFF2-40B4-BE49-F238E27FC236}">
                      <a16:creationId xmlns:a16="http://schemas.microsoft.com/office/drawing/2014/main" id="{8F6D9B0A-2F96-D944-90C9-ED0F947C4E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838" y="320328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6" name="Straight Connector 3375">
                    <a:extLst>
                      <a:ext uri="{FF2B5EF4-FFF2-40B4-BE49-F238E27FC236}">
                        <a16:creationId xmlns:a16="http://schemas.microsoft.com/office/drawing/2014/main" id="{492633AC-8D2B-EB4C-B5B9-EC4F02EC92D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263" y="2845642"/>
                    <a:ext cx="119388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7" name="Straight Connector 3376">
                    <a:extLst>
                      <a:ext uri="{FF2B5EF4-FFF2-40B4-BE49-F238E27FC236}">
                        <a16:creationId xmlns:a16="http://schemas.microsoft.com/office/drawing/2014/main" id="{AAEBAAA5-DEEE-1E47-8F55-9897F80095C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557" y="293493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2" name="Group 549">
                  <a:extLst>
                    <a:ext uri="{FF2B5EF4-FFF2-40B4-BE49-F238E27FC236}">
                      <a16:creationId xmlns:a16="http://schemas.microsoft.com/office/drawing/2014/main" id="{45402FC6-E73A-0E4C-8FCC-5069D69A99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358" y="326914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4" name="Straight Connector 3373">
                    <a:extLst>
                      <a:ext uri="{FF2B5EF4-FFF2-40B4-BE49-F238E27FC236}">
                        <a16:creationId xmlns:a16="http://schemas.microsoft.com/office/drawing/2014/main" id="{2E0ADAC1-0068-6E47-AA87-E2A483B2C64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759" y="284557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5" name="Straight Connector 3374">
                    <a:extLst>
                      <a:ext uri="{FF2B5EF4-FFF2-40B4-BE49-F238E27FC236}">
                        <a16:creationId xmlns:a16="http://schemas.microsoft.com/office/drawing/2014/main" id="{BE18C917-EA3D-D448-A607-30FF8B13594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036" y="293486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3" name="Group 550">
                  <a:extLst>
                    <a:ext uri="{FF2B5EF4-FFF2-40B4-BE49-F238E27FC236}">
                      <a16:creationId xmlns:a16="http://schemas.microsoft.com/office/drawing/2014/main" id="{D1280162-F437-CF40-9A5F-156F78B9BF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878" y="333501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2" name="Straight Connector 3371">
                    <a:extLst>
                      <a:ext uri="{FF2B5EF4-FFF2-40B4-BE49-F238E27FC236}">
                        <a16:creationId xmlns:a16="http://schemas.microsoft.com/office/drawing/2014/main" id="{D6005E01-F6DF-914A-8B2D-ADE6D280719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238" y="284550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3" name="Straight Connector 3372">
                    <a:extLst>
                      <a:ext uri="{FF2B5EF4-FFF2-40B4-BE49-F238E27FC236}">
                        <a16:creationId xmlns:a16="http://schemas.microsoft.com/office/drawing/2014/main" id="{31EAB65A-2F7F-0248-B1F4-FF8DB1CD01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516" y="293479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4" name="Group 551">
                  <a:extLst>
                    <a:ext uri="{FF2B5EF4-FFF2-40B4-BE49-F238E27FC236}">
                      <a16:creationId xmlns:a16="http://schemas.microsoft.com/office/drawing/2014/main" id="{FCAA898C-F85B-0240-938C-1293717CAA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398" y="340087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0" name="Straight Connector 3369">
                    <a:extLst>
                      <a:ext uri="{FF2B5EF4-FFF2-40B4-BE49-F238E27FC236}">
                        <a16:creationId xmlns:a16="http://schemas.microsoft.com/office/drawing/2014/main" id="{BB77411F-1DCD-EE45-B257-13E882616D9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718" y="2845433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1" name="Straight Connector 3370">
                    <a:extLst>
                      <a:ext uri="{FF2B5EF4-FFF2-40B4-BE49-F238E27FC236}">
                        <a16:creationId xmlns:a16="http://schemas.microsoft.com/office/drawing/2014/main" id="{09CD520E-544B-E045-9059-4B248CDB001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995" y="293472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5" name="Group 552">
                  <a:extLst>
                    <a:ext uri="{FF2B5EF4-FFF2-40B4-BE49-F238E27FC236}">
                      <a16:creationId xmlns:a16="http://schemas.microsoft.com/office/drawing/2014/main" id="{C7F1A1E4-AA78-9B4F-9DC2-04584995C0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918" y="346674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8" name="Straight Connector 3367">
                    <a:extLst>
                      <a:ext uri="{FF2B5EF4-FFF2-40B4-BE49-F238E27FC236}">
                        <a16:creationId xmlns:a16="http://schemas.microsoft.com/office/drawing/2014/main" id="{6F1AEF17-AAA9-AF48-9D1D-DF46434875E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199" y="2845363"/>
                    <a:ext cx="113419" cy="939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9" name="Straight Connector 3368">
                    <a:extLst>
                      <a:ext uri="{FF2B5EF4-FFF2-40B4-BE49-F238E27FC236}">
                        <a16:creationId xmlns:a16="http://schemas.microsoft.com/office/drawing/2014/main" id="{B3EDB850-E3AF-0147-A6F7-DB2A64C8ADC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3477" y="2939355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6" name="Group 555">
                  <a:extLst>
                    <a:ext uri="{FF2B5EF4-FFF2-40B4-BE49-F238E27FC236}">
                      <a16:creationId xmlns:a16="http://schemas.microsoft.com/office/drawing/2014/main" id="{3059A14A-02E8-C745-A50A-52912F6941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438" y="353260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6" name="Straight Connector 3365">
                    <a:extLst>
                      <a:ext uri="{FF2B5EF4-FFF2-40B4-BE49-F238E27FC236}">
                        <a16:creationId xmlns:a16="http://schemas.microsoft.com/office/drawing/2014/main" id="{2154125E-E29A-4043-A1C5-078E2315858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679" y="284216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7" name="Straight Connector 3366">
                    <a:extLst>
                      <a:ext uri="{FF2B5EF4-FFF2-40B4-BE49-F238E27FC236}">
                        <a16:creationId xmlns:a16="http://schemas.microsoft.com/office/drawing/2014/main" id="{748D7666-50DB-7F4A-91C5-780D605F477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0972" y="293928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7" name="Group 556">
                  <a:extLst>
                    <a:ext uri="{FF2B5EF4-FFF2-40B4-BE49-F238E27FC236}">
                      <a16:creationId xmlns:a16="http://schemas.microsoft.com/office/drawing/2014/main" id="{07DFFB1F-1985-E740-BDB9-7A6BCA5905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958" y="359846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4" name="Straight Connector 3363">
                    <a:extLst>
                      <a:ext uri="{FF2B5EF4-FFF2-40B4-BE49-F238E27FC236}">
                        <a16:creationId xmlns:a16="http://schemas.microsoft.com/office/drawing/2014/main" id="{D4BA752D-BF68-1845-897D-9F1A43BAFCA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158" y="284209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5" name="Straight Connector 3364">
                    <a:extLst>
                      <a:ext uri="{FF2B5EF4-FFF2-40B4-BE49-F238E27FC236}">
                        <a16:creationId xmlns:a16="http://schemas.microsoft.com/office/drawing/2014/main" id="{EF430B12-D7C2-694D-9D42-05C1105234E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452" y="2939215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8" name="Group 557">
                  <a:extLst>
                    <a:ext uri="{FF2B5EF4-FFF2-40B4-BE49-F238E27FC236}">
                      <a16:creationId xmlns:a16="http://schemas.microsoft.com/office/drawing/2014/main" id="{89F51795-1B9C-5A40-9E45-995F237B9F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478" y="366433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2" name="Straight Connector 3361">
                    <a:extLst>
                      <a:ext uri="{FF2B5EF4-FFF2-40B4-BE49-F238E27FC236}">
                        <a16:creationId xmlns:a16="http://schemas.microsoft.com/office/drawing/2014/main" id="{1D2B34F2-2725-4446-A75F-0225F34CE88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654" y="2846719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3" name="Straight Connector 3362">
                    <a:extLst>
                      <a:ext uri="{FF2B5EF4-FFF2-40B4-BE49-F238E27FC236}">
                        <a16:creationId xmlns:a16="http://schemas.microsoft.com/office/drawing/2014/main" id="{91FF7A86-67CC-2048-947C-48ACE92AD9E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933" y="2939145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9" name="Group 558">
                  <a:extLst>
                    <a:ext uri="{FF2B5EF4-FFF2-40B4-BE49-F238E27FC236}">
                      <a16:creationId xmlns:a16="http://schemas.microsoft.com/office/drawing/2014/main" id="{87AB73FD-F657-3F40-8275-CDF4946BA0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5998" y="373019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0" name="Straight Connector 3359">
                    <a:extLst>
                      <a:ext uri="{FF2B5EF4-FFF2-40B4-BE49-F238E27FC236}">
                        <a16:creationId xmlns:a16="http://schemas.microsoft.com/office/drawing/2014/main" id="{A2B60D24-F077-B548-9994-F9606867AEF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133" y="2846650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1" name="Straight Connector 3360">
                    <a:extLst>
                      <a:ext uri="{FF2B5EF4-FFF2-40B4-BE49-F238E27FC236}">
                        <a16:creationId xmlns:a16="http://schemas.microsoft.com/office/drawing/2014/main" id="{62F48030-F277-BF48-8EE1-9DF70BA0FC8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413" y="2939076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3322" name="Straight Connector 3321">
                <a:extLst>
                  <a:ext uri="{FF2B5EF4-FFF2-40B4-BE49-F238E27FC236}">
                    <a16:creationId xmlns:a16="http://schemas.microsoft.com/office/drawing/2014/main" id="{91980D11-F5DB-3345-A6AC-7943905ED40C}"/>
                  </a:ext>
                </a:extLst>
              </p:cNvPr>
              <p:cNvCxnSpPr/>
              <p:nvPr/>
            </p:nvCxnSpPr>
            <p:spPr bwMode="auto">
              <a:xfrm flipH="1">
                <a:off x="6685171" y="4525377"/>
                <a:ext cx="4763" cy="85566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3" name="Straight Connector 3322">
                <a:extLst>
                  <a:ext uri="{FF2B5EF4-FFF2-40B4-BE49-F238E27FC236}">
                    <a16:creationId xmlns:a16="http://schemas.microsoft.com/office/drawing/2014/main" id="{5B675147-5B92-4C47-8CE6-450937F4F09F}"/>
                  </a:ext>
                </a:extLst>
              </p:cNvPr>
              <p:cNvCxnSpPr/>
              <p:nvPr/>
            </p:nvCxnSpPr>
            <p:spPr bwMode="auto">
              <a:xfrm>
                <a:off x="6632784" y="4706352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4" name="Straight Connector 3323">
                <a:extLst>
                  <a:ext uri="{FF2B5EF4-FFF2-40B4-BE49-F238E27FC236}">
                    <a16:creationId xmlns:a16="http://schemas.microsoft.com/office/drawing/2014/main" id="{04474421-1DFB-EF4D-90B7-E63B1F5DFB3A}"/>
                  </a:ext>
                </a:extLst>
              </p:cNvPr>
              <p:cNvCxnSpPr/>
              <p:nvPr/>
            </p:nvCxnSpPr>
            <p:spPr bwMode="auto">
              <a:xfrm>
                <a:off x="6631196" y="477143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5" name="Straight Connector 3324">
                <a:extLst>
                  <a:ext uri="{FF2B5EF4-FFF2-40B4-BE49-F238E27FC236}">
                    <a16:creationId xmlns:a16="http://schemas.microsoft.com/office/drawing/2014/main" id="{04A14D8C-6922-A349-B252-B22AEDEA68B1}"/>
                  </a:ext>
                </a:extLst>
              </p:cNvPr>
              <p:cNvCxnSpPr/>
              <p:nvPr/>
            </p:nvCxnSpPr>
            <p:spPr bwMode="auto">
              <a:xfrm>
                <a:off x="6631196" y="4849227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6" name="Straight Connector 3325">
                <a:extLst>
                  <a:ext uri="{FF2B5EF4-FFF2-40B4-BE49-F238E27FC236}">
                    <a16:creationId xmlns:a16="http://schemas.microsoft.com/office/drawing/2014/main" id="{36AD0614-F895-E04B-9D07-6E4EBAE3950D}"/>
                  </a:ext>
                </a:extLst>
              </p:cNvPr>
              <p:cNvCxnSpPr/>
              <p:nvPr/>
            </p:nvCxnSpPr>
            <p:spPr bwMode="auto">
              <a:xfrm>
                <a:off x="6629609" y="4914314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7" name="Straight Connector 3326">
                <a:extLst>
                  <a:ext uri="{FF2B5EF4-FFF2-40B4-BE49-F238E27FC236}">
                    <a16:creationId xmlns:a16="http://schemas.microsoft.com/office/drawing/2014/main" id="{480607E6-85E6-E047-9001-3F00815FA2D5}"/>
                  </a:ext>
                </a:extLst>
              </p:cNvPr>
              <p:cNvCxnSpPr/>
              <p:nvPr/>
            </p:nvCxnSpPr>
            <p:spPr bwMode="auto">
              <a:xfrm>
                <a:off x="6628021" y="4976227"/>
                <a:ext cx="60325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8" name="Straight Connector 3327">
                <a:extLst>
                  <a:ext uri="{FF2B5EF4-FFF2-40B4-BE49-F238E27FC236}">
                    <a16:creationId xmlns:a16="http://schemas.microsoft.com/office/drawing/2014/main" id="{591C25B2-A87A-3B49-BEEF-634E7014A128}"/>
                  </a:ext>
                </a:extLst>
              </p:cNvPr>
              <p:cNvCxnSpPr/>
              <p:nvPr/>
            </p:nvCxnSpPr>
            <p:spPr bwMode="auto">
              <a:xfrm>
                <a:off x="6628021" y="504448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9" name="Straight Connector 3328">
                <a:extLst>
                  <a:ext uri="{FF2B5EF4-FFF2-40B4-BE49-F238E27FC236}">
                    <a16:creationId xmlns:a16="http://schemas.microsoft.com/office/drawing/2014/main" id="{418547B1-BA2D-9146-9453-210AC0C3C8E7}"/>
                  </a:ext>
                </a:extLst>
              </p:cNvPr>
              <p:cNvCxnSpPr/>
              <p:nvPr/>
            </p:nvCxnSpPr>
            <p:spPr bwMode="auto">
              <a:xfrm>
                <a:off x="6626434" y="511433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0" name="Straight Connector 3329">
                <a:extLst>
                  <a:ext uri="{FF2B5EF4-FFF2-40B4-BE49-F238E27FC236}">
                    <a16:creationId xmlns:a16="http://schemas.microsoft.com/office/drawing/2014/main" id="{05C18505-FA34-2B49-887B-F2B871C713AC}"/>
                  </a:ext>
                </a:extLst>
              </p:cNvPr>
              <p:cNvCxnSpPr/>
              <p:nvPr/>
            </p:nvCxnSpPr>
            <p:spPr bwMode="auto">
              <a:xfrm>
                <a:off x="6629609" y="51841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1" name="Straight Connector 3330">
                <a:extLst>
                  <a:ext uri="{FF2B5EF4-FFF2-40B4-BE49-F238E27FC236}">
                    <a16:creationId xmlns:a16="http://schemas.microsoft.com/office/drawing/2014/main" id="{9010E436-002C-5F48-88F8-3EABE84D0421}"/>
                  </a:ext>
                </a:extLst>
              </p:cNvPr>
              <p:cNvCxnSpPr/>
              <p:nvPr/>
            </p:nvCxnSpPr>
            <p:spPr bwMode="auto">
              <a:xfrm>
                <a:off x="6631196" y="525245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2" name="Straight Connector 3331">
                <a:extLst>
                  <a:ext uri="{FF2B5EF4-FFF2-40B4-BE49-F238E27FC236}">
                    <a16:creationId xmlns:a16="http://schemas.microsoft.com/office/drawing/2014/main" id="{791DA658-7E5E-0F41-8144-281221A3F232}"/>
                  </a:ext>
                </a:extLst>
              </p:cNvPr>
              <p:cNvCxnSpPr/>
              <p:nvPr/>
            </p:nvCxnSpPr>
            <p:spPr bwMode="auto">
              <a:xfrm>
                <a:off x="6631196" y="532230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3" name="Straight Connector 3332">
                <a:extLst>
                  <a:ext uri="{FF2B5EF4-FFF2-40B4-BE49-F238E27FC236}">
                    <a16:creationId xmlns:a16="http://schemas.microsoft.com/office/drawing/2014/main" id="{9B2C8F86-C786-E347-BBD8-C149B322BAD5}"/>
                  </a:ext>
                </a:extLst>
              </p:cNvPr>
              <p:cNvCxnSpPr/>
              <p:nvPr/>
            </p:nvCxnSpPr>
            <p:spPr bwMode="auto">
              <a:xfrm>
                <a:off x="6632784" y="53873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4" name="Straight Connector 3333">
                <a:extLst>
                  <a:ext uri="{FF2B5EF4-FFF2-40B4-BE49-F238E27FC236}">
                    <a16:creationId xmlns:a16="http://schemas.microsoft.com/office/drawing/2014/main" id="{D0BF02A9-3F53-8147-B9DE-16D6F7F2F588}"/>
                  </a:ext>
                </a:extLst>
              </p:cNvPr>
              <p:cNvCxnSpPr/>
              <p:nvPr/>
            </p:nvCxnSpPr>
            <p:spPr bwMode="auto">
              <a:xfrm flipH="1">
                <a:off x="6632784" y="4531727"/>
                <a:ext cx="58737" cy="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335" name="Group 3334">
                <a:extLst>
                  <a:ext uri="{FF2B5EF4-FFF2-40B4-BE49-F238E27FC236}">
                    <a16:creationId xmlns:a16="http://schemas.microsoft.com/office/drawing/2014/main" id="{45DFEF37-F897-3243-90F9-F083D136B176}"/>
                  </a:ext>
                </a:extLst>
              </p:cNvPr>
              <p:cNvGrpSpPr/>
              <p:nvPr/>
            </p:nvGrpSpPr>
            <p:grpSpPr>
              <a:xfrm>
                <a:off x="6434171" y="4488570"/>
                <a:ext cx="224203" cy="179034"/>
                <a:chOff x="3668110" y="2448910"/>
                <a:chExt cx="3794234" cy="2165130"/>
              </a:xfrm>
            </p:grpSpPr>
            <p:sp>
              <p:nvSpPr>
                <p:cNvPr id="3336" name="Rectangle 3335">
                  <a:extLst>
                    <a:ext uri="{FF2B5EF4-FFF2-40B4-BE49-F238E27FC236}">
                      <a16:creationId xmlns:a16="http://schemas.microsoft.com/office/drawing/2014/main" id="{FF5E7FE8-4640-174F-80C2-834E3F5BDCE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37" name="Freeform 3336">
                  <a:extLst>
                    <a:ext uri="{FF2B5EF4-FFF2-40B4-BE49-F238E27FC236}">
                      <a16:creationId xmlns:a16="http://schemas.microsoft.com/office/drawing/2014/main" id="{6A90EEE5-D4EA-F847-8276-246CCF7EE54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338" name="Group 3337">
                  <a:extLst>
                    <a:ext uri="{FF2B5EF4-FFF2-40B4-BE49-F238E27FC236}">
                      <a16:creationId xmlns:a16="http://schemas.microsoft.com/office/drawing/2014/main" id="{F5AB0A7C-1873-E24C-BA6E-451D75077E6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339" name="Freeform 3338">
                    <a:extLst>
                      <a:ext uri="{FF2B5EF4-FFF2-40B4-BE49-F238E27FC236}">
                        <a16:creationId xmlns:a16="http://schemas.microsoft.com/office/drawing/2014/main" id="{5E29EBEC-2186-A143-A612-FE945FD47470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0" name="Freeform 3339">
                    <a:extLst>
                      <a:ext uri="{FF2B5EF4-FFF2-40B4-BE49-F238E27FC236}">
                        <a16:creationId xmlns:a16="http://schemas.microsoft.com/office/drawing/2014/main" id="{86A254E9-62EE-B34D-A468-4FB723C3DC74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1" name="Freeform 3340">
                    <a:extLst>
                      <a:ext uri="{FF2B5EF4-FFF2-40B4-BE49-F238E27FC236}">
                        <a16:creationId xmlns:a16="http://schemas.microsoft.com/office/drawing/2014/main" id="{5CA4D86B-71BE-884E-98A0-2C705A383C2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2" name="Freeform 3341">
                    <a:extLst>
                      <a:ext uri="{FF2B5EF4-FFF2-40B4-BE49-F238E27FC236}">
                        <a16:creationId xmlns:a16="http://schemas.microsoft.com/office/drawing/2014/main" id="{0BFD3365-03DD-164B-85F7-1DF6342C1A3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A7355139-8F31-BE41-93F5-98E648A9D62E}"/>
                </a:ext>
              </a:extLst>
            </p:cNvPr>
            <p:cNvGrpSpPr/>
            <p:nvPr/>
          </p:nvGrpSpPr>
          <p:grpSpPr>
            <a:xfrm>
              <a:off x="5974431" y="3377682"/>
              <a:ext cx="1055390" cy="275739"/>
              <a:chOff x="5974431" y="3377682"/>
              <a:chExt cx="1055390" cy="275739"/>
            </a:xfrm>
          </p:grpSpPr>
          <p:cxnSp>
            <p:nvCxnSpPr>
              <p:cNvPr id="3318" name="Straight Connector 3317">
                <a:extLst>
                  <a:ext uri="{FF2B5EF4-FFF2-40B4-BE49-F238E27FC236}">
                    <a16:creationId xmlns:a16="http://schemas.microsoft.com/office/drawing/2014/main" id="{83508E59-54AF-8745-88FD-D33603A25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974431" y="34834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9" name="Straight Connector 3318">
                <a:extLst>
                  <a:ext uri="{FF2B5EF4-FFF2-40B4-BE49-F238E27FC236}">
                    <a16:creationId xmlns:a16="http://schemas.microsoft.com/office/drawing/2014/main" id="{0E87C89A-266E-C244-9EF6-4252CBBD2CC1}"/>
                  </a:ext>
                </a:extLst>
              </p:cNvPr>
              <p:cNvCxnSpPr>
                <a:cxnSpLocks/>
                <a:stCxn id="3231" idx="8"/>
              </p:cNvCxnSpPr>
              <p:nvPr/>
            </p:nvCxnSpPr>
            <p:spPr bwMode="auto">
              <a:xfrm flipH="1" flipV="1">
                <a:off x="6223247" y="34274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0" name="Straight Connector 3319">
                <a:extLst>
                  <a:ext uri="{FF2B5EF4-FFF2-40B4-BE49-F238E27FC236}">
                    <a16:creationId xmlns:a16="http://schemas.microsoft.com/office/drawing/2014/main" id="{017148AB-5919-6748-84C6-FDFAAEF439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465843" y="33776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A1002AAA-01D7-854C-BA6D-6686D7D8A3B0}"/>
                </a:ext>
              </a:extLst>
            </p:cNvPr>
            <p:cNvGrpSpPr/>
            <p:nvPr/>
          </p:nvGrpSpPr>
          <p:grpSpPr>
            <a:xfrm flipV="1">
              <a:off x="5989981" y="3036336"/>
              <a:ext cx="1055390" cy="275739"/>
              <a:chOff x="6920204" y="3530082"/>
              <a:chExt cx="1055390" cy="275739"/>
            </a:xfrm>
          </p:grpSpPr>
          <p:cxnSp>
            <p:nvCxnSpPr>
              <p:cNvPr id="3315" name="Straight Connector 3314">
                <a:extLst>
                  <a:ext uri="{FF2B5EF4-FFF2-40B4-BE49-F238E27FC236}">
                    <a16:creationId xmlns:a16="http://schemas.microsoft.com/office/drawing/2014/main" id="{57B81437-D923-804A-BF99-D846AE4AD7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920204" y="36358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6" name="Straight Connector 3315">
                <a:extLst>
                  <a:ext uri="{FF2B5EF4-FFF2-40B4-BE49-F238E27FC236}">
                    <a16:creationId xmlns:a16="http://schemas.microsoft.com/office/drawing/2014/main" id="{75E71E8F-C3E9-9647-BF27-A8C1CEC635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169020" y="35798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7" name="Straight Connector 3316">
                <a:extLst>
                  <a:ext uri="{FF2B5EF4-FFF2-40B4-BE49-F238E27FC236}">
                    <a16:creationId xmlns:a16="http://schemas.microsoft.com/office/drawing/2014/main" id="{462544C4-0726-A349-86F1-6EEBA8E648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411616" y="35300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58271B78-C1AC-394E-AEBA-0809B05E180F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9" name="Group 1198">
              <a:extLst>
                <a:ext uri="{FF2B5EF4-FFF2-40B4-BE49-F238E27FC236}">
                  <a16:creationId xmlns:a16="http://schemas.microsoft.com/office/drawing/2014/main" id="{76DC27C8-AF68-4B43-8EDF-5F3D8C3A17F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3308" name="Rectangle 3307">
                <a:extLst>
                  <a:ext uri="{FF2B5EF4-FFF2-40B4-BE49-F238E27FC236}">
                    <a16:creationId xmlns:a16="http://schemas.microsoft.com/office/drawing/2014/main" id="{5FDB5E37-77C3-9B48-A0B4-DD4E9869BC5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309" name="Freeform 3308">
                <a:extLst>
                  <a:ext uri="{FF2B5EF4-FFF2-40B4-BE49-F238E27FC236}">
                    <a16:creationId xmlns:a16="http://schemas.microsoft.com/office/drawing/2014/main" id="{D19836E1-6343-A24F-ABD3-0F9E8693317B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3310" name="Group 3309">
                <a:extLst>
                  <a:ext uri="{FF2B5EF4-FFF2-40B4-BE49-F238E27FC236}">
                    <a16:creationId xmlns:a16="http://schemas.microsoft.com/office/drawing/2014/main" id="{EA390C77-0983-594B-8E97-4502268E7F3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311" name="Freeform 3310">
                  <a:extLst>
                    <a:ext uri="{FF2B5EF4-FFF2-40B4-BE49-F238E27FC236}">
                      <a16:creationId xmlns:a16="http://schemas.microsoft.com/office/drawing/2014/main" id="{61471CFC-BD31-2B4B-92D5-E915DA7B13D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2" name="Freeform 3311">
                  <a:extLst>
                    <a:ext uri="{FF2B5EF4-FFF2-40B4-BE49-F238E27FC236}">
                      <a16:creationId xmlns:a16="http://schemas.microsoft.com/office/drawing/2014/main" id="{4599F54D-786D-4A41-B0EE-3235D555560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3" name="Freeform 3312">
                  <a:extLst>
                    <a:ext uri="{FF2B5EF4-FFF2-40B4-BE49-F238E27FC236}">
                      <a16:creationId xmlns:a16="http://schemas.microsoft.com/office/drawing/2014/main" id="{22A648E7-9F42-EB42-97CA-4EDF7FDDB3A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4" name="Freeform 3313">
                  <a:extLst>
                    <a:ext uri="{FF2B5EF4-FFF2-40B4-BE49-F238E27FC236}">
                      <a16:creationId xmlns:a16="http://schemas.microsoft.com/office/drawing/2014/main" id="{842D3447-9757-F64C-A903-5A9D345F437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0" name="Group 1199">
              <a:extLst>
                <a:ext uri="{FF2B5EF4-FFF2-40B4-BE49-F238E27FC236}">
                  <a16:creationId xmlns:a16="http://schemas.microsoft.com/office/drawing/2014/main" id="{9AF3B9CA-1F8E-1F46-A287-7D7D801F272A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3301" name="Freeform 3300">
                <a:extLst>
                  <a:ext uri="{FF2B5EF4-FFF2-40B4-BE49-F238E27FC236}">
                    <a16:creationId xmlns:a16="http://schemas.microsoft.com/office/drawing/2014/main" id="{20E73E2A-6CBA-8E4A-93C6-3345DEBB6AA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02" name="Oval 3301">
                <a:extLst>
                  <a:ext uri="{FF2B5EF4-FFF2-40B4-BE49-F238E27FC236}">
                    <a16:creationId xmlns:a16="http://schemas.microsoft.com/office/drawing/2014/main" id="{5A424C7A-62FB-7E4B-8470-0B77A3F0C0B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03" name="Group 3302">
                <a:extLst>
                  <a:ext uri="{FF2B5EF4-FFF2-40B4-BE49-F238E27FC236}">
                    <a16:creationId xmlns:a16="http://schemas.microsoft.com/office/drawing/2014/main" id="{4771FCF0-B66A-CD47-BF1A-9F71F05DEA3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04" name="Freeform 3303">
                  <a:extLst>
                    <a:ext uri="{FF2B5EF4-FFF2-40B4-BE49-F238E27FC236}">
                      <a16:creationId xmlns:a16="http://schemas.microsoft.com/office/drawing/2014/main" id="{CEBFFCBE-1DEB-A74E-84A7-65841736009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5" name="Freeform 3304">
                  <a:extLst>
                    <a:ext uri="{FF2B5EF4-FFF2-40B4-BE49-F238E27FC236}">
                      <a16:creationId xmlns:a16="http://schemas.microsoft.com/office/drawing/2014/main" id="{FB1C71F6-64CA-C443-9563-3C8800C0E03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6" name="Freeform 3305">
                  <a:extLst>
                    <a:ext uri="{FF2B5EF4-FFF2-40B4-BE49-F238E27FC236}">
                      <a16:creationId xmlns:a16="http://schemas.microsoft.com/office/drawing/2014/main" id="{4B5AC456-D840-EC4A-806B-D299D93409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7" name="Freeform 3306">
                  <a:extLst>
                    <a:ext uri="{FF2B5EF4-FFF2-40B4-BE49-F238E27FC236}">
                      <a16:creationId xmlns:a16="http://schemas.microsoft.com/office/drawing/2014/main" id="{DE9AD6E1-380E-8944-B829-6DAEAF59F8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1" name="Group 1200">
              <a:extLst>
                <a:ext uri="{FF2B5EF4-FFF2-40B4-BE49-F238E27FC236}">
                  <a16:creationId xmlns:a16="http://schemas.microsoft.com/office/drawing/2014/main" id="{E29091B4-8E18-1549-9954-DFB326070429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3294" name="Freeform 3293">
                <a:extLst>
                  <a:ext uri="{FF2B5EF4-FFF2-40B4-BE49-F238E27FC236}">
                    <a16:creationId xmlns:a16="http://schemas.microsoft.com/office/drawing/2014/main" id="{4AEC3360-CDEF-DF44-AE82-3348C3CBEFA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95" name="Oval 3294">
                <a:extLst>
                  <a:ext uri="{FF2B5EF4-FFF2-40B4-BE49-F238E27FC236}">
                    <a16:creationId xmlns:a16="http://schemas.microsoft.com/office/drawing/2014/main" id="{0B0D1BE4-02EC-6348-98C1-76ABB1EA04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96" name="Group 3295">
                <a:extLst>
                  <a:ext uri="{FF2B5EF4-FFF2-40B4-BE49-F238E27FC236}">
                    <a16:creationId xmlns:a16="http://schemas.microsoft.com/office/drawing/2014/main" id="{5F20A9E4-B7EB-1E45-9C40-A3E6A336C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97" name="Freeform 3296">
                  <a:extLst>
                    <a:ext uri="{FF2B5EF4-FFF2-40B4-BE49-F238E27FC236}">
                      <a16:creationId xmlns:a16="http://schemas.microsoft.com/office/drawing/2014/main" id="{6430A621-60D6-6346-8C58-5A316C271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8" name="Freeform 3297">
                  <a:extLst>
                    <a:ext uri="{FF2B5EF4-FFF2-40B4-BE49-F238E27FC236}">
                      <a16:creationId xmlns:a16="http://schemas.microsoft.com/office/drawing/2014/main" id="{8021A1C3-49A0-0042-BB4B-B3A6AED9C9A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9" name="Freeform 3298">
                  <a:extLst>
                    <a:ext uri="{FF2B5EF4-FFF2-40B4-BE49-F238E27FC236}">
                      <a16:creationId xmlns:a16="http://schemas.microsoft.com/office/drawing/2014/main" id="{87F4A84F-7DD6-B14E-A93C-481D802ED18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0" name="Freeform 3299">
                  <a:extLst>
                    <a:ext uri="{FF2B5EF4-FFF2-40B4-BE49-F238E27FC236}">
                      <a16:creationId xmlns:a16="http://schemas.microsoft.com/office/drawing/2014/main" id="{1B273B81-0F56-194D-81C0-757A9404D26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2" name="Group 1201">
              <a:extLst>
                <a:ext uri="{FF2B5EF4-FFF2-40B4-BE49-F238E27FC236}">
                  <a16:creationId xmlns:a16="http://schemas.microsoft.com/office/drawing/2014/main" id="{3E719BE6-AC18-7848-87DF-D68E493F6CF5}"/>
                </a:ext>
              </a:extLst>
            </p:cNvPr>
            <p:cNvGrpSpPr/>
            <p:nvPr/>
          </p:nvGrpSpPr>
          <p:grpSpPr>
            <a:xfrm>
              <a:off x="6424161" y="3564953"/>
              <a:ext cx="1277531" cy="1928756"/>
              <a:chOff x="6424161" y="3564953"/>
              <a:chExt cx="1277531" cy="1928756"/>
            </a:xfrm>
          </p:grpSpPr>
          <p:cxnSp>
            <p:nvCxnSpPr>
              <p:cNvPr id="3098" name="Straight Connector 3097">
                <a:extLst>
                  <a:ext uri="{FF2B5EF4-FFF2-40B4-BE49-F238E27FC236}">
                    <a16:creationId xmlns:a16="http://schemas.microsoft.com/office/drawing/2014/main" id="{1BF17A45-7824-4244-A389-1E96B891ED7B}"/>
                  </a:ext>
                </a:extLst>
              </p:cNvPr>
              <p:cNvCxnSpPr>
                <a:cxnSpLocks/>
                <a:endCxn id="3339" idx="4"/>
              </p:cNvCxnSpPr>
              <p:nvPr/>
            </p:nvCxnSpPr>
            <p:spPr bwMode="auto">
              <a:xfrm>
                <a:off x="7386846" y="39967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99" name="Group 3098">
                <a:extLst>
                  <a:ext uri="{FF2B5EF4-FFF2-40B4-BE49-F238E27FC236}">
                    <a16:creationId xmlns:a16="http://schemas.microsoft.com/office/drawing/2014/main" id="{7E0D1B7D-AC13-AB42-B74A-5DA5CA98E379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89906" cy="1928756"/>
                <a:chOff x="6424161" y="3564953"/>
                <a:chExt cx="1189906" cy="1928756"/>
              </a:xfrm>
            </p:grpSpPr>
            <p:cxnSp>
              <p:nvCxnSpPr>
                <p:cNvPr id="3100" name="Straight Connector 3099">
                  <a:extLst>
                    <a:ext uri="{FF2B5EF4-FFF2-40B4-BE49-F238E27FC236}">
                      <a16:creationId xmlns:a16="http://schemas.microsoft.com/office/drawing/2014/main" id="{50BFABCF-2BC4-6541-9A14-E38BD8B28B43}"/>
                    </a:ext>
                  </a:extLst>
                </p:cNvPr>
                <p:cNvCxnSpPr>
                  <a:cxnSpLocks/>
                  <a:endCxn id="3253" idx="4"/>
                </p:cNvCxnSpPr>
                <p:nvPr/>
              </p:nvCxnSpPr>
              <p:spPr bwMode="auto">
                <a:xfrm flipH="1">
                  <a:off x="6543673" y="39586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1" name="Straight Connector 3100">
                  <a:extLst>
                    <a:ext uri="{FF2B5EF4-FFF2-40B4-BE49-F238E27FC236}">
                      <a16:creationId xmlns:a16="http://schemas.microsoft.com/office/drawing/2014/main" id="{338A2DE5-0DB8-2149-96D1-768F0A73E0A0}"/>
                    </a:ext>
                  </a:extLst>
                </p:cNvPr>
                <p:cNvCxnSpPr>
                  <a:cxnSpLocks/>
                  <a:endCxn id="3128" idx="9"/>
                </p:cNvCxnSpPr>
                <p:nvPr/>
              </p:nvCxnSpPr>
              <p:spPr bwMode="auto">
                <a:xfrm>
                  <a:off x="7130402" y="39666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102" name="Group 3101">
                  <a:extLst>
                    <a:ext uri="{FF2B5EF4-FFF2-40B4-BE49-F238E27FC236}">
                      <a16:creationId xmlns:a16="http://schemas.microsoft.com/office/drawing/2014/main" id="{B5AA2FFD-4D0C-1C45-B4BB-65B5B713C365}"/>
                    </a:ext>
                  </a:extLst>
                </p:cNvPr>
                <p:cNvGrpSpPr/>
                <p:nvPr/>
              </p:nvGrpSpPr>
              <p:grpSpPr>
                <a:xfrm>
                  <a:off x="6424161" y="3564953"/>
                  <a:ext cx="1155501" cy="1928756"/>
                  <a:chOff x="6424161" y="3564953"/>
                  <a:chExt cx="1155501" cy="1928756"/>
                </a:xfrm>
              </p:grpSpPr>
              <p:cxnSp>
                <p:nvCxnSpPr>
                  <p:cNvPr id="3104" name="Straight Connector 3103">
                    <a:extLst>
                      <a:ext uri="{FF2B5EF4-FFF2-40B4-BE49-F238E27FC236}">
                        <a16:creationId xmlns:a16="http://schemas.microsoft.com/office/drawing/2014/main" id="{E39646C4-F974-9040-BA46-0AA6561DA625}"/>
                      </a:ext>
                    </a:extLst>
                  </p:cNvPr>
                  <p:cNvCxnSpPr>
                    <a:cxnSpLocks/>
                    <a:endCxn id="3190" idx="2"/>
                  </p:cNvCxnSpPr>
                  <p:nvPr/>
                </p:nvCxnSpPr>
                <p:spPr bwMode="auto">
                  <a:xfrm flipH="1">
                    <a:off x="6853320" y="3968164"/>
                    <a:ext cx="264752" cy="586413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105" name="Group 3104">
                    <a:extLst>
                      <a:ext uri="{FF2B5EF4-FFF2-40B4-BE49-F238E27FC236}">
                        <a16:creationId xmlns:a16="http://schemas.microsoft.com/office/drawing/2014/main" id="{FE3D406B-626B-284F-8331-30F7F15C689A}"/>
                      </a:ext>
                    </a:extLst>
                  </p:cNvPr>
                  <p:cNvGrpSpPr/>
                  <p:nvPr/>
                </p:nvGrpSpPr>
                <p:grpSpPr>
                  <a:xfrm>
                    <a:off x="6424161" y="4488570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235" name="Group 506">
                      <a:extLst>
                        <a:ext uri="{FF2B5EF4-FFF2-40B4-BE49-F238E27FC236}">
                          <a16:creationId xmlns:a16="http://schemas.microsoft.com/office/drawing/2014/main" id="{588E5E9C-3651-BD4B-B0E5-BB9533A5BDF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257" name="Rectangle 3256">
                        <a:extLst>
                          <a:ext uri="{FF2B5EF4-FFF2-40B4-BE49-F238E27FC236}">
                            <a16:creationId xmlns:a16="http://schemas.microsoft.com/office/drawing/2014/main" id="{F4B46785-798F-F343-8EEC-41EDF11B7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58" name="Straight Connector 3257">
                        <a:extLst>
                          <a:ext uri="{FF2B5EF4-FFF2-40B4-BE49-F238E27FC236}">
                            <a16:creationId xmlns:a16="http://schemas.microsoft.com/office/drawing/2014/main" id="{306FC0A9-C4D8-7E40-84B0-0F259D3B19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59" name="Rectangle 3258">
                        <a:extLst>
                          <a:ext uri="{FF2B5EF4-FFF2-40B4-BE49-F238E27FC236}">
                            <a16:creationId xmlns:a16="http://schemas.microsoft.com/office/drawing/2014/main" id="{A127400A-E051-0B4E-8CC6-491973ACD6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0" name="Straight Connector 3259">
                        <a:extLst>
                          <a:ext uri="{FF2B5EF4-FFF2-40B4-BE49-F238E27FC236}">
                            <a16:creationId xmlns:a16="http://schemas.microsoft.com/office/drawing/2014/main" id="{56834E32-F541-0B4F-ACF3-68F7B2B33A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61" name="Rectangle 3260">
                        <a:extLst>
                          <a:ext uri="{FF2B5EF4-FFF2-40B4-BE49-F238E27FC236}">
                            <a16:creationId xmlns:a16="http://schemas.microsoft.com/office/drawing/2014/main" id="{3A47930F-E9EB-7A48-8118-153E40D66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262" name="Rectangle 3261">
                        <a:extLst>
                          <a:ext uri="{FF2B5EF4-FFF2-40B4-BE49-F238E27FC236}">
                            <a16:creationId xmlns:a16="http://schemas.microsoft.com/office/drawing/2014/main" id="{F02768C6-C046-5E44-9785-9AFA250AB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3" name="Straight Connector 3262">
                        <a:extLst>
                          <a:ext uri="{FF2B5EF4-FFF2-40B4-BE49-F238E27FC236}">
                            <a16:creationId xmlns:a16="http://schemas.microsoft.com/office/drawing/2014/main" id="{7A777DBC-A17A-CC48-B2A9-4C9684139FE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264" name="Group 544">
                        <a:extLst>
                          <a:ext uri="{FF2B5EF4-FFF2-40B4-BE49-F238E27FC236}">
                            <a16:creationId xmlns:a16="http://schemas.microsoft.com/office/drawing/2014/main" id="{D28DEB64-7AF6-2D4A-9F8C-673AA1D07F8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2" name="Straight Connector 3291">
                          <a:extLst>
                            <a:ext uri="{FF2B5EF4-FFF2-40B4-BE49-F238E27FC236}">
                              <a16:creationId xmlns:a16="http://schemas.microsoft.com/office/drawing/2014/main" id="{D6815D2E-5B19-4348-B501-7B8166F77DD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3" name="Straight Connector 3292">
                          <a:extLst>
                            <a:ext uri="{FF2B5EF4-FFF2-40B4-BE49-F238E27FC236}">
                              <a16:creationId xmlns:a16="http://schemas.microsoft.com/office/drawing/2014/main" id="{07B41E65-9B12-064F-AF5E-E6749A3E64C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5" name="Group 547">
                        <a:extLst>
                          <a:ext uri="{FF2B5EF4-FFF2-40B4-BE49-F238E27FC236}">
                            <a16:creationId xmlns:a16="http://schemas.microsoft.com/office/drawing/2014/main" id="{A92ECF82-0922-804C-B495-16D044A25E4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0" name="Straight Connector 3289">
                          <a:extLst>
                            <a:ext uri="{FF2B5EF4-FFF2-40B4-BE49-F238E27FC236}">
                              <a16:creationId xmlns:a16="http://schemas.microsoft.com/office/drawing/2014/main" id="{15B69940-F97E-994A-8147-B0019AB286C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1" name="Straight Connector 3290">
                          <a:extLst>
                            <a:ext uri="{FF2B5EF4-FFF2-40B4-BE49-F238E27FC236}">
                              <a16:creationId xmlns:a16="http://schemas.microsoft.com/office/drawing/2014/main" id="{976C1DD8-4C87-594F-A38A-C893189CF8B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6" name="Group 549">
                        <a:extLst>
                          <a:ext uri="{FF2B5EF4-FFF2-40B4-BE49-F238E27FC236}">
                            <a16:creationId xmlns:a16="http://schemas.microsoft.com/office/drawing/2014/main" id="{A0F2E01A-944C-8F44-A276-464AE31BC0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8" name="Straight Connector 3287">
                          <a:extLst>
                            <a:ext uri="{FF2B5EF4-FFF2-40B4-BE49-F238E27FC236}">
                              <a16:creationId xmlns:a16="http://schemas.microsoft.com/office/drawing/2014/main" id="{8296BF98-46DD-3F4E-9EA9-66249CF8FEB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9" name="Straight Connector 3288">
                          <a:extLst>
                            <a:ext uri="{FF2B5EF4-FFF2-40B4-BE49-F238E27FC236}">
                              <a16:creationId xmlns:a16="http://schemas.microsoft.com/office/drawing/2014/main" id="{14FA86FD-C868-F74D-9166-A6FA8204D0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7" name="Group 550">
                        <a:extLst>
                          <a:ext uri="{FF2B5EF4-FFF2-40B4-BE49-F238E27FC236}">
                            <a16:creationId xmlns:a16="http://schemas.microsoft.com/office/drawing/2014/main" id="{47988197-2481-114F-98E1-F35E9F59C15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6" name="Straight Connector 3285">
                          <a:extLst>
                            <a:ext uri="{FF2B5EF4-FFF2-40B4-BE49-F238E27FC236}">
                              <a16:creationId xmlns:a16="http://schemas.microsoft.com/office/drawing/2014/main" id="{1DB244B7-9A56-2F47-95AE-C0426FC117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7" name="Straight Connector 3286">
                          <a:extLst>
                            <a:ext uri="{FF2B5EF4-FFF2-40B4-BE49-F238E27FC236}">
                              <a16:creationId xmlns:a16="http://schemas.microsoft.com/office/drawing/2014/main" id="{BA825E01-4314-954D-BAF9-7760AECC345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8" name="Group 551">
                        <a:extLst>
                          <a:ext uri="{FF2B5EF4-FFF2-40B4-BE49-F238E27FC236}">
                            <a16:creationId xmlns:a16="http://schemas.microsoft.com/office/drawing/2014/main" id="{6201DD03-4E8C-0142-900A-A6F4B876415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4" name="Straight Connector 3283">
                          <a:extLst>
                            <a:ext uri="{FF2B5EF4-FFF2-40B4-BE49-F238E27FC236}">
                              <a16:creationId xmlns:a16="http://schemas.microsoft.com/office/drawing/2014/main" id="{41E2E08A-48F8-9148-9ADD-00B8709352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5" name="Straight Connector 3284">
                          <a:extLst>
                            <a:ext uri="{FF2B5EF4-FFF2-40B4-BE49-F238E27FC236}">
                              <a16:creationId xmlns:a16="http://schemas.microsoft.com/office/drawing/2014/main" id="{A7D3C65A-B7AB-D94B-8D7C-741273FD654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9" name="Group 552">
                        <a:extLst>
                          <a:ext uri="{FF2B5EF4-FFF2-40B4-BE49-F238E27FC236}">
                            <a16:creationId xmlns:a16="http://schemas.microsoft.com/office/drawing/2014/main" id="{7B629AF8-F307-B944-B120-9B932C5EF4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2" name="Straight Connector 3281">
                          <a:extLst>
                            <a:ext uri="{FF2B5EF4-FFF2-40B4-BE49-F238E27FC236}">
                              <a16:creationId xmlns:a16="http://schemas.microsoft.com/office/drawing/2014/main" id="{438E9284-560E-F945-8B27-1644C4BFA70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3" name="Straight Connector 3282">
                          <a:extLst>
                            <a:ext uri="{FF2B5EF4-FFF2-40B4-BE49-F238E27FC236}">
                              <a16:creationId xmlns:a16="http://schemas.microsoft.com/office/drawing/2014/main" id="{DAABFB3E-79E3-F342-8BB2-275890520D4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0" name="Group 555">
                        <a:extLst>
                          <a:ext uri="{FF2B5EF4-FFF2-40B4-BE49-F238E27FC236}">
                            <a16:creationId xmlns:a16="http://schemas.microsoft.com/office/drawing/2014/main" id="{00EFECA2-3D98-1246-8BDA-B23ECA93E68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0" name="Straight Connector 3279">
                          <a:extLst>
                            <a:ext uri="{FF2B5EF4-FFF2-40B4-BE49-F238E27FC236}">
                              <a16:creationId xmlns:a16="http://schemas.microsoft.com/office/drawing/2014/main" id="{BC4697B0-FB5C-E443-941F-2ACF69ECB93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1" name="Straight Connector 3280">
                          <a:extLst>
                            <a:ext uri="{FF2B5EF4-FFF2-40B4-BE49-F238E27FC236}">
                              <a16:creationId xmlns:a16="http://schemas.microsoft.com/office/drawing/2014/main" id="{5F204D20-EF5A-CA4A-88DB-346F3A5AEA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1" name="Group 556">
                        <a:extLst>
                          <a:ext uri="{FF2B5EF4-FFF2-40B4-BE49-F238E27FC236}">
                            <a16:creationId xmlns:a16="http://schemas.microsoft.com/office/drawing/2014/main" id="{45A61ACF-C0D8-424F-97D1-9CE6AE1547A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8" name="Straight Connector 3277">
                          <a:extLst>
                            <a:ext uri="{FF2B5EF4-FFF2-40B4-BE49-F238E27FC236}">
                              <a16:creationId xmlns:a16="http://schemas.microsoft.com/office/drawing/2014/main" id="{7BA3E799-8553-F741-AF84-6F5B62949CF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9" name="Straight Connector 3278">
                          <a:extLst>
                            <a:ext uri="{FF2B5EF4-FFF2-40B4-BE49-F238E27FC236}">
                              <a16:creationId xmlns:a16="http://schemas.microsoft.com/office/drawing/2014/main" id="{22C89E70-FA3D-3747-A73F-17ED7C22DF1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2" name="Group 557">
                        <a:extLst>
                          <a:ext uri="{FF2B5EF4-FFF2-40B4-BE49-F238E27FC236}">
                            <a16:creationId xmlns:a16="http://schemas.microsoft.com/office/drawing/2014/main" id="{601EB121-8320-DC44-A30D-FF9C57A88DD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6" name="Straight Connector 3275">
                          <a:extLst>
                            <a:ext uri="{FF2B5EF4-FFF2-40B4-BE49-F238E27FC236}">
                              <a16:creationId xmlns:a16="http://schemas.microsoft.com/office/drawing/2014/main" id="{FBB4AA14-2A8A-9D40-B8CE-67849078541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7" name="Straight Connector 3276">
                          <a:extLst>
                            <a:ext uri="{FF2B5EF4-FFF2-40B4-BE49-F238E27FC236}">
                              <a16:creationId xmlns:a16="http://schemas.microsoft.com/office/drawing/2014/main" id="{2B9A03B5-6AC5-674D-974A-1C5E8682630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3" name="Group 558">
                        <a:extLst>
                          <a:ext uri="{FF2B5EF4-FFF2-40B4-BE49-F238E27FC236}">
                            <a16:creationId xmlns:a16="http://schemas.microsoft.com/office/drawing/2014/main" id="{CBB238E4-C653-C649-AE70-01DCD47CF83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20412929-688F-AA4D-A9BB-510C221C5E1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5" name="Straight Connector 3274">
                          <a:extLst>
                            <a:ext uri="{FF2B5EF4-FFF2-40B4-BE49-F238E27FC236}">
                              <a16:creationId xmlns:a16="http://schemas.microsoft.com/office/drawing/2014/main" id="{F4BB6B32-8C54-9E4B-BA22-7B2AF963FB4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236" name="Straight Connector 3235">
                      <a:extLst>
                        <a:ext uri="{FF2B5EF4-FFF2-40B4-BE49-F238E27FC236}">
                          <a16:creationId xmlns:a16="http://schemas.microsoft.com/office/drawing/2014/main" id="{2BF6E869-3A83-0743-B15C-DA635297512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7" name="Straight Connector 3236">
                      <a:extLst>
                        <a:ext uri="{FF2B5EF4-FFF2-40B4-BE49-F238E27FC236}">
                          <a16:creationId xmlns:a16="http://schemas.microsoft.com/office/drawing/2014/main" id="{4BC2FA4D-63C4-9E40-B9AF-6BF1595AD8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8" name="Straight Connector 3237">
                      <a:extLst>
                        <a:ext uri="{FF2B5EF4-FFF2-40B4-BE49-F238E27FC236}">
                          <a16:creationId xmlns:a16="http://schemas.microsoft.com/office/drawing/2014/main" id="{A05A0A50-50D2-D940-8FDB-2196342CBAEF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9" name="Straight Connector 3238">
                      <a:extLst>
                        <a:ext uri="{FF2B5EF4-FFF2-40B4-BE49-F238E27FC236}">
                          <a16:creationId xmlns:a16="http://schemas.microsoft.com/office/drawing/2014/main" id="{6D03C299-AD56-B642-B563-51AA6C8301B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0" name="Straight Connector 3239">
                      <a:extLst>
                        <a:ext uri="{FF2B5EF4-FFF2-40B4-BE49-F238E27FC236}">
                          <a16:creationId xmlns:a16="http://schemas.microsoft.com/office/drawing/2014/main" id="{82463610-6B51-3D4F-9625-3F7C3EF191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1" name="Straight Connector 3240">
                      <a:extLst>
                        <a:ext uri="{FF2B5EF4-FFF2-40B4-BE49-F238E27FC236}">
                          <a16:creationId xmlns:a16="http://schemas.microsoft.com/office/drawing/2014/main" id="{D10BC900-11CB-CF43-88EB-B071CFF18C6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2" name="Straight Connector 3241">
                      <a:extLst>
                        <a:ext uri="{FF2B5EF4-FFF2-40B4-BE49-F238E27FC236}">
                          <a16:creationId xmlns:a16="http://schemas.microsoft.com/office/drawing/2014/main" id="{8D9BD8EA-3484-2748-BE16-9BDEBDD8C2C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3" name="Straight Connector 3242">
                      <a:extLst>
                        <a:ext uri="{FF2B5EF4-FFF2-40B4-BE49-F238E27FC236}">
                          <a16:creationId xmlns:a16="http://schemas.microsoft.com/office/drawing/2014/main" id="{42A3B93A-CB25-2C4E-94AE-B61BD33B493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4" name="Straight Connector 3243">
                      <a:extLst>
                        <a:ext uri="{FF2B5EF4-FFF2-40B4-BE49-F238E27FC236}">
                          <a16:creationId xmlns:a16="http://schemas.microsoft.com/office/drawing/2014/main" id="{8A1A1701-7D06-5B4E-BC28-992D9AA8AC2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5" name="Straight Connector 3244">
                      <a:extLst>
                        <a:ext uri="{FF2B5EF4-FFF2-40B4-BE49-F238E27FC236}">
                          <a16:creationId xmlns:a16="http://schemas.microsoft.com/office/drawing/2014/main" id="{F9AC46DC-04CB-6843-B950-3B8E8887C92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6" name="Straight Connector 3245">
                      <a:extLst>
                        <a:ext uri="{FF2B5EF4-FFF2-40B4-BE49-F238E27FC236}">
                          <a16:creationId xmlns:a16="http://schemas.microsoft.com/office/drawing/2014/main" id="{85D0BBE2-50F2-234D-80EA-530FA435BDA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7" name="Straight Connector 3246">
                      <a:extLst>
                        <a:ext uri="{FF2B5EF4-FFF2-40B4-BE49-F238E27FC236}">
                          <a16:creationId xmlns:a16="http://schemas.microsoft.com/office/drawing/2014/main" id="{2F937CC4-B570-9A4C-9A13-53039B13A39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8" name="Straight Connector 3247">
                      <a:extLst>
                        <a:ext uri="{FF2B5EF4-FFF2-40B4-BE49-F238E27FC236}">
                          <a16:creationId xmlns:a16="http://schemas.microsoft.com/office/drawing/2014/main" id="{852BB894-6161-EF4C-8D45-3E26D86B9B3A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249" name="Group 3248">
                      <a:extLst>
                        <a:ext uri="{FF2B5EF4-FFF2-40B4-BE49-F238E27FC236}">
                          <a16:creationId xmlns:a16="http://schemas.microsoft.com/office/drawing/2014/main" id="{6DF7E96B-D18C-AE43-B7AB-AEC0DF092E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250" name="Rectangle 3249">
                        <a:extLst>
                          <a:ext uri="{FF2B5EF4-FFF2-40B4-BE49-F238E27FC236}">
                            <a16:creationId xmlns:a16="http://schemas.microsoft.com/office/drawing/2014/main" id="{62454A9E-C265-C748-9EBF-6B0456B5D8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51" name="Freeform 3250">
                        <a:extLst>
                          <a:ext uri="{FF2B5EF4-FFF2-40B4-BE49-F238E27FC236}">
                            <a16:creationId xmlns:a16="http://schemas.microsoft.com/office/drawing/2014/main" id="{D2DA9485-4502-F249-B876-C7650F2398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252" name="Group 3251">
                        <a:extLst>
                          <a:ext uri="{FF2B5EF4-FFF2-40B4-BE49-F238E27FC236}">
                            <a16:creationId xmlns:a16="http://schemas.microsoft.com/office/drawing/2014/main" id="{90263BC8-11CA-1A4D-AC21-4B2D29E8C3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253" name="Freeform 3252">
                          <a:extLst>
                            <a:ext uri="{FF2B5EF4-FFF2-40B4-BE49-F238E27FC236}">
                              <a16:creationId xmlns:a16="http://schemas.microsoft.com/office/drawing/2014/main" id="{3CBEA5A5-7564-8C41-A71E-338A81C613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4" name="Freeform 3253">
                          <a:extLst>
                            <a:ext uri="{FF2B5EF4-FFF2-40B4-BE49-F238E27FC236}">
                              <a16:creationId xmlns:a16="http://schemas.microsoft.com/office/drawing/2014/main" id="{C9B4ECAF-323C-9749-B6A7-F24394542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5" name="Freeform 3254">
                          <a:extLst>
                            <a:ext uri="{FF2B5EF4-FFF2-40B4-BE49-F238E27FC236}">
                              <a16:creationId xmlns:a16="http://schemas.microsoft.com/office/drawing/2014/main" id="{8EC061FE-DC0F-E747-98CB-5CDC3C1C3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6" name="Freeform 3255">
                          <a:extLst>
                            <a:ext uri="{FF2B5EF4-FFF2-40B4-BE49-F238E27FC236}">
                              <a16:creationId xmlns:a16="http://schemas.microsoft.com/office/drawing/2014/main" id="{F6375A38-9E32-924B-B159-40FE98C1C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6" name="Group 3105">
                    <a:extLst>
                      <a:ext uri="{FF2B5EF4-FFF2-40B4-BE49-F238E27FC236}">
                        <a16:creationId xmlns:a16="http://schemas.microsoft.com/office/drawing/2014/main" id="{AAFE09B7-597F-AA44-8572-7C6839219A78}"/>
                      </a:ext>
                    </a:extLst>
                  </p:cNvPr>
                  <p:cNvGrpSpPr/>
                  <p:nvPr/>
                </p:nvGrpSpPr>
                <p:grpSpPr>
                  <a:xfrm>
                    <a:off x="6665262" y="3564953"/>
                    <a:ext cx="914400" cy="479686"/>
                    <a:chOff x="3668110" y="2448910"/>
                    <a:chExt cx="3794234" cy="2165130"/>
                  </a:xfrm>
                </p:grpSpPr>
                <p:sp>
                  <p:nvSpPr>
                    <p:cNvPr id="3228" name="Rectangle 3227">
                      <a:extLst>
                        <a:ext uri="{FF2B5EF4-FFF2-40B4-BE49-F238E27FC236}">
                          <a16:creationId xmlns:a16="http://schemas.microsoft.com/office/drawing/2014/main" id="{4185E0D0-6FA2-F34C-B044-2C04E8A0A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29" name="Freeform 3228">
                      <a:extLst>
                        <a:ext uri="{FF2B5EF4-FFF2-40B4-BE49-F238E27FC236}">
                          <a16:creationId xmlns:a16="http://schemas.microsoft.com/office/drawing/2014/main" id="{185BAB32-0E72-F74F-8C62-912F3CFD0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230" name="Group 3229">
                      <a:extLst>
                        <a:ext uri="{FF2B5EF4-FFF2-40B4-BE49-F238E27FC236}">
                          <a16:creationId xmlns:a16="http://schemas.microsoft.com/office/drawing/2014/main" id="{AA2AFF72-4C06-AA48-AD80-36E5C8FE2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231" name="Freeform 3230">
                        <a:extLst>
                          <a:ext uri="{FF2B5EF4-FFF2-40B4-BE49-F238E27FC236}">
                            <a16:creationId xmlns:a16="http://schemas.microsoft.com/office/drawing/2014/main" id="{A6D92FE2-D6D1-A643-8E89-866CEEC050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2" name="Freeform 3231">
                        <a:extLst>
                          <a:ext uri="{FF2B5EF4-FFF2-40B4-BE49-F238E27FC236}">
                            <a16:creationId xmlns:a16="http://schemas.microsoft.com/office/drawing/2014/main" id="{313BF4AE-DBFB-EC43-9CE7-0520BE8D3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3" name="Freeform 3232">
                        <a:extLst>
                          <a:ext uri="{FF2B5EF4-FFF2-40B4-BE49-F238E27FC236}">
                            <a16:creationId xmlns:a16="http://schemas.microsoft.com/office/drawing/2014/main" id="{03D2401A-647B-A640-9DC3-5B8DCBE61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4" name="Freeform 3233">
                        <a:extLst>
                          <a:ext uri="{FF2B5EF4-FFF2-40B4-BE49-F238E27FC236}">
                            <a16:creationId xmlns:a16="http://schemas.microsoft.com/office/drawing/2014/main" id="{634908F1-9807-0745-9854-13A14F632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107" name="Group 3106">
                    <a:extLst>
                      <a:ext uri="{FF2B5EF4-FFF2-40B4-BE49-F238E27FC236}">
                        <a16:creationId xmlns:a16="http://schemas.microsoft.com/office/drawing/2014/main" id="{1CC55465-8599-3245-A5DF-761B19429495}"/>
                      </a:ext>
                    </a:extLst>
                  </p:cNvPr>
                  <p:cNvGrpSpPr/>
                  <p:nvPr/>
                </p:nvGrpSpPr>
                <p:grpSpPr>
                  <a:xfrm>
                    <a:off x="6733411" y="4492542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69" name="Group 506">
                      <a:extLst>
                        <a:ext uri="{FF2B5EF4-FFF2-40B4-BE49-F238E27FC236}">
                          <a16:creationId xmlns:a16="http://schemas.microsoft.com/office/drawing/2014/main" id="{1AE3166E-5F62-E04E-B9E8-F0716BA8FDB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91" name="Rectangle 3190">
                        <a:extLst>
                          <a:ext uri="{FF2B5EF4-FFF2-40B4-BE49-F238E27FC236}">
                            <a16:creationId xmlns:a16="http://schemas.microsoft.com/office/drawing/2014/main" id="{FAA6C6A3-11BB-9E4B-A5C8-B96BF914CF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2" name="Straight Connector 3191">
                        <a:extLst>
                          <a:ext uri="{FF2B5EF4-FFF2-40B4-BE49-F238E27FC236}">
                            <a16:creationId xmlns:a16="http://schemas.microsoft.com/office/drawing/2014/main" id="{F50C0604-8639-3446-9C5D-369FF1A8D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3" name="Rectangle 3192">
                        <a:extLst>
                          <a:ext uri="{FF2B5EF4-FFF2-40B4-BE49-F238E27FC236}">
                            <a16:creationId xmlns:a16="http://schemas.microsoft.com/office/drawing/2014/main" id="{F29224DB-0F3C-D747-97C1-68FC6B111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4" name="Straight Connector 3193">
                        <a:extLst>
                          <a:ext uri="{FF2B5EF4-FFF2-40B4-BE49-F238E27FC236}">
                            <a16:creationId xmlns:a16="http://schemas.microsoft.com/office/drawing/2014/main" id="{DCEF95AF-7C9C-334F-B708-490940939A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5" name="Rectangle 3194">
                        <a:extLst>
                          <a:ext uri="{FF2B5EF4-FFF2-40B4-BE49-F238E27FC236}">
                            <a16:creationId xmlns:a16="http://schemas.microsoft.com/office/drawing/2014/main" id="{487FF91E-9C03-104D-9C27-7BE7569B5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96" name="Rectangle 3195">
                        <a:extLst>
                          <a:ext uri="{FF2B5EF4-FFF2-40B4-BE49-F238E27FC236}">
                            <a16:creationId xmlns:a16="http://schemas.microsoft.com/office/drawing/2014/main" id="{56FEA108-F1DE-AD4B-B238-EB754589BC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7" name="Straight Connector 3196">
                        <a:extLst>
                          <a:ext uri="{FF2B5EF4-FFF2-40B4-BE49-F238E27FC236}">
                            <a16:creationId xmlns:a16="http://schemas.microsoft.com/office/drawing/2014/main" id="{8826F1CD-17C0-BA4B-9A56-30A2754BE8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98" name="Group 544">
                        <a:extLst>
                          <a:ext uri="{FF2B5EF4-FFF2-40B4-BE49-F238E27FC236}">
                            <a16:creationId xmlns:a16="http://schemas.microsoft.com/office/drawing/2014/main" id="{80605BC1-7D27-434D-A423-B565CEADABA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6" name="Straight Connector 3225">
                          <a:extLst>
                            <a:ext uri="{FF2B5EF4-FFF2-40B4-BE49-F238E27FC236}">
                              <a16:creationId xmlns:a16="http://schemas.microsoft.com/office/drawing/2014/main" id="{B8012656-8F5B-E741-B7DB-B6563A85349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7" name="Straight Connector 3226">
                          <a:extLst>
                            <a:ext uri="{FF2B5EF4-FFF2-40B4-BE49-F238E27FC236}">
                              <a16:creationId xmlns:a16="http://schemas.microsoft.com/office/drawing/2014/main" id="{D82194BA-86F7-4845-AF59-3A0F8185FBC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99" name="Group 547">
                        <a:extLst>
                          <a:ext uri="{FF2B5EF4-FFF2-40B4-BE49-F238E27FC236}">
                            <a16:creationId xmlns:a16="http://schemas.microsoft.com/office/drawing/2014/main" id="{382D84BA-D0D0-2041-B2EB-537A0054F1D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4" name="Straight Connector 3223">
                          <a:extLst>
                            <a:ext uri="{FF2B5EF4-FFF2-40B4-BE49-F238E27FC236}">
                              <a16:creationId xmlns:a16="http://schemas.microsoft.com/office/drawing/2014/main" id="{BF87E193-9C8D-544F-AE72-A4F960D2F7C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5" name="Straight Connector 3224">
                          <a:extLst>
                            <a:ext uri="{FF2B5EF4-FFF2-40B4-BE49-F238E27FC236}">
                              <a16:creationId xmlns:a16="http://schemas.microsoft.com/office/drawing/2014/main" id="{2179400C-5468-3A45-9599-3AC5F8713C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0" name="Group 549">
                        <a:extLst>
                          <a:ext uri="{FF2B5EF4-FFF2-40B4-BE49-F238E27FC236}">
                            <a16:creationId xmlns:a16="http://schemas.microsoft.com/office/drawing/2014/main" id="{DC2EC486-BC98-A743-A0B0-E5CC0510F1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2" name="Straight Connector 3221">
                          <a:extLst>
                            <a:ext uri="{FF2B5EF4-FFF2-40B4-BE49-F238E27FC236}">
                              <a16:creationId xmlns:a16="http://schemas.microsoft.com/office/drawing/2014/main" id="{C6D5C375-47FE-104B-ADE3-96C60258871C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3" name="Straight Connector 3222">
                          <a:extLst>
                            <a:ext uri="{FF2B5EF4-FFF2-40B4-BE49-F238E27FC236}">
                              <a16:creationId xmlns:a16="http://schemas.microsoft.com/office/drawing/2014/main" id="{71423714-91DF-AA45-A545-EEDCA279B8F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1" name="Group 550">
                        <a:extLst>
                          <a:ext uri="{FF2B5EF4-FFF2-40B4-BE49-F238E27FC236}">
                            <a16:creationId xmlns:a16="http://schemas.microsoft.com/office/drawing/2014/main" id="{14A65A86-FE59-FD47-AB45-913BD436DE8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0" name="Straight Connector 3219">
                          <a:extLst>
                            <a:ext uri="{FF2B5EF4-FFF2-40B4-BE49-F238E27FC236}">
                              <a16:creationId xmlns:a16="http://schemas.microsoft.com/office/drawing/2014/main" id="{64A1B634-AE99-D143-8DB5-F4239FA6C49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1" name="Straight Connector 3220">
                          <a:extLst>
                            <a:ext uri="{FF2B5EF4-FFF2-40B4-BE49-F238E27FC236}">
                              <a16:creationId xmlns:a16="http://schemas.microsoft.com/office/drawing/2014/main" id="{EFF6990D-C48E-4F44-9C1D-037CF78935E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2" name="Group 551">
                        <a:extLst>
                          <a:ext uri="{FF2B5EF4-FFF2-40B4-BE49-F238E27FC236}">
                            <a16:creationId xmlns:a16="http://schemas.microsoft.com/office/drawing/2014/main" id="{9403E12E-C6DF-204D-A7A3-2475164EDA1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8" name="Straight Connector 3217">
                          <a:extLst>
                            <a:ext uri="{FF2B5EF4-FFF2-40B4-BE49-F238E27FC236}">
                              <a16:creationId xmlns:a16="http://schemas.microsoft.com/office/drawing/2014/main" id="{3472CC4B-D784-564B-8DEF-ABF0C0C7B99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9" name="Straight Connector 3218">
                          <a:extLst>
                            <a:ext uri="{FF2B5EF4-FFF2-40B4-BE49-F238E27FC236}">
                              <a16:creationId xmlns:a16="http://schemas.microsoft.com/office/drawing/2014/main" id="{F231B059-7263-4F46-9664-5C1EB88E03F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3" name="Group 552">
                        <a:extLst>
                          <a:ext uri="{FF2B5EF4-FFF2-40B4-BE49-F238E27FC236}">
                            <a16:creationId xmlns:a16="http://schemas.microsoft.com/office/drawing/2014/main" id="{2C746390-A023-EF47-851B-C870CBE4652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6" name="Straight Connector 3215">
                          <a:extLst>
                            <a:ext uri="{FF2B5EF4-FFF2-40B4-BE49-F238E27FC236}">
                              <a16:creationId xmlns:a16="http://schemas.microsoft.com/office/drawing/2014/main" id="{9A15837C-1D86-8945-9C08-3D47177D931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7" name="Straight Connector 3216">
                          <a:extLst>
                            <a:ext uri="{FF2B5EF4-FFF2-40B4-BE49-F238E27FC236}">
                              <a16:creationId xmlns:a16="http://schemas.microsoft.com/office/drawing/2014/main" id="{879B598D-61D7-AB41-9CAD-90C540C3F6E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4" name="Group 555">
                        <a:extLst>
                          <a:ext uri="{FF2B5EF4-FFF2-40B4-BE49-F238E27FC236}">
                            <a16:creationId xmlns:a16="http://schemas.microsoft.com/office/drawing/2014/main" id="{715D6BD5-AEE9-0847-86E3-A78CF053F2D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4" name="Straight Connector 3213">
                          <a:extLst>
                            <a:ext uri="{FF2B5EF4-FFF2-40B4-BE49-F238E27FC236}">
                              <a16:creationId xmlns:a16="http://schemas.microsoft.com/office/drawing/2014/main" id="{B48F961D-6057-0F4F-A610-6F28A9F3786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5" name="Straight Connector 3214">
                          <a:extLst>
                            <a:ext uri="{FF2B5EF4-FFF2-40B4-BE49-F238E27FC236}">
                              <a16:creationId xmlns:a16="http://schemas.microsoft.com/office/drawing/2014/main" id="{F8BDA51B-E477-2D42-B481-6092843A92A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5" name="Group 556">
                        <a:extLst>
                          <a:ext uri="{FF2B5EF4-FFF2-40B4-BE49-F238E27FC236}">
                            <a16:creationId xmlns:a16="http://schemas.microsoft.com/office/drawing/2014/main" id="{ABACD622-1B05-834A-A56D-D852705A8DA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2" name="Straight Connector 3211">
                          <a:extLst>
                            <a:ext uri="{FF2B5EF4-FFF2-40B4-BE49-F238E27FC236}">
                              <a16:creationId xmlns:a16="http://schemas.microsoft.com/office/drawing/2014/main" id="{55E27EB3-BDCA-B742-92D4-676ECC9AA0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3" name="Straight Connector 3212">
                          <a:extLst>
                            <a:ext uri="{FF2B5EF4-FFF2-40B4-BE49-F238E27FC236}">
                              <a16:creationId xmlns:a16="http://schemas.microsoft.com/office/drawing/2014/main" id="{C1061B75-D98E-2745-BBF8-EE45EDBBAB7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6" name="Group 557">
                        <a:extLst>
                          <a:ext uri="{FF2B5EF4-FFF2-40B4-BE49-F238E27FC236}">
                            <a16:creationId xmlns:a16="http://schemas.microsoft.com/office/drawing/2014/main" id="{78C5A73F-5063-2845-BB8D-5140F155007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0" name="Straight Connector 3209">
                          <a:extLst>
                            <a:ext uri="{FF2B5EF4-FFF2-40B4-BE49-F238E27FC236}">
                              <a16:creationId xmlns:a16="http://schemas.microsoft.com/office/drawing/2014/main" id="{588E6691-8F13-D94A-AD47-8052E933DA1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1" name="Straight Connector 3210">
                          <a:extLst>
                            <a:ext uri="{FF2B5EF4-FFF2-40B4-BE49-F238E27FC236}">
                              <a16:creationId xmlns:a16="http://schemas.microsoft.com/office/drawing/2014/main" id="{C3A83EDE-CFDF-7D49-9115-EB7ABECB0C8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7" name="Group 558">
                        <a:extLst>
                          <a:ext uri="{FF2B5EF4-FFF2-40B4-BE49-F238E27FC236}">
                            <a16:creationId xmlns:a16="http://schemas.microsoft.com/office/drawing/2014/main" id="{FE52A891-7992-EB47-AF6D-ACC0D080D4E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08" name="Straight Connector 3207">
                          <a:extLst>
                            <a:ext uri="{FF2B5EF4-FFF2-40B4-BE49-F238E27FC236}">
                              <a16:creationId xmlns:a16="http://schemas.microsoft.com/office/drawing/2014/main" id="{8FB8B29C-5C93-3F49-BA20-6D3BF067895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09" name="Straight Connector 3208">
                          <a:extLst>
                            <a:ext uri="{FF2B5EF4-FFF2-40B4-BE49-F238E27FC236}">
                              <a16:creationId xmlns:a16="http://schemas.microsoft.com/office/drawing/2014/main" id="{27B3EB98-9555-644B-AA2B-9932C29F256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70" name="Straight Connector 3169">
                      <a:extLst>
                        <a:ext uri="{FF2B5EF4-FFF2-40B4-BE49-F238E27FC236}">
                          <a16:creationId xmlns:a16="http://schemas.microsoft.com/office/drawing/2014/main" id="{C6A449D5-99C3-7043-A4F8-7E8D99665B7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1" name="Straight Connector 3170">
                      <a:extLst>
                        <a:ext uri="{FF2B5EF4-FFF2-40B4-BE49-F238E27FC236}">
                          <a16:creationId xmlns:a16="http://schemas.microsoft.com/office/drawing/2014/main" id="{87398305-0606-644C-AED7-B6BFB7357C2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2" name="Straight Connector 3171">
                      <a:extLst>
                        <a:ext uri="{FF2B5EF4-FFF2-40B4-BE49-F238E27FC236}">
                          <a16:creationId xmlns:a16="http://schemas.microsoft.com/office/drawing/2014/main" id="{B2271259-219D-E14D-A6A5-2C92181D457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3" name="Straight Connector 3172">
                      <a:extLst>
                        <a:ext uri="{FF2B5EF4-FFF2-40B4-BE49-F238E27FC236}">
                          <a16:creationId xmlns:a16="http://schemas.microsoft.com/office/drawing/2014/main" id="{BC5D3B15-A7EA-3648-B05D-FA0DD91764F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4" name="Straight Connector 3173">
                      <a:extLst>
                        <a:ext uri="{FF2B5EF4-FFF2-40B4-BE49-F238E27FC236}">
                          <a16:creationId xmlns:a16="http://schemas.microsoft.com/office/drawing/2014/main" id="{CCC208D8-98F7-504F-A485-F09EA842C30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5" name="Straight Connector 3174">
                      <a:extLst>
                        <a:ext uri="{FF2B5EF4-FFF2-40B4-BE49-F238E27FC236}">
                          <a16:creationId xmlns:a16="http://schemas.microsoft.com/office/drawing/2014/main" id="{4A938572-1EA6-674A-918D-A77DB50C13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6" name="Straight Connector 3175">
                      <a:extLst>
                        <a:ext uri="{FF2B5EF4-FFF2-40B4-BE49-F238E27FC236}">
                          <a16:creationId xmlns:a16="http://schemas.microsoft.com/office/drawing/2014/main" id="{C7820144-3B00-614A-BB53-028F08EFE7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7" name="Straight Connector 3176">
                      <a:extLst>
                        <a:ext uri="{FF2B5EF4-FFF2-40B4-BE49-F238E27FC236}">
                          <a16:creationId xmlns:a16="http://schemas.microsoft.com/office/drawing/2014/main" id="{A43BDE80-E26C-FA49-A090-53517772200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8" name="Straight Connector 3177">
                      <a:extLst>
                        <a:ext uri="{FF2B5EF4-FFF2-40B4-BE49-F238E27FC236}">
                          <a16:creationId xmlns:a16="http://schemas.microsoft.com/office/drawing/2014/main" id="{BFF22FBD-162C-3E42-9DAB-30917563C31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9" name="Straight Connector 3178">
                      <a:extLst>
                        <a:ext uri="{FF2B5EF4-FFF2-40B4-BE49-F238E27FC236}">
                          <a16:creationId xmlns:a16="http://schemas.microsoft.com/office/drawing/2014/main" id="{5A8F71D6-86E4-6844-9E2C-58C60034041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0" name="Straight Connector 3179">
                      <a:extLst>
                        <a:ext uri="{FF2B5EF4-FFF2-40B4-BE49-F238E27FC236}">
                          <a16:creationId xmlns:a16="http://schemas.microsoft.com/office/drawing/2014/main" id="{76B88A27-6431-3C47-AC60-A7FDC77002C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1" name="Straight Connector 3180">
                      <a:extLst>
                        <a:ext uri="{FF2B5EF4-FFF2-40B4-BE49-F238E27FC236}">
                          <a16:creationId xmlns:a16="http://schemas.microsoft.com/office/drawing/2014/main" id="{FB649DFB-2AD0-FE42-BF68-6266BF1288E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2" name="Straight Connector 3181">
                      <a:extLst>
                        <a:ext uri="{FF2B5EF4-FFF2-40B4-BE49-F238E27FC236}">
                          <a16:creationId xmlns:a16="http://schemas.microsoft.com/office/drawing/2014/main" id="{1806BB2A-2345-5449-99DE-8694516B40E7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83" name="Group 3182">
                      <a:extLst>
                        <a:ext uri="{FF2B5EF4-FFF2-40B4-BE49-F238E27FC236}">
                          <a16:creationId xmlns:a16="http://schemas.microsoft.com/office/drawing/2014/main" id="{E19ED41B-D864-944A-8F4B-E77124A2E8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84" name="Rectangle 3183">
                        <a:extLst>
                          <a:ext uri="{FF2B5EF4-FFF2-40B4-BE49-F238E27FC236}">
                            <a16:creationId xmlns:a16="http://schemas.microsoft.com/office/drawing/2014/main" id="{636C6D3C-DECC-6E49-9F2A-48163DC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85" name="Freeform 3184">
                        <a:extLst>
                          <a:ext uri="{FF2B5EF4-FFF2-40B4-BE49-F238E27FC236}">
                            <a16:creationId xmlns:a16="http://schemas.microsoft.com/office/drawing/2014/main" id="{32CAE1C1-A730-274E-A267-812AE56C4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86" name="Group 3185">
                        <a:extLst>
                          <a:ext uri="{FF2B5EF4-FFF2-40B4-BE49-F238E27FC236}">
                            <a16:creationId xmlns:a16="http://schemas.microsoft.com/office/drawing/2014/main" id="{48365091-0260-EF40-806A-5E306D8DE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87" name="Freeform 3186">
                          <a:extLst>
                            <a:ext uri="{FF2B5EF4-FFF2-40B4-BE49-F238E27FC236}">
                              <a16:creationId xmlns:a16="http://schemas.microsoft.com/office/drawing/2014/main" id="{E20D843B-CEEF-A845-B2BF-E14AA3BC3A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8" name="Freeform 3187">
                          <a:extLst>
                            <a:ext uri="{FF2B5EF4-FFF2-40B4-BE49-F238E27FC236}">
                              <a16:creationId xmlns:a16="http://schemas.microsoft.com/office/drawing/2014/main" id="{7FA9B4FB-1817-EB40-B42C-B97AFA78D6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9" name="Freeform 3188">
                          <a:extLst>
                            <a:ext uri="{FF2B5EF4-FFF2-40B4-BE49-F238E27FC236}">
                              <a16:creationId xmlns:a16="http://schemas.microsoft.com/office/drawing/2014/main" id="{632400AC-89E1-6C45-83FD-001FC43195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90" name="Freeform 3189">
                          <a:extLst>
                            <a:ext uri="{FF2B5EF4-FFF2-40B4-BE49-F238E27FC236}">
                              <a16:creationId xmlns:a16="http://schemas.microsoft.com/office/drawing/2014/main" id="{C1331FF9-69BE-8749-98CA-3912CAA1DD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8" name="Group 3107">
                    <a:extLst>
                      <a:ext uri="{FF2B5EF4-FFF2-40B4-BE49-F238E27FC236}">
                        <a16:creationId xmlns:a16="http://schemas.microsoft.com/office/drawing/2014/main" id="{35444544-B95F-0142-B281-D38D733D8463}"/>
                      </a:ext>
                    </a:extLst>
                  </p:cNvPr>
                  <p:cNvGrpSpPr/>
                  <p:nvPr/>
                </p:nvGrpSpPr>
                <p:grpSpPr>
                  <a:xfrm>
                    <a:off x="7042661" y="4496514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10" name="Group 506">
                      <a:extLst>
                        <a:ext uri="{FF2B5EF4-FFF2-40B4-BE49-F238E27FC236}">
                          <a16:creationId xmlns:a16="http://schemas.microsoft.com/office/drawing/2014/main" id="{358934E8-4751-004A-925B-73164D6EF9F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32" name="Rectangle 3131">
                        <a:extLst>
                          <a:ext uri="{FF2B5EF4-FFF2-40B4-BE49-F238E27FC236}">
                            <a16:creationId xmlns:a16="http://schemas.microsoft.com/office/drawing/2014/main" id="{9D372FF4-A547-8F41-8701-401C5DA6DB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3" name="Straight Connector 3132">
                        <a:extLst>
                          <a:ext uri="{FF2B5EF4-FFF2-40B4-BE49-F238E27FC236}">
                            <a16:creationId xmlns:a16="http://schemas.microsoft.com/office/drawing/2014/main" id="{D591FAEC-8C3A-0141-843C-198B44BB7AF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4" name="Rectangle 3133">
                        <a:extLst>
                          <a:ext uri="{FF2B5EF4-FFF2-40B4-BE49-F238E27FC236}">
                            <a16:creationId xmlns:a16="http://schemas.microsoft.com/office/drawing/2014/main" id="{79FF2312-86B8-D74E-B3F8-2426FD6B54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5" name="Straight Connector 3134">
                        <a:extLst>
                          <a:ext uri="{FF2B5EF4-FFF2-40B4-BE49-F238E27FC236}">
                            <a16:creationId xmlns:a16="http://schemas.microsoft.com/office/drawing/2014/main" id="{DDAA3A85-7AAA-D848-B8E5-4F5A3B4F7B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6" name="Rectangle 3135">
                        <a:extLst>
                          <a:ext uri="{FF2B5EF4-FFF2-40B4-BE49-F238E27FC236}">
                            <a16:creationId xmlns:a16="http://schemas.microsoft.com/office/drawing/2014/main" id="{0B1D241F-F4CA-5143-8EB0-421078A7DC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37" name="Rectangle 3136">
                        <a:extLst>
                          <a:ext uri="{FF2B5EF4-FFF2-40B4-BE49-F238E27FC236}">
                            <a16:creationId xmlns:a16="http://schemas.microsoft.com/office/drawing/2014/main" id="{72AC06DB-2331-E644-9708-7C82518A64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8" name="Straight Connector 3137">
                        <a:extLst>
                          <a:ext uri="{FF2B5EF4-FFF2-40B4-BE49-F238E27FC236}">
                            <a16:creationId xmlns:a16="http://schemas.microsoft.com/office/drawing/2014/main" id="{CC0C3D13-A0A8-0C4C-A22E-E4ED66EA63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39" name="Group 544">
                        <a:extLst>
                          <a:ext uri="{FF2B5EF4-FFF2-40B4-BE49-F238E27FC236}">
                            <a16:creationId xmlns:a16="http://schemas.microsoft.com/office/drawing/2014/main" id="{8D8BA66B-AA9D-824E-95B0-162026A00FA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7" name="Straight Connector 3166">
                          <a:extLst>
                            <a:ext uri="{FF2B5EF4-FFF2-40B4-BE49-F238E27FC236}">
                              <a16:creationId xmlns:a16="http://schemas.microsoft.com/office/drawing/2014/main" id="{C02E7273-F8C9-4947-A8DD-075030D9B0A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8" name="Straight Connector 3167">
                          <a:extLst>
                            <a:ext uri="{FF2B5EF4-FFF2-40B4-BE49-F238E27FC236}">
                              <a16:creationId xmlns:a16="http://schemas.microsoft.com/office/drawing/2014/main" id="{684D692A-EAC6-C445-B887-1550F4E8FB6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0" name="Group 547">
                        <a:extLst>
                          <a:ext uri="{FF2B5EF4-FFF2-40B4-BE49-F238E27FC236}">
                            <a16:creationId xmlns:a16="http://schemas.microsoft.com/office/drawing/2014/main" id="{279D45EE-4027-174A-845A-0C5FE4491AF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5" name="Straight Connector 3164">
                          <a:extLst>
                            <a:ext uri="{FF2B5EF4-FFF2-40B4-BE49-F238E27FC236}">
                              <a16:creationId xmlns:a16="http://schemas.microsoft.com/office/drawing/2014/main" id="{6011842E-B5F4-4D40-A3A3-C6D2BA0CED8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6" name="Straight Connector 3165">
                          <a:extLst>
                            <a:ext uri="{FF2B5EF4-FFF2-40B4-BE49-F238E27FC236}">
                              <a16:creationId xmlns:a16="http://schemas.microsoft.com/office/drawing/2014/main" id="{A3E46109-01A7-C346-B8DC-3F45382EE69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1" name="Group 549">
                        <a:extLst>
                          <a:ext uri="{FF2B5EF4-FFF2-40B4-BE49-F238E27FC236}">
                            <a16:creationId xmlns:a16="http://schemas.microsoft.com/office/drawing/2014/main" id="{45BC1706-508A-B245-BE6B-87B532A3A2D0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3" name="Straight Connector 3162">
                          <a:extLst>
                            <a:ext uri="{FF2B5EF4-FFF2-40B4-BE49-F238E27FC236}">
                              <a16:creationId xmlns:a16="http://schemas.microsoft.com/office/drawing/2014/main" id="{1B8CAA31-0947-C242-A60E-C3CA4B58420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4" name="Straight Connector 3163">
                          <a:extLst>
                            <a:ext uri="{FF2B5EF4-FFF2-40B4-BE49-F238E27FC236}">
                              <a16:creationId xmlns:a16="http://schemas.microsoft.com/office/drawing/2014/main" id="{BBBDF49E-EBF7-EF48-8F9C-9832270091A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2" name="Group 550">
                        <a:extLst>
                          <a:ext uri="{FF2B5EF4-FFF2-40B4-BE49-F238E27FC236}">
                            <a16:creationId xmlns:a16="http://schemas.microsoft.com/office/drawing/2014/main" id="{9D512DD7-6069-1F4C-B119-316E85265B7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1" name="Straight Connector 3160">
                          <a:extLst>
                            <a:ext uri="{FF2B5EF4-FFF2-40B4-BE49-F238E27FC236}">
                              <a16:creationId xmlns:a16="http://schemas.microsoft.com/office/drawing/2014/main" id="{4904BD71-BBDC-F447-BA8D-F41384B1ECB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2" name="Straight Connector 3161">
                          <a:extLst>
                            <a:ext uri="{FF2B5EF4-FFF2-40B4-BE49-F238E27FC236}">
                              <a16:creationId xmlns:a16="http://schemas.microsoft.com/office/drawing/2014/main" id="{DBD07B7B-C915-5040-BF22-2F808E260E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3" name="Group 551">
                        <a:extLst>
                          <a:ext uri="{FF2B5EF4-FFF2-40B4-BE49-F238E27FC236}">
                            <a16:creationId xmlns:a16="http://schemas.microsoft.com/office/drawing/2014/main" id="{7DF86F74-1ABC-B248-A3F3-53CC92AB0DD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9" name="Straight Connector 3158">
                          <a:extLst>
                            <a:ext uri="{FF2B5EF4-FFF2-40B4-BE49-F238E27FC236}">
                              <a16:creationId xmlns:a16="http://schemas.microsoft.com/office/drawing/2014/main" id="{46BFD12B-66F5-FD4A-A0D1-FB7D132BBE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0" name="Straight Connector 3159">
                          <a:extLst>
                            <a:ext uri="{FF2B5EF4-FFF2-40B4-BE49-F238E27FC236}">
                              <a16:creationId xmlns:a16="http://schemas.microsoft.com/office/drawing/2014/main" id="{489CE656-94CF-1A4F-896F-9DFA206795D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4" name="Group 552">
                        <a:extLst>
                          <a:ext uri="{FF2B5EF4-FFF2-40B4-BE49-F238E27FC236}">
                            <a16:creationId xmlns:a16="http://schemas.microsoft.com/office/drawing/2014/main" id="{875F9BDA-E6AC-D142-A172-BF902BBD4F4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7" name="Straight Connector 3156">
                          <a:extLst>
                            <a:ext uri="{FF2B5EF4-FFF2-40B4-BE49-F238E27FC236}">
                              <a16:creationId xmlns:a16="http://schemas.microsoft.com/office/drawing/2014/main" id="{12ED5C0E-A86C-D14D-A908-B908AEF0146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8" name="Straight Connector 3157">
                          <a:extLst>
                            <a:ext uri="{FF2B5EF4-FFF2-40B4-BE49-F238E27FC236}">
                              <a16:creationId xmlns:a16="http://schemas.microsoft.com/office/drawing/2014/main" id="{7D7BE3D1-CA4E-404E-9082-78A518EEF63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5" name="Group 555">
                        <a:extLst>
                          <a:ext uri="{FF2B5EF4-FFF2-40B4-BE49-F238E27FC236}">
                            <a16:creationId xmlns:a16="http://schemas.microsoft.com/office/drawing/2014/main" id="{0D8C8132-AEBF-E746-B8B4-4D27770FF96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5" name="Straight Connector 3154">
                          <a:extLst>
                            <a:ext uri="{FF2B5EF4-FFF2-40B4-BE49-F238E27FC236}">
                              <a16:creationId xmlns:a16="http://schemas.microsoft.com/office/drawing/2014/main" id="{3E65382F-2BFA-4148-9DAA-EA98081A628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6" name="Straight Connector 3155">
                          <a:extLst>
                            <a:ext uri="{FF2B5EF4-FFF2-40B4-BE49-F238E27FC236}">
                              <a16:creationId xmlns:a16="http://schemas.microsoft.com/office/drawing/2014/main" id="{42F8F43B-E53D-D84C-A156-D22C14FF0A3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6" name="Group 556">
                        <a:extLst>
                          <a:ext uri="{FF2B5EF4-FFF2-40B4-BE49-F238E27FC236}">
                            <a16:creationId xmlns:a16="http://schemas.microsoft.com/office/drawing/2014/main" id="{3B7B0F60-8548-A541-9366-38089FD6268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3" name="Straight Connector 3152">
                          <a:extLst>
                            <a:ext uri="{FF2B5EF4-FFF2-40B4-BE49-F238E27FC236}">
                              <a16:creationId xmlns:a16="http://schemas.microsoft.com/office/drawing/2014/main" id="{1655A32B-718D-EC4F-967C-3E6690F6301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4" name="Straight Connector 3153">
                          <a:extLst>
                            <a:ext uri="{FF2B5EF4-FFF2-40B4-BE49-F238E27FC236}">
                              <a16:creationId xmlns:a16="http://schemas.microsoft.com/office/drawing/2014/main" id="{5C778421-D5BD-DF4A-A1F9-79F9B8C54123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7" name="Group 557">
                        <a:extLst>
                          <a:ext uri="{FF2B5EF4-FFF2-40B4-BE49-F238E27FC236}">
                            <a16:creationId xmlns:a16="http://schemas.microsoft.com/office/drawing/2014/main" id="{A7DF4D00-80B6-634F-87FF-40CB6C69FFE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1" name="Straight Connector 3150">
                          <a:extLst>
                            <a:ext uri="{FF2B5EF4-FFF2-40B4-BE49-F238E27FC236}">
                              <a16:creationId xmlns:a16="http://schemas.microsoft.com/office/drawing/2014/main" id="{EEAC7DC1-0F67-224D-A098-4376F3CE9C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2" name="Straight Connector 3151">
                          <a:extLst>
                            <a:ext uri="{FF2B5EF4-FFF2-40B4-BE49-F238E27FC236}">
                              <a16:creationId xmlns:a16="http://schemas.microsoft.com/office/drawing/2014/main" id="{9FB8339E-64F5-224E-A427-73E661E6773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8" name="Group 558">
                        <a:extLst>
                          <a:ext uri="{FF2B5EF4-FFF2-40B4-BE49-F238E27FC236}">
                            <a16:creationId xmlns:a16="http://schemas.microsoft.com/office/drawing/2014/main" id="{926FE5E5-802C-7143-918B-5A89CDD2E44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49" name="Straight Connector 3148">
                          <a:extLst>
                            <a:ext uri="{FF2B5EF4-FFF2-40B4-BE49-F238E27FC236}">
                              <a16:creationId xmlns:a16="http://schemas.microsoft.com/office/drawing/2014/main" id="{E18728B7-0B7E-574C-A830-F2FCD78A52C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0" name="Straight Connector 3149">
                          <a:extLst>
                            <a:ext uri="{FF2B5EF4-FFF2-40B4-BE49-F238E27FC236}">
                              <a16:creationId xmlns:a16="http://schemas.microsoft.com/office/drawing/2014/main" id="{92BC16EB-0433-EF4C-AC2D-8518CC1601D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11" name="Straight Connector 3110">
                      <a:extLst>
                        <a:ext uri="{FF2B5EF4-FFF2-40B4-BE49-F238E27FC236}">
                          <a16:creationId xmlns:a16="http://schemas.microsoft.com/office/drawing/2014/main" id="{B2B18D63-E74A-C54D-8A6A-79B601ECC2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2" name="Straight Connector 3111">
                      <a:extLst>
                        <a:ext uri="{FF2B5EF4-FFF2-40B4-BE49-F238E27FC236}">
                          <a16:creationId xmlns:a16="http://schemas.microsoft.com/office/drawing/2014/main" id="{5D96C1EC-D040-C346-AC95-B04BD4CD5BA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3" name="Straight Connector 3112">
                      <a:extLst>
                        <a:ext uri="{FF2B5EF4-FFF2-40B4-BE49-F238E27FC236}">
                          <a16:creationId xmlns:a16="http://schemas.microsoft.com/office/drawing/2014/main" id="{E2A7B5AF-B2AD-B24E-A88A-D0F600BAA2B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4" name="Straight Connector 3113">
                      <a:extLst>
                        <a:ext uri="{FF2B5EF4-FFF2-40B4-BE49-F238E27FC236}">
                          <a16:creationId xmlns:a16="http://schemas.microsoft.com/office/drawing/2014/main" id="{1AA66152-CC0E-B243-B92A-6A413AEE7E6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5" name="Straight Connector 3114">
                      <a:extLst>
                        <a:ext uri="{FF2B5EF4-FFF2-40B4-BE49-F238E27FC236}">
                          <a16:creationId xmlns:a16="http://schemas.microsoft.com/office/drawing/2014/main" id="{8235FEAB-1C04-484D-8E5C-C3B3007E6F6A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6" name="Straight Connector 3115">
                      <a:extLst>
                        <a:ext uri="{FF2B5EF4-FFF2-40B4-BE49-F238E27FC236}">
                          <a16:creationId xmlns:a16="http://schemas.microsoft.com/office/drawing/2014/main" id="{24CC75EC-34EA-E843-A47B-579AAA26E22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7" name="Straight Connector 3116">
                      <a:extLst>
                        <a:ext uri="{FF2B5EF4-FFF2-40B4-BE49-F238E27FC236}">
                          <a16:creationId xmlns:a16="http://schemas.microsoft.com/office/drawing/2014/main" id="{1B96616F-7D96-1D4E-B6F7-D5ACB424A74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8" name="Straight Connector 3117">
                      <a:extLst>
                        <a:ext uri="{FF2B5EF4-FFF2-40B4-BE49-F238E27FC236}">
                          <a16:creationId xmlns:a16="http://schemas.microsoft.com/office/drawing/2014/main" id="{6057D788-5072-ED41-AFB0-FFBC1DBED22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9" name="Straight Connector 3118">
                      <a:extLst>
                        <a:ext uri="{FF2B5EF4-FFF2-40B4-BE49-F238E27FC236}">
                          <a16:creationId xmlns:a16="http://schemas.microsoft.com/office/drawing/2014/main" id="{0AF7711E-8ABF-1D48-8046-8B19AF8190B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0" name="Straight Connector 3119">
                      <a:extLst>
                        <a:ext uri="{FF2B5EF4-FFF2-40B4-BE49-F238E27FC236}">
                          <a16:creationId xmlns:a16="http://schemas.microsoft.com/office/drawing/2014/main" id="{F71BE891-1D82-E848-8D77-F4AC37CE5B17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1" name="Straight Connector 3120">
                      <a:extLst>
                        <a:ext uri="{FF2B5EF4-FFF2-40B4-BE49-F238E27FC236}">
                          <a16:creationId xmlns:a16="http://schemas.microsoft.com/office/drawing/2014/main" id="{1FF61957-9D2B-CF45-94F9-99430109DE0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2" name="Straight Connector 3121">
                      <a:extLst>
                        <a:ext uri="{FF2B5EF4-FFF2-40B4-BE49-F238E27FC236}">
                          <a16:creationId xmlns:a16="http://schemas.microsoft.com/office/drawing/2014/main" id="{F28064E9-83A4-D14C-B5CA-B3CF4A6B16F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3" name="Straight Connector 3122">
                      <a:extLst>
                        <a:ext uri="{FF2B5EF4-FFF2-40B4-BE49-F238E27FC236}">
                          <a16:creationId xmlns:a16="http://schemas.microsoft.com/office/drawing/2014/main" id="{AB6556A3-918A-B94B-B6FF-FE5B93917283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24" name="Group 3123">
                      <a:extLst>
                        <a:ext uri="{FF2B5EF4-FFF2-40B4-BE49-F238E27FC236}">
                          <a16:creationId xmlns:a16="http://schemas.microsoft.com/office/drawing/2014/main" id="{7903D5A3-B154-FB4C-BAE5-4CA064A556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25" name="Rectangle 3124">
                        <a:extLst>
                          <a:ext uri="{FF2B5EF4-FFF2-40B4-BE49-F238E27FC236}">
                            <a16:creationId xmlns:a16="http://schemas.microsoft.com/office/drawing/2014/main" id="{6890FF95-0850-B640-BA36-B75908ECF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26" name="Freeform 3125">
                        <a:extLst>
                          <a:ext uri="{FF2B5EF4-FFF2-40B4-BE49-F238E27FC236}">
                            <a16:creationId xmlns:a16="http://schemas.microsoft.com/office/drawing/2014/main" id="{DD12B263-45D0-6343-AEEA-1B65C71026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27" name="Group 3126">
                        <a:extLst>
                          <a:ext uri="{FF2B5EF4-FFF2-40B4-BE49-F238E27FC236}">
                            <a16:creationId xmlns:a16="http://schemas.microsoft.com/office/drawing/2014/main" id="{EC791D1D-A2D6-A843-B10D-B27843FCBB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28" name="Freeform 3127">
                          <a:extLst>
                            <a:ext uri="{FF2B5EF4-FFF2-40B4-BE49-F238E27FC236}">
                              <a16:creationId xmlns:a16="http://schemas.microsoft.com/office/drawing/2014/main" id="{B375F6D4-3F21-204B-8478-119DC24CBB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29" name="Freeform 3128">
                          <a:extLst>
                            <a:ext uri="{FF2B5EF4-FFF2-40B4-BE49-F238E27FC236}">
                              <a16:creationId xmlns:a16="http://schemas.microsoft.com/office/drawing/2014/main" id="{336E114E-5206-9441-92A3-58BADADFBC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0" name="Freeform 3129">
                          <a:extLst>
                            <a:ext uri="{FF2B5EF4-FFF2-40B4-BE49-F238E27FC236}">
                              <a16:creationId xmlns:a16="http://schemas.microsoft.com/office/drawing/2014/main" id="{546CFBCA-F880-BA47-AEAB-90E707A13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1" name="Freeform 3130">
                          <a:extLst>
                            <a:ext uri="{FF2B5EF4-FFF2-40B4-BE49-F238E27FC236}">
                              <a16:creationId xmlns:a16="http://schemas.microsoft.com/office/drawing/2014/main" id="{E6924584-24D3-CA45-90F8-00CAABDABB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sp>
                <p:nvSpPr>
                  <p:cNvPr id="3109" name="TextBox 3108">
                    <a:extLst>
                      <a:ext uri="{FF2B5EF4-FFF2-40B4-BE49-F238E27FC236}">
                        <a16:creationId xmlns:a16="http://schemas.microsoft.com/office/drawing/2014/main" id="{A2673FF9-D4DA-B54A-B67D-536A8F3A8181}"/>
                      </a:ext>
                    </a:extLst>
                  </p:cNvPr>
                  <p:cNvSpPr txBox="1"/>
                  <p:nvPr/>
                </p:nvSpPr>
                <p:spPr>
                  <a:xfrm>
                    <a:off x="7175036" y="4021359"/>
                    <a:ext cx="343364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…</a:t>
                    </a:r>
                  </a:p>
                </p:txBody>
              </p:sp>
            </p:grpSp>
            <p:sp>
              <p:nvSpPr>
                <p:cNvPr id="3103" name="TextBox 3102">
                  <a:extLst>
                    <a:ext uri="{FF2B5EF4-FFF2-40B4-BE49-F238E27FC236}">
                      <a16:creationId xmlns:a16="http://schemas.microsoft.com/office/drawing/2014/main" id="{0CA47F2A-4B4B-9241-9A6A-1D3EC98E9359}"/>
                    </a:ext>
                  </a:extLst>
                </p:cNvPr>
                <p:cNvSpPr txBox="1"/>
                <p:nvPr/>
              </p:nvSpPr>
              <p:spPr>
                <a:xfrm>
                  <a:off x="7270703" y="48278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</p:grp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0AAE6749-1F27-E141-A463-E4C3C5B4B453}"/>
                </a:ext>
              </a:extLst>
            </p:cNvPr>
            <p:cNvGrpSpPr/>
            <p:nvPr/>
          </p:nvGrpSpPr>
          <p:grpSpPr>
            <a:xfrm>
              <a:off x="1017496" y="2600174"/>
              <a:ext cx="4405604" cy="990932"/>
              <a:chOff x="788896" y="6230880"/>
              <a:chExt cx="4405604" cy="990932"/>
            </a:xfrm>
          </p:grpSpPr>
          <p:grpSp>
            <p:nvGrpSpPr>
              <p:cNvPr id="3058" name="Group 3057">
                <a:extLst>
                  <a:ext uri="{FF2B5EF4-FFF2-40B4-BE49-F238E27FC236}">
                    <a16:creationId xmlns:a16="http://schemas.microsoft.com/office/drawing/2014/main" id="{00D5664A-A1F0-A949-A8CA-655401E4D4CB}"/>
                  </a:ext>
                </a:extLst>
              </p:cNvPr>
              <p:cNvGrpSpPr/>
              <p:nvPr/>
            </p:nvGrpSpPr>
            <p:grpSpPr>
              <a:xfrm>
                <a:off x="1244508" y="6689164"/>
                <a:ext cx="3949992" cy="532648"/>
                <a:chOff x="1432767" y="3085352"/>
                <a:chExt cx="3949992" cy="532648"/>
              </a:xfrm>
            </p:grpSpPr>
            <p:cxnSp>
              <p:nvCxnSpPr>
                <p:cNvPr id="3083" name="Straight Connector 3082">
                  <a:extLst>
                    <a:ext uri="{FF2B5EF4-FFF2-40B4-BE49-F238E27FC236}">
                      <a16:creationId xmlns:a16="http://schemas.microsoft.com/office/drawing/2014/main" id="{175D2943-8C53-B846-A1FB-8D093DB37E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264355" y="3086100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4" name="Straight Connector 3083">
                  <a:extLst>
                    <a:ext uri="{FF2B5EF4-FFF2-40B4-BE49-F238E27FC236}">
                      <a16:creationId xmlns:a16="http://schemas.microsoft.com/office/drawing/2014/main" id="{E1669996-7B56-F74E-875E-35BCD5F4FFBF}"/>
                    </a:ext>
                  </a:extLst>
                </p:cNvPr>
                <p:cNvCxnSpPr/>
                <p:nvPr/>
              </p:nvCxnSpPr>
              <p:spPr bwMode="auto">
                <a:xfrm flipH="1">
                  <a:off x="1432767" y="3085352"/>
                  <a:ext cx="1588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5" name="Straight Connector 3084">
                  <a:extLst>
                    <a:ext uri="{FF2B5EF4-FFF2-40B4-BE49-F238E27FC236}">
                      <a16:creationId xmlns:a16="http://schemas.microsoft.com/office/drawing/2014/main" id="{335C4751-6134-4445-9E05-74D8E7B3B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3010952" y="3094877"/>
                  <a:ext cx="0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6" name="Straight Connector 3085">
                  <a:extLst>
                    <a:ext uri="{FF2B5EF4-FFF2-40B4-BE49-F238E27FC236}">
                      <a16:creationId xmlns:a16="http://schemas.microsoft.com/office/drawing/2014/main" id="{8D139D2E-1302-7546-B462-A18F974358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588152" y="3086100"/>
                  <a:ext cx="1587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7" name="Straight Connector 3086">
                  <a:extLst>
                    <a:ext uri="{FF2B5EF4-FFF2-40B4-BE49-F238E27FC236}">
                      <a16:creationId xmlns:a16="http://schemas.microsoft.com/office/drawing/2014/main" id="{2FFC66DB-3A85-8B4A-9B1C-1731B6A99D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502755" y="3091702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8" name="Straight Connector 3087">
                  <a:extLst>
                    <a:ext uri="{FF2B5EF4-FFF2-40B4-BE49-F238E27FC236}">
                      <a16:creationId xmlns:a16="http://schemas.microsoft.com/office/drawing/2014/main" id="{6E69E744-CB08-3B4A-8FCA-762DD1B588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050155" y="3091702"/>
                  <a:ext cx="1417185" cy="5262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9" name="Straight Connector 3088">
                  <a:extLst>
                    <a:ext uri="{FF2B5EF4-FFF2-40B4-BE49-F238E27FC236}">
                      <a16:creationId xmlns:a16="http://schemas.microsoft.com/office/drawing/2014/main" id="{914D49B1-78BD-974C-929D-9FC4209A92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4780206" y="3340359"/>
                  <a:ext cx="565231" cy="25215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0" name="Straight Connector 3089">
                  <a:extLst>
                    <a:ext uri="{FF2B5EF4-FFF2-40B4-BE49-F238E27FC236}">
                      <a16:creationId xmlns:a16="http://schemas.microsoft.com/office/drawing/2014/main" id="{95EC5C6D-551C-4E4D-9005-48004A15BD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632664" y="3086100"/>
                  <a:ext cx="2609091" cy="473152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1" name="Straight Connector 3090">
                  <a:extLst>
                    <a:ext uri="{FF2B5EF4-FFF2-40B4-BE49-F238E27FC236}">
                      <a16:creationId xmlns:a16="http://schemas.microsoft.com/office/drawing/2014/main" id="{A8B61312-24A5-024A-A25D-9EFB96E317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0270" y="3253273"/>
                  <a:ext cx="2052963" cy="33434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2" name="Straight Connector 3091">
                  <a:extLst>
                    <a:ext uri="{FF2B5EF4-FFF2-40B4-BE49-F238E27FC236}">
                      <a16:creationId xmlns:a16="http://schemas.microsoft.com/office/drawing/2014/main" id="{9572A0D5-D9AB-0744-A8D3-12C2CD41D5A3}"/>
                    </a:ext>
                  </a:extLst>
                </p:cNvPr>
                <p:cNvCxnSpPr>
                  <a:cxnSpLocks/>
                  <a:endCxn id="1226" idx="3"/>
                </p:cNvCxnSpPr>
                <p:nvPr/>
              </p:nvCxnSpPr>
              <p:spPr bwMode="auto">
                <a:xfrm flipH="1">
                  <a:off x="1802901" y="3147527"/>
                  <a:ext cx="3530096" cy="40763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3" name="Straight Connector 3092">
                  <a:extLst>
                    <a:ext uri="{FF2B5EF4-FFF2-40B4-BE49-F238E27FC236}">
                      <a16:creationId xmlns:a16="http://schemas.microsoft.com/office/drawing/2014/main" id="{9D6AE407-46DB-C54E-9BE2-22612E83F8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44739" y="3093289"/>
                  <a:ext cx="1552575" cy="51752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4" name="Straight Connector 3093">
                  <a:extLst>
                    <a:ext uri="{FF2B5EF4-FFF2-40B4-BE49-F238E27FC236}">
                      <a16:creationId xmlns:a16="http://schemas.microsoft.com/office/drawing/2014/main" id="{26B54E90-78AC-0940-ABE4-C07F7CD72499}"/>
                    </a:ext>
                  </a:extLst>
                </p:cNvPr>
                <p:cNvCxnSpPr/>
                <p:nvPr/>
              </p:nvCxnSpPr>
              <p:spPr bwMode="auto">
                <a:xfrm>
                  <a:off x="1585177" y="3086100"/>
                  <a:ext cx="3014662" cy="52546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5" name="Straight Connector 3094">
                  <a:extLst>
                    <a:ext uri="{FF2B5EF4-FFF2-40B4-BE49-F238E27FC236}">
                      <a16:creationId xmlns:a16="http://schemas.microsoft.com/office/drawing/2014/main" id="{BB355839-A2DA-7542-A1F0-8B638010C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650240" y="3086100"/>
                  <a:ext cx="3682756" cy="484414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6" name="Straight Connector 3095">
                  <a:extLst>
                    <a:ext uri="{FF2B5EF4-FFF2-40B4-BE49-F238E27FC236}">
                      <a16:creationId xmlns:a16="http://schemas.microsoft.com/office/drawing/2014/main" id="{AFF83015-517B-0142-B53B-7B3124729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4665026" y="3086101"/>
                  <a:ext cx="674190" cy="20449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7" name="Straight Connector 3096">
                  <a:extLst>
                    <a:ext uri="{FF2B5EF4-FFF2-40B4-BE49-F238E27FC236}">
                      <a16:creationId xmlns:a16="http://schemas.microsoft.com/office/drawing/2014/main" id="{4F8B8893-E4D1-1840-8A4B-BE3FD3DCBA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9946" y="3086100"/>
                  <a:ext cx="1962813" cy="36622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59" name="Group 3058">
                <a:extLst>
                  <a:ext uri="{FF2B5EF4-FFF2-40B4-BE49-F238E27FC236}">
                    <a16:creationId xmlns:a16="http://schemas.microsoft.com/office/drawing/2014/main" id="{3140D7AC-6ED1-9A44-BA2E-47D7D7C6E0C8}"/>
                  </a:ext>
                </a:extLst>
              </p:cNvPr>
              <p:cNvGrpSpPr/>
              <p:nvPr/>
            </p:nvGrpSpPr>
            <p:grpSpPr>
              <a:xfrm>
                <a:off x="788896" y="6230951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76" name="Rectangle 3075">
                  <a:extLst>
                    <a:ext uri="{FF2B5EF4-FFF2-40B4-BE49-F238E27FC236}">
                      <a16:creationId xmlns:a16="http://schemas.microsoft.com/office/drawing/2014/main" id="{65F2DD55-41FC-F14A-AD4D-2F8C30E94131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7" name="Freeform 3076">
                  <a:extLst>
                    <a:ext uri="{FF2B5EF4-FFF2-40B4-BE49-F238E27FC236}">
                      <a16:creationId xmlns:a16="http://schemas.microsoft.com/office/drawing/2014/main" id="{D0E35A57-DF1E-AA49-984F-36CCA7C9EEB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8" name="Group 3077">
                  <a:extLst>
                    <a:ext uri="{FF2B5EF4-FFF2-40B4-BE49-F238E27FC236}">
                      <a16:creationId xmlns:a16="http://schemas.microsoft.com/office/drawing/2014/main" id="{B529F89C-3BA9-AE40-A981-7B14BC160CC4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9" name="Freeform 3078">
                    <a:extLst>
                      <a:ext uri="{FF2B5EF4-FFF2-40B4-BE49-F238E27FC236}">
                        <a16:creationId xmlns:a16="http://schemas.microsoft.com/office/drawing/2014/main" id="{F2874D99-BA7D-844E-9F8D-094E4757A8CE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0" name="Freeform 3079">
                    <a:extLst>
                      <a:ext uri="{FF2B5EF4-FFF2-40B4-BE49-F238E27FC236}">
                        <a16:creationId xmlns:a16="http://schemas.microsoft.com/office/drawing/2014/main" id="{7C73F02C-1F19-154A-9E93-AE6CED05F6F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1" name="Freeform 3080">
                    <a:extLst>
                      <a:ext uri="{FF2B5EF4-FFF2-40B4-BE49-F238E27FC236}">
                        <a16:creationId xmlns:a16="http://schemas.microsoft.com/office/drawing/2014/main" id="{D8E386A9-FF6E-BF45-8B50-812AE75B52D0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2" name="Freeform 3081">
                    <a:extLst>
                      <a:ext uri="{FF2B5EF4-FFF2-40B4-BE49-F238E27FC236}">
                        <a16:creationId xmlns:a16="http://schemas.microsoft.com/office/drawing/2014/main" id="{74DDB5D4-4E2B-FB45-9880-D20DB776284E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0" name="Group 3059">
                <a:extLst>
                  <a:ext uri="{FF2B5EF4-FFF2-40B4-BE49-F238E27FC236}">
                    <a16:creationId xmlns:a16="http://schemas.microsoft.com/office/drawing/2014/main" id="{BC869BBF-206C-7241-AFC1-DE22F47AB04D}"/>
                  </a:ext>
                </a:extLst>
              </p:cNvPr>
              <p:cNvGrpSpPr/>
              <p:nvPr/>
            </p:nvGrpSpPr>
            <p:grpSpPr>
              <a:xfrm>
                <a:off x="2375579" y="62308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9" name="Rectangle 3068">
                  <a:extLst>
                    <a:ext uri="{FF2B5EF4-FFF2-40B4-BE49-F238E27FC236}">
                      <a16:creationId xmlns:a16="http://schemas.microsoft.com/office/drawing/2014/main" id="{1FF3ED74-7BF9-E24B-9C34-9A401E0C926F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0" name="Freeform 3069">
                  <a:extLst>
                    <a:ext uri="{FF2B5EF4-FFF2-40B4-BE49-F238E27FC236}">
                      <a16:creationId xmlns:a16="http://schemas.microsoft.com/office/drawing/2014/main" id="{CA370EC7-DF7B-5D46-9712-C639D9F18EA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1" name="Group 3070">
                  <a:extLst>
                    <a:ext uri="{FF2B5EF4-FFF2-40B4-BE49-F238E27FC236}">
                      <a16:creationId xmlns:a16="http://schemas.microsoft.com/office/drawing/2014/main" id="{43967748-D0EB-564E-897F-87E5AD4F65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2" name="Freeform 3071">
                    <a:extLst>
                      <a:ext uri="{FF2B5EF4-FFF2-40B4-BE49-F238E27FC236}">
                        <a16:creationId xmlns:a16="http://schemas.microsoft.com/office/drawing/2014/main" id="{E57B1EC7-422F-9046-9D22-45CDFEDD0F1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3" name="Freeform 3072">
                    <a:extLst>
                      <a:ext uri="{FF2B5EF4-FFF2-40B4-BE49-F238E27FC236}">
                        <a16:creationId xmlns:a16="http://schemas.microsoft.com/office/drawing/2014/main" id="{AF284FE1-A58B-054C-BBE1-92A07DA5ECF9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4" name="Freeform 3073">
                    <a:extLst>
                      <a:ext uri="{FF2B5EF4-FFF2-40B4-BE49-F238E27FC236}">
                        <a16:creationId xmlns:a16="http://schemas.microsoft.com/office/drawing/2014/main" id="{1E52E4D8-2A67-E640-A1C7-6CAF143C6C6B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5" name="Freeform 3074">
                    <a:extLst>
                      <a:ext uri="{FF2B5EF4-FFF2-40B4-BE49-F238E27FC236}">
                        <a16:creationId xmlns:a16="http://schemas.microsoft.com/office/drawing/2014/main" id="{2E0C6C21-6B28-8149-9731-AD90D6080565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1" name="Group 3060">
                <a:extLst>
                  <a:ext uri="{FF2B5EF4-FFF2-40B4-BE49-F238E27FC236}">
                    <a16:creationId xmlns:a16="http://schemas.microsoft.com/office/drawing/2014/main" id="{0D9A2DC1-E2A0-8B49-BC65-EF590531893F}"/>
                  </a:ext>
                </a:extLst>
              </p:cNvPr>
              <p:cNvGrpSpPr/>
              <p:nvPr/>
            </p:nvGrpSpPr>
            <p:grpSpPr>
              <a:xfrm>
                <a:off x="3946379" y="62356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2" name="Rectangle 3061">
                  <a:extLst>
                    <a:ext uri="{FF2B5EF4-FFF2-40B4-BE49-F238E27FC236}">
                      <a16:creationId xmlns:a16="http://schemas.microsoft.com/office/drawing/2014/main" id="{8100B0E3-4A8F-8D4A-BB09-B32AAB92255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63" name="Freeform 3062">
                  <a:extLst>
                    <a:ext uri="{FF2B5EF4-FFF2-40B4-BE49-F238E27FC236}">
                      <a16:creationId xmlns:a16="http://schemas.microsoft.com/office/drawing/2014/main" id="{A276F674-6C35-8646-A79B-54F9E67744AE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64" name="Group 3063">
                  <a:extLst>
                    <a:ext uri="{FF2B5EF4-FFF2-40B4-BE49-F238E27FC236}">
                      <a16:creationId xmlns:a16="http://schemas.microsoft.com/office/drawing/2014/main" id="{E6253800-7E5E-9F4B-9A9D-D7244313B51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65" name="Freeform 3064">
                    <a:extLst>
                      <a:ext uri="{FF2B5EF4-FFF2-40B4-BE49-F238E27FC236}">
                        <a16:creationId xmlns:a16="http://schemas.microsoft.com/office/drawing/2014/main" id="{C2A612AD-111A-5648-83E5-8CA5A6B94D1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6" name="Freeform 3065">
                    <a:extLst>
                      <a:ext uri="{FF2B5EF4-FFF2-40B4-BE49-F238E27FC236}">
                        <a16:creationId xmlns:a16="http://schemas.microsoft.com/office/drawing/2014/main" id="{C50DA183-5602-D647-8B32-32B479DCFD7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7" name="Freeform 3066">
                    <a:extLst>
                      <a:ext uri="{FF2B5EF4-FFF2-40B4-BE49-F238E27FC236}">
                        <a16:creationId xmlns:a16="http://schemas.microsoft.com/office/drawing/2014/main" id="{D5DBDF11-F674-0C41-9DB5-D19B01C5199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8" name="Freeform 3067">
                    <a:extLst>
                      <a:ext uri="{FF2B5EF4-FFF2-40B4-BE49-F238E27FC236}">
                        <a16:creationId xmlns:a16="http://schemas.microsoft.com/office/drawing/2014/main" id="{3BA9A9C9-984A-7548-AE42-9CCCC2740FA7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346BDE69-7F29-2B4E-A42B-FE248DD7BE9F}"/>
                </a:ext>
              </a:extLst>
            </p:cNvPr>
            <p:cNvGrpSpPr/>
            <p:nvPr/>
          </p:nvGrpSpPr>
          <p:grpSpPr>
            <a:xfrm>
              <a:off x="628478" y="3550503"/>
              <a:ext cx="4630262" cy="1935897"/>
              <a:chOff x="628478" y="3550503"/>
              <a:chExt cx="4630262" cy="1935897"/>
            </a:xfrm>
          </p:grpSpPr>
          <p:grpSp>
            <p:nvGrpSpPr>
              <p:cNvPr id="1205" name="Group 1204">
                <a:extLst>
                  <a:ext uri="{FF2B5EF4-FFF2-40B4-BE49-F238E27FC236}">
                    <a16:creationId xmlns:a16="http://schemas.microsoft.com/office/drawing/2014/main" id="{AE4C8752-0416-094C-AB14-9A70730BB9B6}"/>
                  </a:ext>
                </a:extLst>
              </p:cNvPr>
              <p:cNvGrpSpPr/>
              <p:nvPr/>
            </p:nvGrpSpPr>
            <p:grpSpPr>
              <a:xfrm>
                <a:off x="3833361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764" name="Straight Connector 1763">
                  <a:extLst>
                    <a:ext uri="{FF2B5EF4-FFF2-40B4-BE49-F238E27FC236}">
                      <a16:creationId xmlns:a16="http://schemas.microsoft.com/office/drawing/2014/main" id="{6CE2CD44-56F5-EB47-8DBA-51572A017262}"/>
                    </a:ext>
                  </a:extLst>
                </p:cNvPr>
                <p:cNvCxnSpPr>
                  <a:cxnSpLocks/>
                  <a:endCxn id="2057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5" name="Straight Connector 1764">
                  <a:extLst>
                    <a:ext uri="{FF2B5EF4-FFF2-40B4-BE49-F238E27FC236}">
                      <a16:creationId xmlns:a16="http://schemas.microsoft.com/office/drawing/2014/main" id="{CAC8DDA9-C46C-A144-98D2-B0DEEB6C60BB}"/>
                    </a:ext>
                  </a:extLst>
                </p:cNvPr>
                <p:cNvCxnSpPr>
                  <a:cxnSpLocks/>
                  <a:endCxn id="1925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6" name="Straight Connector 1765">
                  <a:extLst>
                    <a:ext uri="{FF2B5EF4-FFF2-40B4-BE49-F238E27FC236}">
                      <a16:creationId xmlns:a16="http://schemas.microsoft.com/office/drawing/2014/main" id="{06BF78A7-92CA-CA4B-B530-84C44A946FAA}"/>
                    </a:ext>
                  </a:extLst>
                </p:cNvPr>
                <p:cNvCxnSpPr>
                  <a:cxnSpLocks/>
                  <a:endCxn id="180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7" name="Group 1766">
                  <a:extLst>
                    <a:ext uri="{FF2B5EF4-FFF2-40B4-BE49-F238E27FC236}">
                      <a16:creationId xmlns:a16="http://schemas.microsoft.com/office/drawing/2014/main" id="{C33CC71B-DA15-CC44-A816-9958BCB69FE8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63" name="Group 506">
                    <a:extLst>
                      <a:ext uri="{FF2B5EF4-FFF2-40B4-BE49-F238E27FC236}">
                        <a16:creationId xmlns:a16="http://schemas.microsoft.com/office/drawing/2014/main" id="{820A6A31-F680-674D-B607-DA059CA36B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62" name="Rectangle 2061">
                      <a:extLst>
                        <a:ext uri="{FF2B5EF4-FFF2-40B4-BE49-F238E27FC236}">
                          <a16:creationId xmlns:a16="http://schemas.microsoft.com/office/drawing/2014/main" id="{7B843721-7103-9047-8090-C9421869B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3" name="Straight Connector 2062">
                      <a:extLst>
                        <a:ext uri="{FF2B5EF4-FFF2-40B4-BE49-F238E27FC236}">
                          <a16:creationId xmlns:a16="http://schemas.microsoft.com/office/drawing/2014/main" id="{F11CCD3B-B19B-8C47-BD9B-A2B615BD17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64" name="Rectangle 2063">
                      <a:extLst>
                        <a:ext uri="{FF2B5EF4-FFF2-40B4-BE49-F238E27FC236}">
                          <a16:creationId xmlns:a16="http://schemas.microsoft.com/office/drawing/2014/main" id="{57E60E1C-7481-A144-A8A6-49FAE7492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5" name="Straight Connector 2064">
                      <a:extLst>
                        <a:ext uri="{FF2B5EF4-FFF2-40B4-BE49-F238E27FC236}">
                          <a16:creationId xmlns:a16="http://schemas.microsoft.com/office/drawing/2014/main" id="{B9D1F255-593F-4C43-8188-76938676B5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74" name="Rectangle 2073">
                      <a:extLst>
                        <a:ext uri="{FF2B5EF4-FFF2-40B4-BE49-F238E27FC236}">
                          <a16:creationId xmlns:a16="http://schemas.microsoft.com/office/drawing/2014/main" id="{40D25914-A8B6-8248-ADE2-0199CFF6E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75" name="Rectangle 2074">
                      <a:extLst>
                        <a:ext uri="{FF2B5EF4-FFF2-40B4-BE49-F238E27FC236}">
                          <a16:creationId xmlns:a16="http://schemas.microsoft.com/office/drawing/2014/main" id="{C32FA55A-2BA5-AD48-B541-59B075A0D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77" name="Straight Connector 2076">
                      <a:extLst>
                        <a:ext uri="{FF2B5EF4-FFF2-40B4-BE49-F238E27FC236}">
                          <a16:creationId xmlns:a16="http://schemas.microsoft.com/office/drawing/2014/main" id="{214F1904-38BE-5848-ADAB-8EB6B2D48D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78" name="Group 544">
                      <a:extLst>
                        <a:ext uri="{FF2B5EF4-FFF2-40B4-BE49-F238E27FC236}">
                          <a16:creationId xmlns:a16="http://schemas.microsoft.com/office/drawing/2014/main" id="{A155F33F-D4F8-A344-A6A0-030C3404860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6" name="Straight Connector 3055">
                        <a:extLst>
                          <a:ext uri="{FF2B5EF4-FFF2-40B4-BE49-F238E27FC236}">
                            <a16:creationId xmlns:a16="http://schemas.microsoft.com/office/drawing/2014/main" id="{AF2FE807-3CB1-404F-820E-7A40C52F619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7" name="Straight Connector 3056">
                        <a:extLst>
                          <a:ext uri="{FF2B5EF4-FFF2-40B4-BE49-F238E27FC236}">
                            <a16:creationId xmlns:a16="http://schemas.microsoft.com/office/drawing/2014/main" id="{55B78B50-7CF5-3142-A753-F647CFD4199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0" name="Group 547">
                      <a:extLst>
                        <a:ext uri="{FF2B5EF4-FFF2-40B4-BE49-F238E27FC236}">
                          <a16:creationId xmlns:a16="http://schemas.microsoft.com/office/drawing/2014/main" id="{351ED001-02BD-D14E-A3E4-011FECFFD71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4" name="Straight Connector 3053">
                        <a:extLst>
                          <a:ext uri="{FF2B5EF4-FFF2-40B4-BE49-F238E27FC236}">
                            <a16:creationId xmlns:a16="http://schemas.microsoft.com/office/drawing/2014/main" id="{E477498A-08D5-0544-9FE5-148AB87D3B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5" name="Straight Connector 3054">
                        <a:extLst>
                          <a:ext uri="{FF2B5EF4-FFF2-40B4-BE49-F238E27FC236}">
                            <a16:creationId xmlns:a16="http://schemas.microsoft.com/office/drawing/2014/main" id="{75672AF8-854E-D34D-8FBA-3D1AB93C457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1" name="Group 549">
                      <a:extLst>
                        <a:ext uri="{FF2B5EF4-FFF2-40B4-BE49-F238E27FC236}">
                          <a16:creationId xmlns:a16="http://schemas.microsoft.com/office/drawing/2014/main" id="{214A42C3-0AFE-E544-80F5-14A55E920D3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2" name="Straight Connector 3051">
                        <a:extLst>
                          <a:ext uri="{FF2B5EF4-FFF2-40B4-BE49-F238E27FC236}">
                            <a16:creationId xmlns:a16="http://schemas.microsoft.com/office/drawing/2014/main" id="{B2CCFE0E-4032-A34E-95BB-7BC23E1FC6D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3" name="Straight Connector 3052">
                        <a:extLst>
                          <a:ext uri="{FF2B5EF4-FFF2-40B4-BE49-F238E27FC236}">
                            <a16:creationId xmlns:a16="http://schemas.microsoft.com/office/drawing/2014/main" id="{68E83889-562D-9346-A563-D7C1B674D0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7" name="Group 550">
                      <a:extLst>
                        <a:ext uri="{FF2B5EF4-FFF2-40B4-BE49-F238E27FC236}">
                          <a16:creationId xmlns:a16="http://schemas.microsoft.com/office/drawing/2014/main" id="{86BDF945-EB27-144B-91D4-019F8DB21FD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7" name="Straight Connector 3046">
                        <a:extLst>
                          <a:ext uri="{FF2B5EF4-FFF2-40B4-BE49-F238E27FC236}">
                            <a16:creationId xmlns:a16="http://schemas.microsoft.com/office/drawing/2014/main" id="{ADBBBF9E-1954-0F44-9D70-8ABBCB35FB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1" name="Straight Connector 3050">
                        <a:extLst>
                          <a:ext uri="{FF2B5EF4-FFF2-40B4-BE49-F238E27FC236}">
                            <a16:creationId xmlns:a16="http://schemas.microsoft.com/office/drawing/2014/main" id="{66E25CCD-7C68-D148-9DBC-15D843E7D7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8" name="Group 551">
                      <a:extLst>
                        <a:ext uri="{FF2B5EF4-FFF2-40B4-BE49-F238E27FC236}">
                          <a16:creationId xmlns:a16="http://schemas.microsoft.com/office/drawing/2014/main" id="{158B6D4D-57BF-6C40-B064-6A07FF419B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4" name="Straight Connector 3043">
                        <a:extLst>
                          <a:ext uri="{FF2B5EF4-FFF2-40B4-BE49-F238E27FC236}">
                            <a16:creationId xmlns:a16="http://schemas.microsoft.com/office/drawing/2014/main" id="{6DC838ED-A07C-0D47-BCC9-19D7023A3E9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5" name="Straight Connector 3044">
                        <a:extLst>
                          <a:ext uri="{FF2B5EF4-FFF2-40B4-BE49-F238E27FC236}">
                            <a16:creationId xmlns:a16="http://schemas.microsoft.com/office/drawing/2014/main" id="{625702D1-3EF4-2145-9FE8-C5C3F8DB96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0" name="Group 552">
                      <a:extLst>
                        <a:ext uri="{FF2B5EF4-FFF2-40B4-BE49-F238E27FC236}">
                          <a16:creationId xmlns:a16="http://schemas.microsoft.com/office/drawing/2014/main" id="{27D78A07-6812-474D-8DBC-0054D3E0F48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9" name="Straight Connector 3038">
                        <a:extLst>
                          <a:ext uri="{FF2B5EF4-FFF2-40B4-BE49-F238E27FC236}">
                            <a16:creationId xmlns:a16="http://schemas.microsoft.com/office/drawing/2014/main" id="{0DCAD10F-891C-3E4F-B503-5475792F8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1" name="Straight Connector 3040">
                        <a:extLst>
                          <a:ext uri="{FF2B5EF4-FFF2-40B4-BE49-F238E27FC236}">
                            <a16:creationId xmlns:a16="http://schemas.microsoft.com/office/drawing/2014/main" id="{E62DBFE0-E81C-7F41-BBAE-38178561D9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1" name="Group 555">
                      <a:extLst>
                        <a:ext uri="{FF2B5EF4-FFF2-40B4-BE49-F238E27FC236}">
                          <a16:creationId xmlns:a16="http://schemas.microsoft.com/office/drawing/2014/main" id="{9696C5C8-D888-1E48-8EED-024F511C88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5" name="Straight Connector 3034">
                        <a:extLst>
                          <a:ext uri="{FF2B5EF4-FFF2-40B4-BE49-F238E27FC236}">
                            <a16:creationId xmlns:a16="http://schemas.microsoft.com/office/drawing/2014/main" id="{EE72865C-5006-1044-BE96-B84887564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7" name="Straight Connector 3036">
                        <a:extLst>
                          <a:ext uri="{FF2B5EF4-FFF2-40B4-BE49-F238E27FC236}">
                            <a16:creationId xmlns:a16="http://schemas.microsoft.com/office/drawing/2014/main" id="{432E9D74-15DA-1A47-A1D2-5ED636DEC43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2" name="Group 556">
                      <a:extLst>
                        <a:ext uri="{FF2B5EF4-FFF2-40B4-BE49-F238E27FC236}">
                          <a16:creationId xmlns:a16="http://schemas.microsoft.com/office/drawing/2014/main" id="{EAC83C57-706E-504A-8B54-8A4B36E94A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0" name="Straight Connector 3029">
                        <a:extLst>
                          <a:ext uri="{FF2B5EF4-FFF2-40B4-BE49-F238E27FC236}">
                            <a16:creationId xmlns:a16="http://schemas.microsoft.com/office/drawing/2014/main" id="{112072E4-7C5C-374F-82C1-766E9CACC4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3" name="Straight Connector 3032">
                        <a:extLst>
                          <a:ext uri="{FF2B5EF4-FFF2-40B4-BE49-F238E27FC236}">
                            <a16:creationId xmlns:a16="http://schemas.microsoft.com/office/drawing/2014/main" id="{998F2643-84CD-014F-B7B8-95F2AAA7B0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3" name="Group 557">
                      <a:extLst>
                        <a:ext uri="{FF2B5EF4-FFF2-40B4-BE49-F238E27FC236}">
                          <a16:creationId xmlns:a16="http://schemas.microsoft.com/office/drawing/2014/main" id="{6E03D32E-7A79-6A44-8F56-1BA3DBDAB8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4" name="Straight Connector 3023">
                        <a:extLst>
                          <a:ext uri="{FF2B5EF4-FFF2-40B4-BE49-F238E27FC236}">
                            <a16:creationId xmlns:a16="http://schemas.microsoft.com/office/drawing/2014/main" id="{9B343BF4-3EFD-C147-AC03-3F7E0756F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7" name="Straight Connector 3026">
                        <a:extLst>
                          <a:ext uri="{FF2B5EF4-FFF2-40B4-BE49-F238E27FC236}">
                            <a16:creationId xmlns:a16="http://schemas.microsoft.com/office/drawing/2014/main" id="{7F1F68E7-2CF6-BB4B-BACA-79796E2EAE6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020" name="Group 558">
                      <a:extLst>
                        <a:ext uri="{FF2B5EF4-FFF2-40B4-BE49-F238E27FC236}">
                          <a16:creationId xmlns:a16="http://schemas.microsoft.com/office/drawing/2014/main" id="{47CCBD37-E924-2947-A51B-0F759E42C7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2" name="Straight Connector 3021">
                        <a:extLst>
                          <a:ext uri="{FF2B5EF4-FFF2-40B4-BE49-F238E27FC236}">
                            <a16:creationId xmlns:a16="http://schemas.microsoft.com/office/drawing/2014/main" id="{70B37EBA-5D38-2A41-ACA3-2890A422FD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3" name="Straight Connector 3022">
                        <a:extLst>
                          <a:ext uri="{FF2B5EF4-FFF2-40B4-BE49-F238E27FC236}">
                            <a16:creationId xmlns:a16="http://schemas.microsoft.com/office/drawing/2014/main" id="{4E46D241-E23A-664E-8089-7E60283FBE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64" name="Straight Connector 1963">
                    <a:extLst>
                      <a:ext uri="{FF2B5EF4-FFF2-40B4-BE49-F238E27FC236}">
                        <a16:creationId xmlns:a16="http://schemas.microsoft.com/office/drawing/2014/main" id="{C8DF5AE1-CC07-754E-B752-EDA1600A02E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5" name="Straight Connector 1964">
                    <a:extLst>
                      <a:ext uri="{FF2B5EF4-FFF2-40B4-BE49-F238E27FC236}">
                        <a16:creationId xmlns:a16="http://schemas.microsoft.com/office/drawing/2014/main" id="{7BAE0262-70B7-E840-BCA8-5CD0C968559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6" name="Straight Connector 1965">
                    <a:extLst>
                      <a:ext uri="{FF2B5EF4-FFF2-40B4-BE49-F238E27FC236}">
                        <a16:creationId xmlns:a16="http://schemas.microsoft.com/office/drawing/2014/main" id="{F4C9908D-5279-0643-A4DF-8DC4E02C3B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7" name="Straight Connector 1966">
                    <a:extLst>
                      <a:ext uri="{FF2B5EF4-FFF2-40B4-BE49-F238E27FC236}">
                        <a16:creationId xmlns:a16="http://schemas.microsoft.com/office/drawing/2014/main" id="{851E10A5-1785-6847-BA3F-E8FB9C0517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8" name="Straight Connector 1967">
                    <a:extLst>
                      <a:ext uri="{FF2B5EF4-FFF2-40B4-BE49-F238E27FC236}">
                        <a16:creationId xmlns:a16="http://schemas.microsoft.com/office/drawing/2014/main" id="{1694A05E-5056-A04C-8C6D-C4749F9D6DF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9" name="Straight Connector 1968">
                    <a:extLst>
                      <a:ext uri="{FF2B5EF4-FFF2-40B4-BE49-F238E27FC236}">
                        <a16:creationId xmlns:a16="http://schemas.microsoft.com/office/drawing/2014/main" id="{26086A3F-453B-454D-B9A2-87A8AFF1720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0" name="Straight Connector 1969">
                    <a:extLst>
                      <a:ext uri="{FF2B5EF4-FFF2-40B4-BE49-F238E27FC236}">
                        <a16:creationId xmlns:a16="http://schemas.microsoft.com/office/drawing/2014/main" id="{BCA8B159-B678-9549-AE7B-F9B18A61685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1" name="Straight Connector 1970">
                    <a:extLst>
                      <a:ext uri="{FF2B5EF4-FFF2-40B4-BE49-F238E27FC236}">
                        <a16:creationId xmlns:a16="http://schemas.microsoft.com/office/drawing/2014/main" id="{49640149-B860-A048-872D-DF7451A4E37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2" name="Straight Connector 1971">
                    <a:extLst>
                      <a:ext uri="{FF2B5EF4-FFF2-40B4-BE49-F238E27FC236}">
                        <a16:creationId xmlns:a16="http://schemas.microsoft.com/office/drawing/2014/main" id="{B43A8DD3-E421-5542-828A-A83CA7E2054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3" name="Straight Connector 1972">
                    <a:extLst>
                      <a:ext uri="{FF2B5EF4-FFF2-40B4-BE49-F238E27FC236}">
                        <a16:creationId xmlns:a16="http://schemas.microsoft.com/office/drawing/2014/main" id="{1260343D-42E4-F949-AEC9-34F6B7DD8F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4" name="Straight Connector 1973">
                    <a:extLst>
                      <a:ext uri="{FF2B5EF4-FFF2-40B4-BE49-F238E27FC236}">
                        <a16:creationId xmlns:a16="http://schemas.microsoft.com/office/drawing/2014/main" id="{6F82EB58-9B1B-4342-A611-9E2FFB284B9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5" name="Straight Connector 1974">
                    <a:extLst>
                      <a:ext uri="{FF2B5EF4-FFF2-40B4-BE49-F238E27FC236}">
                        <a16:creationId xmlns:a16="http://schemas.microsoft.com/office/drawing/2014/main" id="{8306EE82-0595-AF42-871A-BAC703066D2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6" name="Straight Connector 1975">
                    <a:extLst>
                      <a:ext uri="{FF2B5EF4-FFF2-40B4-BE49-F238E27FC236}">
                        <a16:creationId xmlns:a16="http://schemas.microsoft.com/office/drawing/2014/main" id="{5E595CEC-0C14-F54F-8FE0-6917A4C6323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77" name="Group 1976">
                    <a:extLst>
                      <a:ext uri="{FF2B5EF4-FFF2-40B4-BE49-F238E27FC236}">
                        <a16:creationId xmlns:a16="http://schemas.microsoft.com/office/drawing/2014/main" id="{0745D159-EAAD-9E48-9C13-5EB188046DE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053" name="Rectangle 2052">
                      <a:extLst>
                        <a:ext uri="{FF2B5EF4-FFF2-40B4-BE49-F238E27FC236}">
                          <a16:creationId xmlns:a16="http://schemas.microsoft.com/office/drawing/2014/main" id="{CFDF6E04-417E-0E41-8F01-6FF890DF4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055" name="Freeform 2054">
                      <a:extLst>
                        <a:ext uri="{FF2B5EF4-FFF2-40B4-BE49-F238E27FC236}">
                          <a16:creationId xmlns:a16="http://schemas.microsoft.com/office/drawing/2014/main" id="{D74EC023-1C14-7C4E-8A0E-61F0F8E5B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F1837BA6-DE78-9D44-87C8-DB80ECAF53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057" name="Freeform 2056">
                        <a:extLst>
                          <a:ext uri="{FF2B5EF4-FFF2-40B4-BE49-F238E27FC236}">
                            <a16:creationId xmlns:a16="http://schemas.microsoft.com/office/drawing/2014/main" id="{8F56542B-B848-5E46-875D-13EBF4BAEF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59" name="Freeform 2058">
                        <a:extLst>
                          <a:ext uri="{FF2B5EF4-FFF2-40B4-BE49-F238E27FC236}">
                            <a16:creationId xmlns:a16="http://schemas.microsoft.com/office/drawing/2014/main" id="{7EF8111D-A790-F045-A0EB-2486F0A89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0" name="Freeform 2059">
                        <a:extLst>
                          <a:ext uri="{FF2B5EF4-FFF2-40B4-BE49-F238E27FC236}">
                            <a16:creationId xmlns:a16="http://schemas.microsoft.com/office/drawing/2014/main" id="{C8ADB1DE-6DAA-9147-BE5C-93722FD625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1" name="Freeform 2060">
                        <a:extLst>
                          <a:ext uri="{FF2B5EF4-FFF2-40B4-BE49-F238E27FC236}">
                            <a16:creationId xmlns:a16="http://schemas.microsoft.com/office/drawing/2014/main" id="{4818FBDB-370A-2A4E-BEEF-7B8A99A0A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768" name="Straight Connector 1767">
                  <a:extLst>
                    <a:ext uri="{FF2B5EF4-FFF2-40B4-BE49-F238E27FC236}">
                      <a16:creationId xmlns:a16="http://schemas.microsoft.com/office/drawing/2014/main" id="{F0D2F3D1-38F5-A645-87CD-D87B611D54EB}"/>
                    </a:ext>
                  </a:extLst>
                </p:cNvPr>
                <p:cNvCxnSpPr>
                  <a:cxnSpLocks/>
                  <a:endCxn id="1863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9" name="Group 1768">
                  <a:extLst>
                    <a:ext uri="{FF2B5EF4-FFF2-40B4-BE49-F238E27FC236}">
                      <a16:creationId xmlns:a16="http://schemas.microsoft.com/office/drawing/2014/main" id="{CA352AAC-B2F9-4A4E-9DAC-E43EC538828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04" name="Group 506">
                    <a:extLst>
                      <a:ext uri="{FF2B5EF4-FFF2-40B4-BE49-F238E27FC236}">
                        <a16:creationId xmlns:a16="http://schemas.microsoft.com/office/drawing/2014/main" id="{BAA2C2B6-03BC-8240-9F9E-FEE46E1F7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926" name="Rectangle 1925">
                      <a:extLst>
                        <a:ext uri="{FF2B5EF4-FFF2-40B4-BE49-F238E27FC236}">
                          <a16:creationId xmlns:a16="http://schemas.microsoft.com/office/drawing/2014/main" id="{5B4F1919-4B8E-E447-A481-6EAAD459C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7" name="Straight Connector 1926">
                      <a:extLst>
                        <a:ext uri="{FF2B5EF4-FFF2-40B4-BE49-F238E27FC236}">
                          <a16:creationId xmlns:a16="http://schemas.microsoft.com/office/drawing/2014/main" id="{DC0F08AC-87E7-1B49-B433-10B695A348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28" name="Rectangle 1927">
                      <a:extLst>
                        <a:ext uri="{FF2B5EF4-FFF2-40B4-BE49-F238E27FC236}">
                          <a16:creationId xmlns:a16="http://schemas.microsoft.com/office/drawing/2014/main" id="{4C95702C-807F-8249-BEBB-41A460E8B5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9" name="Straight Connector 1928">
                      <a:extLst>
                        <a:ext uri="{FF2B5EF4-FFF2-40B4-BE49-F238E27FC236}">
                          <a16:creationId xmlns:a16="http://schemas.microsoft.com/office/drawing/2014/main" id="{803114E1-3486-C840-A15F-384103BF24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30" name="Rectangle 1929">
                      <a:extLst>
                        <a:ext uri="{FF2B5EF4-FFF2-40B4-BE49-F238E27FC236}">
                          <a16:creationId xmlns:a16="http://schemas.microsoft.com/office/drawing/2014/main" id="{7A836712-F773-7648-AD0F-7A53F4976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931" name="Rectangle 1930">
                      <a:extLst>
                        <a:ext uri="{FF2B5EF4-FFF2-40B4-BE49-F238E27FC236}">
                          <a16:creationId xmlns:a16="http://schemas.microsoft.com/office/drawing/2014/main" id="{B72EF558-6E01-484E-B3A7-F59AF7942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32" name="Straight Connector 1931">
                      <a:extLst>
                        <a:ext uri="{FF2B5EF4-FFF2-40B4-BE49-F238E27FC236}">
                          <a16:creationId xmlns:a16="http://schemas.microsoft.com/office/drawing/2014/main" id="{3015A30D-9CC8-6B4D-82B3-FD8F962032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933" name="Group 544">
                      <a:extLst>
                        <a:ext uri="{FF2B5EF4-FFF2-40B4-BE49-F238E27FC236}">
                          <a16:creationId xmlns:a16="http://schemas.microsoft.com/office/drawing/2014/main" id="{56142B7F-FE13-E34E-B586-A6D150EF597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61" name="Straight Connector 1960">
                        <a:extLst>
                          <a:ext uri="{FF2B5EF4-FFF2-40B4-BE49-F238E27FC236}">
                            <a16:creationId xmlns:a16="http://schemas.microsoft.com/office/drawing/2014/main" id="{1F19926B-5C24-114D-BC8C-A6ACBA89869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2" name="Straight Connector 1961">
                        <a:extLst>
                          <a:ext uri="{FF2B5EF4-FFF2-40B4-BE49-F238E27FC236}">
                            <a16:creationId xmlns:a16="http://schemas.microsoft.com/office/drawing/2014/main" id="{9B30A9C1-93BF-DA4A-9BA4-5F10A262A9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4" name="Group 547">
                      <a:extLst>
                        <a:ext uri="{FF2B5EF4-FFF2-40B4-BE49-F238E27FC236}">
                          <a16:creationId xmlns:a16="http://schemas.microsoft.com/office/drawing/2014/main" id="{E16C3A57-D7F6-B141-89A3-E345E65B0C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9" name="Straight Connector 1958">
                        <a:extLst>
                          <a:ext uri="{FF2B5EF4-FFF2-40B4-BE49-F238E27FC236}">
                            <a16:creationId xmlns:a16="http://schemas.microsoft.com/office/drawing/2014/main" id="{FDE4A568-169A-694C-AB46-9B5D1B3F014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0" name="Straight Connector 1959">
                        <a:extLst>
                          <a:ext uri="{FF2B5EF4-FFF2-40B4-BE49-F238E27FC236}">
                            <a16:creationId xmlns:a16="http://schemas.microsoft.com/office/drawing/2014/main" id="{D05FB7CD-9B82-EE4B-B4F7-44C7EC2BD1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5" name="Group 549">
                      <a:extLst>
                        <a:ext uri="{FF2B5EF4-FFF2-40B4-BE49-F238E27FC236}">
                          <a16:creationId xmlns:a16="http://schemas.microsoft.com/office/drawing/2014/main" id="{538D86D7-8D3A-BC41-80A6-8E2DCAEB54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7" name="Straight Connector 1956">
                        <a:extLst>
                          <a:ext uri="{FF2B5EF4-FFF2-40B4-BE49-F238E27FC236}">
                            <a16:creationId xmlns:a16="http://schemas.microsoft.com/office/drawing/2014/main" id="{D819C5B5-3C1B-394D-BFC6-A0E08DC59F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8" name="Straight Connector 1957">
                        <a:extLst>
                          <a:ext uri="{FF2B5EF4-FFF2-40B4-BE49-F238E27FC236}">
                            <a16:creationId xmlns:a16="http://schemas.microsoft.com/office/drawing/2014/main" id="{3CD5E4B2-F09F-2343-9236-A5EC65D4B7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6" name="Group 550">
                      <a:extLst>
                        <a:ext uri="{FF2B5EF4-FFF2-40B4-BE49-F238E27FC236}">
                          <a16:creationId xmlns:a16="http://schemas.microsoft.com/office/drawing/2014/main" id="{464256DE-8246-4543-A9A9-4EB8A85968A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5" name="Straight Connector 1954">
                        <a:extLst>
                          <a:ext uri="{FF2B5EF4-FFF2-40B4-BE49-F238E27FC236}">
                            <a16:creationId xmlns:a16="http://schemas.microsoft.com/office/drawing/2014/main" id="{7AA48AC2-13E9-A842-801D-B344EFA51B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6" name="Straight Connector 1955">
                        <a:extLst>
                          <a:ext uri="{FF2B5EF4-FFF2-40B4-BE49-F238E27FC236}">
                            <a16:creationId xmlns:a16="http://schemas.microsoft.com/office/drawing/2014/main" id="{504314BC-4ACC-9F44-A002-6E9F9A61959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7" name="Group 551">
                      <a:extLst>
                        <a:ext uri="{FF2B5EF4-FFF2-40B4-BE49-F238E27FC236}">
                          <a16:creationId xmlns:a16="http://schemas.microsoft.com/office/drawing/2014/main" id="{424C3066-6623-4545-99E3-8E91AEDD3C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3" name="Straight Connector 1952">
                        <a:extLst>
                          <a:ext uri="{FF2B5EF4-FFF2-40B4-BE49-F238E27FC236}">
                            <a16:creationId xmlns:a16="http://schemas.microsoft.com/office/drawing/2014/main" id="{07B6F465-B51F-2643-8D93-EAC1401B3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4" name="Straight Connector 1953">
                        <a:extLst>
                          <a:ext uri="{FF2B5EF4-FFF2-40B4-BE49-F238E27FC236}">
                            <a16:creationId xmlns:a16="http://schemas.microsoft.com/office/drawing/2014/main" id="{765D73A4-AB50-274A-8452-AA645A631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8" name="Group 552">
                      <a:extLst>
                        <a:ext uri="{FF2B5EF4-FFF2-40B4-BE49-F238E27FC236}">
                          <a16:creationId xmlns:a16="http://schemas.microsoft.com/office/drawing/2014/main" id="{424B63D3-41BC-AB41-80F5-6057645320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1" name="Straight Connector 1950">
                        <a:extLst>
                          <a:ext uri="{FF2B5EF4-FFF2-40B4-BE49-F238E27FC236}">
                            <a16:creationId xmlns:a16="http://schemas.microsoft.com/office/drawing/2014/main" id="{3F1CA7F7-A091-4A48-BCD7-0702A0888B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2" name="Straight Connector 1951">
                        <a:extLst>
                          <a:ext uri="{FF2B5EF4-FFF2-40B4-BE49-F238E27FC236}">
                            <a16:creationId xmlns:a16="http://schemas.microsoft.com/office/drawing/2014/main" id="{0CA19FF4-CAB5-424C-98C7-68D5B8B032D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9" name="Group 555">
                      <a:extLst>
                        <a:ext uri="{FF2B5EF4-FFF2-40B4-BE49-F238E27FC236}">
                          <a16:creationId xmlns:a16="http://schemas.microsoft.com/office/drawing/2014/main" id="{A371BE59-CD39-DF4A-A316-6A80056C05B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9" name="Straight Connector 1948">
                        <a:extLst>
                          <a:ext uri="{FF2B5EF4-FFF2-40B4-BE49-F238E27FC236}">
                            <a16:creationId xmlns:a16="http://schemas.microsoft.com/office/drawing/2014/main" id="{DEEA222E-99F4-5C49-B6B5-E5E2623D29E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0" name="Straight Connector 1949">
                        <a:extLst>
                          <a:ext uri="{FF2B5EF4-FFF2-40B4-BE49-F238E27FC236}">
                            <a16:creationId xmlns:a16="http://schemas.microsoft.com/office/drawing/2014/main" id="{D6FCD980-D46F-E742-8028-3C4B169AF2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0" name="Group 556">
                      <a:extLst>
                        <a:ext uri="{FF2B5EF4-FFF2-40B4-BE49-F238E27FC236}">
                          <a16:creationId xmlns:a16="http://schemas.microsoft.com/office/drawing/2014/main" id="{0F6CC34A-2A92-4448-8A9A-FDBC3D37F7F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7" name="Straight Connector 1946">
                        <a:extLst>
                          <a:ext uri="{FF2B5EF4-FFF2-40B4-BE49-F238E27FC236}">
                            <a16:creationId xmlns:a16="http://schemas.microsoft.com/office/drawing/2014/main" id="{37835690-FA23-954F-9F8A-E5568883A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8" name="Straight Connector 1947">
                        <a:extLst>
                          <a:ext uri="{FF2B5EF4-FFF2-40B4-BE49-F238E27FC236}">
                            <a16:creationId xmlns:a16="http://schemas.microsoft.com/office/drawing/2014/main" id="{21B5D607-F6A8-6744-9A27-09F60F7968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1" name="Group 557">
                      <a:extLst>
                        <a:ext uri="{FF2B5EF4-FFF2-40B4-BE49-F238E27FC236}">
                          <a16:creationId xmlns:a16="http://schemas.microsoft.com/office/drawing/2014/main" id="{470CF683-D009-F34D-BED0-D1A29A1FC8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5" name="Straight Connector 1944">
                        <a:extLst>
                          <a:ext uri="{FF2B5EF4-FFF2-40B4-BE49-F238E27FC236}">
                            <a16:creationId xmlns:a16="http://schemas.microsoft.com/office/drawing/2014/main" id="{C9383C74-0F5E-044F-8D82-AC890EEF31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6" name="Straight Connector 1945">
                        <a:extLst>
                          <a:ext uri="{FF2B5EF4-FFF2-40B4-BE49-F238E27FC236}">
                            <a16:creationId xmlns:a16="http://schemas.microsoft.com/office/drawing/2014/main" id="{AE2B4C21-CDA5-F048-8B85-DA30F0EA35A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2" name="Group 558">
                      <a:extLst>
                        <a:ext uri="{FF2B5EF4-FFF2-40B4-BE49-F238E27FC236}">
                          <a16:creationId xmlns:a16="http://schemas.microsoft.com/office/drawing/2014/main" id="{8E98F5FE-28F2-B644-8E36-6B570022AAD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3" name="Straight Connector 1942">
                        <a:extLst>
                          <a:ext uri="{FF2B5EF4-FFF2-40B4-BE49-F238E27FC236}">
                            <a16:creationId xmlns:a16="http://schemas.microsoft.com/office/drawing/2014/main" id="{69EF7653-18B7-E249-9EE5-37EB6FA1126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4" name="Straight Connector 1943">
                        <a:extLst>
                          <a:ext uri="{FF2B5EF4-FFF2-40B4-BE49-F238E27FC236}">
                            <a16:creationId xmlns:a16="http://schemas.microsoft.com/office/drawing/2014/main" id="{92C2DE87-3632-1149-8097-F01B20E110F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05" name="Straight Connector 1904">
                    <a:extLst>
                      <a:ext uri="{FF2B5EF4-FFF2-40B4-BE49-F238E27FC236}">
                        <a16:creationId xmlns:a16="http://schemas.microsoft.com/office/drawing/2014/main" id="{DF93FFCB-DADE-D04E-AA45-B888E6751B0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6" name="Straight Connector 1905">
                    <a:extLst>
                      <a:ext uri="{FF2B5EF4-FFF2-40B4-BE49-F238E27FC236}">
                        <a16:creationId xmlns:a16="http://schemas.microsoft.com/office/drawing/2014/main" id="{487A1E77-6332-D249-967E-5B037A7556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7" name="Straight Connector 1906">
                    <a:extLst>
                      <a:ext uri="{FF2B5EF4-FFF2-40B4-BE49-F238E27FC236}">
                        <a16:creationId xmlns:a16="http://schemas.microsoft.com/office/drawing/2014/main" id="{A41A11FB-AB2D-644D-B868-AAA5072FAC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8" name="Straight Connector 1907">
                    <a:extLst>
                      <a:ext uri="{FF2B5EF4-FFF2-40B4-BE49-F238E27FC236}">
                        <a16:creationId xmlns:a16="http://schemas.microsoft.com/office/drawing/2014/main" id="{8A9E2543-D956-AE49-A181-22CBFBDE8AA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9" name="Straight Connector 1908">
                    <a:extLst>
                      <a:ext uri="{FF2B5EF4-FFF2-40B4-BE49-F238E27FC236}">
                        <a16:creationId xmlns:a16="http://schemas.microsoft.com/office/drawing/2014/main" id="{4FA2B5C2-3BE7-BB4E-8F3E-4A4682398D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0" name="Straight Connector 1909">
                    <a:extLst>
                      <a:ext uri="{FF2B5EF4-FFF2-40B4-BE49-F238E27FC236}">
                        <a16:creationId xmlns:a16="http://schemas.microsoft.com/office/drawing/2014/main" id="{56D63D92-42C3-A347-9C69-3475F857FC4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1" name="Straight Connector 1910">
                    <a:extLst>
                      <a:ext uri="{FF2B5EF4-FFF2-40B4-BE49-F238E27FC236}">
                        <a16:creationId xmlns:a16="http://schemas.microsoft.com/office/drawing/2014/main" id="{EDB40160-8D1F-C948-8BA6-12FF9CFDD34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2" name="Straight Connector 1911">
                    <a:extLst>
                      <a:ext uri="{FF2B5EF4-FFF2-40B4-BE49-F238E27FC236}">
                        <a16:creationId xmlns:a16="http://schemas.microsoft.com/office/drawing/2014/main" id="{A8A2FC1F-4929-1D4F-849B-78F85DA3F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3" name="Straight Connector 1912">
                    <a:extLst>
                      <a:ext uri="{FF2B5EF4-FFF2-40B4-BE49-F238E27FC236}">
                        <a16:creationId xmlns:a16="http://schemas.microsoft.com/office/drawing/2014/main" id="{3FA1DAC7-8ED7-994B-9B58-5EA3BD6A3D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4" name="Straight Connector 1913">
                    <a:extLst>
                      <a:ext uri="{FF2B5EF4-FFF2-40B4-BE49-F238E27FC236}">
                        <a16:creationId xmlns:a16="http://schemas.microsoft.com/office/drawing/2014/main" id="{6A7611B8-96FA-7446-8D83-2CC4A2DBC6B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5" name="Straight Connector 1914">
                    <a:extLst>
                      <a:ext uri="{FF2B5EF4-FFF2-40B4-BE49-F238E27FC236}">
                        <a16:creationId xmlns:a16="http://schemas.microsoft.com/office/drawing/2014/main" id="{065F5C04-F54A-E041-8A1E-139BDD99132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6" name="Straight Connector 1915">
                    <a:extLst>
                      <a:ext uri="{FF2B5EF4-FFF2-40B4-BE49-F238E27FC236}">
                        <a16:creationId xmlns:a16="http://schemas.microsoft.com/office/drawing/2014/main" id="{B8DEAE61-7619-6F4D-AF32-8B17A41CFE5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7" name="Straight Connector 1916">
                    <a:extLst>
                      <a:ext uri="{FF2B5EF4-FFF2-40B4-BE49-F238E27FC236}">
                        <a16:creationId xmlns:a16="http://schemas.microsoft.com/office/drawing/2014/main" id="{E27021B7-B9D1-5B48-BBA5-3CBD75452B8A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18" name="Group 1917">
                    <a:extLst>
                      <a:ext uri="{FF2B5EF4-FFF2-40B4-BE49-F238E27FC236}">
                        <a16:creationId xmlns:a16="http://schemas.microsoft.com/office/drawing/2014/main" id="{4A4233BB-7AE5-E84F-81C7-A34BDEAB7B59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19" name="Rectangle 1918">
                      <a:extLst>
                        <a:ext uri="{FF2B5EF4-FFF2-40B4-BE49-F238E27FC236}">
                          <a16:creationId xmlns:a16="http://schemas.microsoft.com/office/drawing/2014/main" id="{A7D4AA2B-5D77-034C-9B9A-BCFC1C1A0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20" name="Freeform 1919">
                      <a:extLst>
                        <a:ext uri="{FF2B5EF4-FFF2-40B4-BE49-F238E27FC236}">
                          <a16:creationId xmlns:a16="http://schemas.microsoft.com/office/drawing/2014/main" id="{7F078BB1-0B2A-C64B-856A-86004FB66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21" name="Group 1920">
                      <a:extLst>
                        <a:ext uri="{FF2B5EF4-FFF2-40B4-BE49-F238E27FC236}">
                          <a16:creationId xmlns:a16="http://schemas.microsoft.com/office/drawing/2014/main" id="{C2842D27-9101-D645-A712-E815924269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22" name="Freeform 1921">
                        <a:extLst>
                          <a:ext uri="{FF2B5EF4-FFF2-40B4-BE49-F238E27FC236}">
                            <a16:creationId xmlns:a16="http://schemas.microsoft.com/office/drawing/2014/main" id="{E9DD66B4-9D7D-2E4A-B741-ABDD40EF4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3" name="Freeform 1922">
                        <a:extLst>
                          <a:ext uri="{FF2B5EF4-FFF2-40B4-BE49-F238E27FC236}">
                            <a16:creationId xmlns:a16="http://schemas.microsoft.com/office/drawing/2014/main" id="{DE7C4CB2-FDC4-924E-B8AC-3379A8F19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4" name="Freeform 1923">
                        <a:extLst>
                          <a:ext uri="{FF2B5EF4-FFF2-40B4-BE49-F238E27FC236}">
                            <a16:creationId xmlns:a16="http://schemas.microsoft.com/office/drawing/2014/main" id="{814B60D4-991A-6046-B09C-5364CF86F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5" name="Freeform 1924">
                        <a:extLst>
                          <a:ext uri="{FF2B5EF4-FFF2-40B4-BE49-F238E27FC236}">
                            <a16:creationId xmlns:a16="http://schemas.microsoft.com/office/drawing/2014/main" id="{DB4E79ED-535C-A84A-B4E4-A029161243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0" name="Group 1769">
                  <a:extLst>
                    <a:ext uri="{FF2B5EF4-FFF2-40B4-BE49-F238E27FC236}">
                      <a16:creationId xmlns:a16="http://schemas.microsoft.com/office/drawing/2014/main" id="{E8E4BCC9-2A80-D148-AFBF-C3AC8EB8C713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845" name="Group 506">
                    <a:extLst>
                      <a:ext uri="{FF2B5EF4-FFF2-40B4-BE49-F238E27FC236}">
                        <a16:creationId xmlns:a16="http://schemas.microsoft.com/office/drawing/2014/main" id="{8AD98AFE-2745-6542-AB4D-DA4349D22E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67" name="Rectangle 1866">
                      <a:extLst>
                        <a:ext uri="{FF2B5EF4-FFF2-40B4-BE49-F238E27FC236}">
                          <a16:creationId xmlns:a16="http://schemas.microsoft.com/office/drawing/2014/main" id="{20331BAE-D8B1-A34D-9C32-EF544C9CD6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68" name="Straight Connector 1867">
                      <a:extLst>
                        <a:ext uri="{FF2B5EF4-FFF2-40B4-BE49-F238E27FC236}">
                          <a16:creationId xmlns:a16="http://schemas.microsoft.com/office/drawing/2014/main" id="{ECB51275-1102-A642-A934-ACA661D4D6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69" name="Rectangle 1868">
                      <a:extLst>
                        <a:ext uri="{FF2B5EF4-FFF2-40B4-BE49-F238E27FC236}">
                          <a16:creationId xmlns:a16="http://schemas.microsoft.com/office/drawing/2014/main" id="{95F4A108-6A3A-064D-8CC4-69FA26FAB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0" name="Straight Connector 1869">
                      <a:extLst>
                        <a:ext uri="{FF2B5EF4-FFF2-40B4-BE49-F238E27FC236}">
                          <a16:creationId xmlns:a16="http://schemas.microsoft.com/office/drawing/2014/main" id="{BE14819A-42D0-D144-9576-45C7DC9BDA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71" name="Rectangle 1870">
                      <a:extLst>
                        <a:ext uri="{FF2B5EF4-FFF2-40B4-BE49-F238E27FC236}">
                          <a16:creationId xmlns:a16="http://schemas.microsoft.com/office/drawing/2014/main" id="{A9AD9A96-4058-3D44-B21F-A63C6CDF0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72" name="Rectangle 1871">
                      <a:extLst>
                        <a:ext uri="{FF2B5EF4-FFF2-40B4-BE49-F238E27FC236}">
                          <a16:creationId xmlns:a16="http://schemas.microsoft.com/office/drawing/2014/main" id="{80FB78DE-3B8D-B64A-AB9F-DC1252DC8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3" name="Straight Connector 1872">
                      <a:extLst>
                        <a:ext uri="{FF2B5EF4-FFF2-40B4-BE49-F238E27FC236}">
                          <a16:creationId xmlns:a16="http://schemas.microsoft.com/office/drawing/2014/main" id="{3ED9780D-3319-FA4F-8515-535AF98993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74" name="Group 544">
                      <a:extLst>
                        <a:ext uri="{FF2B5EF4-FFF2-40B4-BE49-F238E27FC236}">
                          <a16:creationId xmlns:a16="http://schemas.microsoft.com/office/drawing/2014/main" id="{D3C3DE37-A367-AB47-840F-B1E273E7A5A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2" name="Straight Connector 1901">
                        <a:extLst>
                          <a:ext uri="{FF2B5EF4-FFF2-40B4-BE49-F238E27FC236}">
                            <a16:creationId xmlns:a16="http://schemas.microsoft.com/office/drawing/2014/main" id="{B9506ECF-F9F6-6548-885B-3DAF9EF77F0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3" name="Straight Connector 1902">
                        <a:extLst>
                          <a:ext uri="{FF2B5EF4-FFF2-40B4-BE49-F238E27FC236}">
                            <a16:creationId xmlns:a16="http://schemas.microsoft.com/office/drawing/2014/main" id="{34BB6F63-E423-4C46-9AB5-2E9D272406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5" name="Group 547">
                      <a:extLst>
                        <a:ext uri="{FF2B5EF4-FFF2-40B4-BE49-F238E27FC236}">
                          <a16:creationId xmlns:a16="http://schemas.microsoft.com/office/drawing/2014/main" id="{6A85D13A-0C40-EA45-A84D-E0385334CC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0" name="Straight Connector 1899">
                        <a:extLst>
                          <a:ext uri="{FF2B5EF4-FFF2-40B4-BE49-F238E27FC236}">
                            <a16:creationId xmlns:a16="http://schemas.microsoft.com/office/drawing/2014/main" id="{0BA20186-39F6-B24F-89FB-6E0DE9A2BE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1" name="Straight Connector 1900">
                        <a:extLst>
                          <a:ext uri="{FF2B5EF4-FFF2-40B4-BE49-F238E27FC236}">
                            <a16:creationId xmlns:a16="http://schemas.microsoft.com/office/drawing/2014/main" id="{C03D37F7-80F2-004F-B445-C084D92920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6" name="Group 549">
                      <a:extLst>
                        <a:ext uri="{FF2B5EF4-FFF2-40B4-BE49-F238E27FC236}">
                          <a16:creationId xmlns:a16="http://schemas.microsoft.com/office/drawing/2014/main" id="{D339CD74-5CB1-C64E-A51F-7929278A78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8" name="Straight Connector 1897">
                        <a:extLst>
                          <a:ext uri="{FF2B5EF4-FFF2-40B4-BE49-F238E27FC236}">
                            <a16:creationId xmlns:a16="http://schemas.microsoft.com/office/drawing/2014/main" id="{2BB2E4CF-D16F-2B40-8E99-8584CE9746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9" name="Straight Connector 1898">
                        <a:extLst>
                          <a:ext uri="{FF2B5EF4-FFF2-40B4-BE49-F238E27FC236}">
                            <a16:creationId xmlns:a16="http://schemas.microsoft.com/office/drawing/2014/main" id="{E046FFD1-A21A-DB45-9643-0678D9BB79F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7" name="Group 550">
                      <a:extLst>
                        <a:ext uri="{FF2B5EF4-FFF2-40B4-BE49-F238E27FC236}">
                          <a16:creationId xmlns:a16="http://schemas.microsoft.com/office/drawing/2014/main" id="{ED2C390A-EFE0-B347-877F-9CFF8980B80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6" name="Straight Connector 1895">
                        <a:extLst>
                          <a:ext uri="{FF2B5EF4-FFF2-40B4-BE49-F238E27FC236}">
                            <a16:creationId xmlns:a16="http://schemas.microsoft.com/office/drawing/2014/main" id="{D00CEAEF-9510-F047-9320-9EB22DCB9E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7" name="Straight Connector 1896">
                        <a:extLst>
                          <a:ext uri="{FF2B5EF4-FFF2-40B4-BE49-F238E27FC236}">
                            <a16:creationId xmlns:a16="http://schemas.microsoft.com/office/drawing/2014/main" id="{3E800A9B-433A-A947-B44B-75BC66FD165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8" name="Group 551">
                      <a:extLst>
                        <a:ext uri="{FF2B5EF4-FFF2-40B4-BE49-F238E27FC236}">
                          <a16:creationId xmlns:a16="http://schemas.microsoft.com/office/drawing/2014/main" id="{17FA6B75-7523-4C43-8AE5-7B8FA3848D5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4" name="Straight Connector 1893">
                        <a:extLst>
                          <a:ext uri="{FF2B5EF4-FFF2-40B4-BE49-F238E27FC236}">
                            <a16:creationId xmlns:a16="http://schemas.microsoft.com/office/drawing/2014/main" id="{33DED827-2F6F-0C48-ACD4-B18E567154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5" name="Straight Connector 1894">
                        <a:extLst>
                          <a:ext uri="{FF2B5EF4-FFF2-40B4-BE49-F238E27FC236}">
                            <a16:creationId xmlns:a16="http://schemas.microsoft.com/office/drawing/2014/main" id="{4D2FEB28-A9E2-0E4E-B856-3DEF0536D93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9" name="Group 552">
                      <a:extLst>
                        <a:ext uri="{FF2B5EF4-FFF2-40B4-BE49-F238E27FC236}">
                          <a16:creationId xmlns:a16="http://schemas.microsoft.com/office/drawing/2014/main" id="{BD69829A-2D42-2542-AC8B-A54B0DC79D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2" name="Straight Connector 1891">
                        <a:extLst>
                          <a:ext uri="{FF2B5EF4-FFF2-40B4-BE49-F238E27FC236}">
                            <a16:creationId xmlns:a16="http://schemas.microsoft.com/office/drawing/2014/main" id="{658F8BF4-1960-094C-9414-C070F7B452F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3" name="Straight Connector 1892">
                        <a:extLst>
                          <a:ext uri="{FF2B5EF4-FFF2-40B4-BE49-F238E27FC236}">
                            <a16:creationId xmlns:a16="http://schemas.microsoft.com/office/drawing/2014/main" id="{763E12A2-71EB-F84A-ACFE-1DE9C5C377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0" name="Group 555">
                      <a:extLst>
                        <a:ext uri="{FF2B5EF4-FFF2-40B4-BE49-F238E27FC236}">
                          <a16:creationId xmlns:a16="http://schemas.microsoft.com/office/drawing/2014/main" id="{E7929FCE-AB6C-E148-8077-307829C471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0" name="Straight Connector 1889">
                        <a:extLst>
                          <a:ext uri="{FF2B5EF4-FFF2-40B4-BE49-F238E27FC236}">
                            <a16:creationId xmlns:a16="http://schemas.microsoft.com/office/drawing/2014/main" id="{F5E99C70-9B4F-704D-9F76-367945EE84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1" name="Straight Connector 1890">
                        <a:extLst>
                          <a:ext uri="{FF2B5EF4-FFF2-40B4-BE49-F238E27FC236}">
                            <a16:creationId xmlns:a16="http://schemas.microsoft.com/office/drawing/2014/main" id="{C7999C5B-E946-4B41-934F-AEB557F42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1" name="Group 556">
                      <a:extLst>
                        <a:ext uri="{FF2B5EF4-FFF2-40B4-BE49-F238E27FC236}">
                          <a16:creationId xmlns:a16="http://schemas.microsoft.com/office/drawing/2014/main" id="{5063D978-FCD7-9942-8E8D-5F83573D5A6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8" name="Straight Connector 1887">
                        <a:extLst>
                          <a:ext uri="{FF2B5EF4-FFF2-40B4-BE49-F238E27FC236}">
                            <a16:creationId xmlns:a16="http://schemas.microsoft.com/office/drawing/2014/main" id="{5F817455-9C3D-9E42-B6BC-617CC1CF23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9" name="Straight Connector 1888">
                        <a:extLst>
                          <a:ext uri="{FF2B5EF4-FFF2-40B4-BE49-F238E27FC236}">
                            <a16:creationId xmlns:a16="http://schemas.microsoft.com/office/drawing/2014/main" id="{FF413E29-31D7-EA4C-AF3D-20B3CAB02F4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2" name="Group 557">
                      <a:extLst>
                        <a:ext uri="{FF2B5EF4-FFF2-40B4-BE49-F238E27FC236}">
                          <a16:creationId xmlns:a16="http://schemas.microsoft.com/office/drawing/2014/main" id="{BFE744E6-ED65-FD43-B367-DA835BAD018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6" name="Straight Connector 1885">
                        <a:extLst>
                          <a:ext uri="{FF2B5EF4-FFF2-40B4-BE49-F238E27FC236}">
                            <a16:creationId xmlns:a16="http://schemas.microsoft.com/office/drawing/2014/main" id="{0FE7C982-52C0-6545-A70D-4B34136577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7" name="Straight Connector 1886">
                        <a:extLst>
                          <a:ext uri="{FF2B5EF4-FFF2-40B4-BE49-F238E27FC236}">
                            <a16:creationId xmlns:a16="http://schemas.microsoft.com/office/drawing/2014/main" id="{E36C4E20-00B0-AB4E-A8A7-9A674409EDC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3" name="Group 558">
                      <a:extLst>
                        <a:ext uri="{FF2B5EF4-FFF2-40B4-BE49-F238E27FC236}">
                          <a16:creationId xmlns:a16="http://schemas.microsoft.com/office/drawing/2014/main" id="{B4C47D48-7DDA-2545-8A70-A9F59B25C9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4" name="Straight Connector 1883">
                        <a:extLst>
                          <a:ext uri="{FF2B5EF4-FFF2-40B4-BE49-F238E27FC236}">
                            <a16:creationId xmlns:a16="http://schemas.microsoft.com/office/drawing/2014/main" id="{00BEB9A3-C4E6-DD40-B81E-1924BA61B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5" name="Straight Connector 1884">
                        <a:extLst>
                          <a:ext uri="{FF2B5EF4-FFF2-40B4-BE49-F238E27FC236}">
                            <a16:creationId xmlns:a16="http://schemas.microsoft.com/office/drawing/2014/main" id="{BC31AD04-FD43-EC4A-8907-9DDCEE9D73B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846" name="Straight Connector 1845">
                    <a:extLst>
                      <a:ext uri="{FF2B5EF4-FFF2-40B4-BE49-F238E27FC236}">
                        <a16:creationId xmlns:a16="http://schemas.microsoft.com/office/drawing/2014/main" id="{6BFFDB92-5594-B14E-97ED-EFB41AF5DFA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7" name="Straight Connector 1846">
                    <a:extLst>
                      <a:ext uri="{FF2B5EF4-FFF2-40B4-BE49-F238E27FC236}">
                        <a16:creationId xmlns:a16="http://schemas.microsoft.com/office/drawing/2014/main" id="{649D930F-4570-6B45-8556-CA958002B2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8" name="Straight Connector 1847">
                    <a:extLst>
                      <a:ext uri="{FF2B5EF4-FFF2-40B4-BE49-F238E27FC236}">
                        <a16:creationId xmlns:a16="http://schemas.microsoft.com/office/drawing/2014/main" id="{7C842A18-C2B2-F546-81BA-C204E5CF46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9" name="Straight Connector 1848">
                    <a:extLst>
                      <a:ext uri="{FF2B5EF4-FFF2-40B4-BE49-F238E27FC236}">
                        <a16:creationId xmlns:a16="http://schemas.microsoft.com/office/drawing/2014/main" id="{35C9D2F4-3182-3547-81BB-9A62B9D79B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0" name="Straight Connector 1849">
                    <a:extLst>
                      <a:ext uri="{FF2B5EF4-FFF2-40B4-BE49-F238E27FC236}">
                        <a16:creationId xmlns:a16="http://schemas.microsoft.com/office/drawing/2014/main" id="{0A59BC12-84EB-CE48-88DB-27084B88FF3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1" name="Straight Connector 1850">
                    <a:extLst>
                      <a:ext uri="{FF2B5EF4-FFF2-40B4-BE49-F238E27FC236}">
                        <a16:creationId xmlns:a16="http://schemas.microsoft.com/office/drawing/2014/main" id="{28688FF5-DAC9-1243-9E67-9D07CFE9176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2" name="Straight Connector 1851">
                    <a:extLst>
                      <a:ext uri="{FF2B5EF4-FFF2-40B4-BE49-F238E27FC236}">
                        <a16:creationId xmlns:a16="http://schemas.microsoft.com/office/drawing/2014/main" id="{0068D477-648B-2C4A-A5CC-AB2912EC98B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3" name="Straight Connector 1852">
                    <a:extLst>
                      <a:ext uri="{FF2B5EF4-FFF2-40B4-BE49-F238E27FC236}">
                        <a16:creationId xmlns:a16="http://schemas.microsoft.com/office/drawing/2014/main" id="{911FF877-7FD7-9A45-BA25-C95008D30A9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4" name="Straight Connector 1853">
                    <a:extLst>
                      <a:ext uri="{FF2B5EF4-FFF2-40B4-BE49-F238E27FC236}">
                        <a16:creationId xmlns:a16="http://schemas.microsoft.com/office/drawing/2014/main" id="{028DD4AA-EF12-9943-98B5-78CE2681C94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5" name="Straight Connector 1854">
                    <a:extLst>
                      <a:ext uri="{FF2B5EF4-FFF2-40B4-BE49-F238E27FC236}">
                        <a16:creationId xmlns:a16="http://schemas.microsoft.com/office/drawing/2014/main" id="{0D7E9A00-85E6-E746-9FE9-5B9B010F12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6" name="Straight Connector 1855">
                    <a:extLst>
                      <a:ext uri="{FF2B5EF4-FFF2-40B4-BE49-F238E27FC236}">
                        <a16:creationId xmlns:a16="http://schemas.microsoft.com/office/drawing/2014/main" id="{F7705E45-9CA0-8349-8A0B-7C1FB52006F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7" name="Straight Connector 1856">
                    <a:extLst>
                      <a:ext uri="{FF2B5EF4-FFF2-40B4-BE49-F238E27FC236}">
                        <a16:creationId xmlns:a16="http://schemas.microsoft.com/office/drawing/2014/main" id="{E2FF2B8A-E442-D44D-AC7C-4983AB2B0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8" name="Straight Connector 1857">
                    <a:extLst>
                      <a:ext uri="{FF2B5EF4-FFF2-40B4-BE49-F238E27FC236}">
                        <a16:creationId xmlns:a16="http://schemas.microsoft.com/office/drawing/2014/main" id="{ABDC0C5B-631D-F843-B20F-ABDC0B3C163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859" name="Group 1858">
                    <a:extLst>
                      <a:ext uri="{FF2B5EF4-FFF2-40B4-BE49-F238E27FC236}">
                        <a16:creationId xmlns:a16="http://schemas.microsoft.com/office/drawing/2014/main" id="{956B12D5-2196-7041-A2CA-6CBFE9C8FC1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60" name="Rectangle 1859">
                      <a:extLst>
                        <a:ext uri="{FF2B5EF4-FFF2-40B4-BE49-F238E27FC236}">
                          <a16:creationId xmlns:a16="http://schemas.microsoft.com/office/drawing/2014/main" id="{38FF455F-65DB-2947-A056-1C1C20F54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61" name="Freeform 1860">
                      <a:extLst>
                        <a:ext uri="{FF2B5EF4-FFF2-40B4-BE49-F238E27FC236}">
                          <a16:creationId xmlns:a16="http://schemas.microsoft.com/office/drawing/2014/main" id="{07494E51-DD96-E246-A12C-DDFEDBD2B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62" name="Group 1861">
                      <a:extLst>
                        <a:ext uri="{FF2B5EF4-FFF2-40B4-BE49-F238E27FC236}">
                          <a16:creationId xmlns:a16="http://schemas.microsoft.com/office/drawing/2014/main" id="{BD4E5958-B01F-AC4E-80B9-A5516CBD77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63" name="Freeform 1862">
                        <a:extLst>
                          <a:ext uri="{FF2B5EF4-FFF2-40B4-BE49-F238E27FC236}">
                            <a16:creationId xmlns:a16="http://schemas.microsoft.com/office/drawing/2014/main" id="{185F4A25-2DF6-FF44-95E0-63F12D3FB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4" name="Freeform 1863">
                        <a:extLst>
                          <a:ext uri="{FF2B5EF4-FFF2-40B4-BE49-F238E27FC236}">
                            <a16:creationId xmlns:a16="http://schemas.microsoft.com/office/drawing/2014/main" id="{D2D6C681-5DDF-0149-A205-EA3FBE9BF5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5" name="Freeform 1864">
                        <a:extLst>
                          <a:ext uri="{FF2B5EF4-FFF2-40B4-BE49-F238E27FC236}">
                            <a16:creationId xmlns:a16="http://schemas.microsoft.com/office/drawing/2014/main" id="{C1E10826-114D-DC49-8E2E-CC0C58DC5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6" name="Freeform 1865">
                        <a:extLst>
                          <a:ext uri="{FF2B5EF4-FFF2-40B4-BE49-F238E27FC236}">
                            <a16:creationId xmlns:a16="http://schemas.microsoft.com/office/drawing/2014/main" id="{91AF01CE-A32D-5F40-B140-BDD694185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1" name="Group 1770">
                  <a:extLst>
                    <a:ext uri="{FF2B5EF4-FFF2-40B4-BE49-F238E27FC236}">
                      <a16:creationId xmlns:a16="http://schemas.microsoft.com/office/drawing/2014/main" id="{3D36012B-3092-DC4B-A45D-E4DA330F9C00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74" name="Group 506">
                    <a:extLst>
                      <a:ext uri="{FF2B5EF4-FFF2-40B4-BE49-F238E27FC236}">
                        <a16:creationId xmlns:a16="http://schemas.microsoft.com/office/drawing/2014/main" id="{BCA82811-9227-0544-B00C-421C9B991F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08" name="Rectangle 1807">
                      <a:extLst>
                        <a:ext uri="{FF2B5EF4-FFF2-40B4-BE49-F238E27FC236}">
                          <a16:creationId xmlns:a16="http://schemas.microsoft.com/office/drawing/2014/main" id="{A1B9DD8A-0B24-F34C-A212-E234ECC44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09" name="Straight Connector 1808">
                      <a:extLst>
                        <a:ext uri="{FF2B5EF4-FFF2-40B4-BE49-F238E27FC236}">
                          <a16:creationId xmlns:a16="http://schemas.microsoft.com/office/drawing/2014/main" id="{9CE0A615-7870-AE46-B225-DF02A3C086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0" name="Rectangle 1809">
                      <a:extLst>
                        <a:ext uri="{FF2B5EF4-FFF2-40B4-BE49-F238E27FC236}">
                          <a16:creationId xmlns:a16="http://schemas.microsoft.com/office/drawing/2014/main" id="{3AA7170B-6AD7-6647-AEBE-8A68A8AD1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1" name="Straight Connector 1810">
                      <a:extLst>
                        <a:ext uri="{FF2B5EF4-FFF2-40B4-BE49-F238E27FC236}">
                          <a16:creationId xmlns:a16="http://schemas.microsoft.com/office/drawing/2014/main" id="{39FD3D1C-308C-F24A-AA05-151696C870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2" name="Rectangle 1811">
                      <a:extLst>
                        <a:ext uri="{FF2B5EF4-FFF2-40B4-BE49-F238E27FC236}">
                          <a16:creationId xmlns:a16="http://schemas.microsoft.com/office/drawing/2014/main" id="{52F9AFD6-77C6-1740-AC88-13E15BB4F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13" name="Rectangle 1812">
                      <a:extLst>
                        <a:ext uri="{FF2B5EF4-FFF2-40B4-BE49-F238E27FC236}">
                          <a16:creationId xmlns:a16="http://schemas.microsoft.com/office/drawing/2014/main" id="{1574F6DF-CB43-AF4B-8FA3-3ECF05148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4" name="Straight Connector 1813">
                      <a:extLst>
                        <a:ext uri="{FF2B5EF4-FFF2-40B4-BE49-F238E27FC236}">
                          <a16:creationId xmlns:a16="http://schemas.microsoft.com/office/drawing/2014/main" id="{DA67B652-F170-AD41-A51F-4DD691506D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15" name="Group 544">
                      <a:extLst>
                        <a:ext uri="{FF2B5EF4-FFF2-40B4-BE49-F238E27FC236}">
                          <a16:creationId xmlns:a16="http://schemas.microsoft.com/office/drawing/2014/main" id="{73DB55B1-D6F7-ED49-99AD-F92473CC47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3" name="Straight Connector 1842">
                        <a:extLst>
                          <a:ext uri="{FF2B5EF4-FFF2-40B4-BE49-F238E27FC236}">
                            <a16:creationId xmlns:a16="http://schemas.microsoft.com/office/drawing/2014/main" id="{34B55196-30B2-494E-8726-4041D09D6A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4" name="Straight Connector 1843">
                        <a:extLst>
                          <a:ext uri="{FF2B5EF4-FFF2-40B4-BE49-F238E27FC236}">
                            <a16:creationId xmlns:a16="http://schemas.microsoft.com/office/drawing/2014/main" id="{EFF65A09-87EE-8E42-AAD1-D58C93426F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6" name="Group 547">
                      <a:extLst>
                        <a:ext uri="{FF2B5EF4-FFF2-40B4-BE49-F238E27FC236}">
                          <a16:creationId xmlns:a16="http://schemas.microsoft.com/office/drawing/2014/main" id="{F3802048-A2AE-DF43-8487-0853816CED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1" name="Straight Connector 1840">
                        <a:extLst>
                          <a:ext uri="{FF2B5EF4-FFF2-40B4-BE49-F238E27FC236}">
                            <a16:creationId xmlns:a16="http://schemas.microsoft.com/office/drawing/2014/main" id="{8ED5A577-6AED-E840-8D49-EF1ABC3FB9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2" name="Straight Connector 1841">
                        <a:extLst>
                          <a:ext uri="{FF2B5EF4-FFF2-40B4-BE49-F238E27FC236}">
                            <a16:creationId xmlns:a16="http://schemas.microsoft.com/office/drawing/2014/main" id="{3D7AA107-6F76-6143-82DE-C6AD3B5C1F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7" name="Group 549">
                      <a:extLst>
                        <a:ext uri="{FF2B5EF4-FFF2-40B4-BE49-F238E27FC236}">
                          <a16:creationId xmlns:a16="http://schemas.microsoft.com/office/drawing/2014/main" id="{566FA66C-A7F2-9F48-817A-41F22111C6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9" name="Straight Connector 1838">
                        <a:extLst>
                          <a:ext uri="{FF2B5EF4-FFF2-40B4-BE49-F238E27FC236}">
                            <a16:creationId xmlns:a16="http://schemas.microsoft.com/office/drawing/2014/main" id="{76ADCF58-ED11-DF45-BD9F-96A64D446F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0" name="Straight Connector 1839">
                        <a:extLst>
                          <a:ext uri="{FF2B5EF4-FFF2-40B4-BE49-F238E27FC236}">
                            <a16:creationId xmlns:a16="http://schemas.microsoft.com/office/drawing/2014/main" id="{796D2B70-2EBD-FD44-93B3-C7F4AD9954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8" name="Group 550">
                      <a:extLst>
                        <a:ext uri="{FF2B5EF4-FFF2-40B4-BE49-F238E27FC236}">
                          <a16:creationId xmlns:a16="http://schemas.microsoft.com/office/drawing/2014/main" id="{194507E7-BC25-8D45-9D1A-F940BCD174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7" name="Straight Connector 1836">
                        <a:extLst>
                          <a:ext uri="{FF2B5EF4-FFF2-40B4-BE49-F238E27FC236}">
                            <a16:creationId xmlns:a16="http://schemas.microsoft.com/office/drawing/2014/main" id="{CB2CBAD1-FD70-BB43-8DF7-2A1CB55C4E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8" name="Straight Connector 1837">
                        <a:extLst>
                          <a:ext uri="{FF2B5EF4-FFF2-40B4-BE49-F238E27FC236}">
                            <a16:creationId xmlns:a16="http://schemas.microsoft.com/office/drawing/2014/main" id="{3A297A54-A60D-1541-82D6-AFFBB4AF3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9" name="Group 551">
                      <a:extLst>
                        <a:ext uri="{FF2B5EF4-FFF2-40B4-BE49-F238E27FC236}">
                          <a16:creationId xmlns:a16="http://schemas.microsoft.com/office/drawing/2014/main" id="{5B2A91D8-C36F-D246-A3E9-527CDE7A95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5" name="Straight Connector 1834">
                        <a:extLst>
                          <a:ext uri="{FF2B5EF4-FFF2-40B4-BE49-F238E27FC236}">
                            <a16:creationId xmlns:a16="http://schemas.microsoft.com/office/drawing/2014/main" id="{8406D418-BBB7-264C-A253-7EA10A53F4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6" name="Straight Connector 1835">
                        <a:extLst>
                          <a:ext uri="{FF2B5EF4-FFF2-40B4-BE49-F238E27FC236}">
                            <a16:creationId xmlns:a16="http://schemas.microsoft.com/office/drawing/2014/main" id="{04953AC1-B29B-DC49-BBB4-DEB14E831F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0" name="Group 552">
                      <a:extLst>
                        <a:ext uri="{FF2B5EF4-FFF2-40B4-BE49-F238E27FC236}">
                          <a16:creationId xmlns:a16="http://schemas.microsoft.com/office/drawing/2014/main" id="{5D43D0F3-09A8-BD41-9F0D-B17D0D2002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3" name="Straight Connector 1832">
                        <a:extLst>
                          <a:ext uri="{FF2B5EF4-FFF2-40B4-BE49-F238E27FC236}">
                            <a16:creationId xmlns:a16="http://schemas.microsoft.com/office/drawing/2014/main" id="{1154FA02-A810-EF4E-91E5-2399D376E60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4" name="Straight Connector 1833">
                        <a:extLst>
                          <a:ext uri="{FF2B5EF4-FFF2-40B4-BE49-F238E27FC236}">
                            <a16:creationId xmlns:a16="http://schemas.microsoft.com/office/drawing/2014/main" id="{47E11670-C1F5-AD47-A5B7-3F50ED3E92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1" name="Group 555">
                      <a:extLst>
                        <a:ext uri="{FF2B5EF4-FFF2-40B4-BE49-F238E27FC236}">
                          <a16:creationId xmlns:a16="http://schemas.microsoft.com/office/drawing/2014/main" id="{16B49239-8CB4-574C-AA9B-553B0C67FB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1" name="Straight Connector 1830">
                        <a:extLst>
                          <a:ext uri="{FF2B5EF4-FFF2-40B4-BE49-F238E27FC236}">
                            <a16:creationId xmlns:a16="http://schemas.microsoft.com/office/drawing/2014/main" id="{5F760CFF-724D-F34F-87B5-03A122602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2" name="Straight Connector 1831">
                        <a:extLst>
                          <a:ext uri="{FF2B5EF4-FFF2-40B4-BE49-F238E27FC236}">
                            <a16:creationId xmlns:a16="http://schemas.microsoft.com/office/drawing/2014/main" id="{C51BEBD8-3A24-2442-B016-18BC3A6626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2" name="Group 556">
                      <a:extLst>
                        <a:ext uri="{FF2B5EF4-FFF2-40B4-BE49-F238E27FC236}">
                          <a16:creationId xmlns:a16="http://schemas.microsoft.com/office/drawing/2014/main" id="{B72989D4-2EAC-2E47-BFD8-DFC7E99C173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9" name="Straight Connector 1828">
                        <a:extLst>
                          <a:ext uri="{FF2B5EF4-FFF2-40B4-BE49-F238E27FC236}">
                            <a16:creationId xmlns:a16="http://schemas.microsoft.com/office/drawing/2014/main" id="{404E78CE-2401-9A48-A19A-9CB50ABD65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0" name="Straight Connector 1829">
                        <a:extLst>
                          <a:ext uri="{FF2B5EF4-FFF2-40B4-BE49-F238E27FC236}">
                            <a16:creationId xmlns:a16="http://schemas.microsoft.com/office/drawing/2014/main" id="{A747BFF1-1260-414D-8698-1815DC8462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3" name="Group 557">
                      <a:extLst>
                        <a:ext uri="{FF2B5EF4-FFF2-40B4-BE49-F238E27FC236}">
                          <a16:creationId xmlns:a16="http://schemas.microsoft.com/office/drawing/2014/main" id="{DFFBAF84-8CCB-0C4C-ABA0-5903B4D46BF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7" name="Straight Connector 1826">
                        <a:extLst>
                          <a:ext uri="{FF2B5EF4-FFF2-40B4-BE49-F238E27FC236}">
                            <a16:creationId xmlns:a16="http://schemas.microsoft.com/office/drawing/2014/main" id="{9430426D-8586-4F4E-BB4F-35427CC31D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8" name="Straight Connector 1827">
                        <a:extLst>
                          <a:ext uri="{FF2B5EF4-FFF2-40B4-BE49-F238E27FC236}">
                            <a16:creationId xmlns:a16="http://schemas.microsoft.com/office/drawing/2014/main" id="{BFBE0B40-ABDE-2548-9C7F-EACAE29B0F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4" name="Group 558">
                      <a:extLst>
                        <a:ext uri="{FF2B5EF4-FFF2-40B4-BE49-F238E27FC236}">
                          <a16:creationId xmlns:a16="http://schemas.microsoft.com/office/drawing/2014/main" id="{1A75E5FF-2C14-A843-9786-C173924C05E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5" name="Straight Connector 1824">
                        <a:extLst>
                          <a:ext uri="{FF2B5EF4-FFF2-40B4-BE49-F238E27FC236}">
                            <a16:creationId xmlns:a16="http://schemas.microsoft.com/office/drawing/2014/main" id="{888BFD02-C785-C547-9B2E-669F247572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6" name="Straight Connector 1825">
                        <a:extLst>
                          <a:ext uri="{FF2B5EF4-FFF2-40B4-BE49-F238E27FC236}">
                            <a16:creationId xmlns:a16="http://schemas.microsoft.com/office/drawing/2014/main" id="{3ABBB117-5D16-C743-A1F7-E00BB5D19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75" name="Straight Connector 1774">
                    <a:extLst>
                      <a:ext uri="{FF2B5EF4-FFF2-40B4-BE49-F238E27FC236}">
                        <a16:creationId xmlns:a16="http://schemas.microsoft.com/office/drawing/2014/main" id="{AD7A74AB-0FB7-794B-9A0E-590182F7F5C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6" name="Straight Connector 1775">
                    <a:extLst>
                      <a:ext uri="{FF2B5EF4-FFF2-40B4-BE49-F238E27FC236}">
                        <a16:creationId xmlns:a16="http://schemas.microsoft.com/office/drawing/2014/main" id="{C579C6B8-55C3-3042-B668-C6A0E5E3607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7" name="Straight Connector 1776">
                    <a:extLst>
                      <a:ext uri="{FF2B5EF4-FFF2-40B4-BE49-F238E27FC236}">
                        <a16:creationId xmlns:a16="http://schemas.microsoft.com/office/drawing/2014/main" id="{C7BA2F1E-5F64-5340-8FED-E94435447D0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8" name="Straight Connector 1777">
                    <a:extLst>
                      <a:ext uri="{FF2B5EF4-FFF2-40B4-BE49-F238E27FC236}">
                        <a16:creationId xmlns:a16="http://schemas.microsoft.com/office/drawing/2014/main" id="{F7BBB38F-69AB-5348-9A5E-CA4B20BBED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9" name="Straight Connector 1778">
                    <a:extLst>
                      <a:ext uri="{FF2B5EF4-FFF2-40B4-BE49-F238E27FC236}">
                        <a16:creationId xmlns:a16="http://schemas.microsoft.com/office/drawing/2014/main" id="{498BD04B-F6B0-0545-8455-63567DD4F86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0" name="Straight Connector 1779">
                    <a:extLst>
                      <a:ext uri="{FF2B5EF4-FFF2-40B4-BE49-F238E27FC236}">
                        <a16:creationId xmlns:a16="http://schemas.microsoft.com/office/drawing/2014/main" id="{20695DF7-23BE-244C-B2E3-D74A174117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1" name="Straight Connector 1780">
                    <a:extLst>
                      <a:ext uri="{FF2B5EF4-FFF2-40B4-BE49-F238E27FC236}">
                        <a16:creationId xmlns:a16="http://schemas.microsoft.com/office/drawing/2014/main" id="{73258B18-125F-384C-B93D-D737818AB7C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2" name="Straight Connector 1781">
                    <a:extLst>
                      <a:ext uri="{FF2B5EF4-FFF2-40B4-BE49-F238E27FC236}">
                        <a16:creationId xmlns:a16="http://schemas.microsoft.com/office/drawing/2014/main" id="{1C0173F1-0BC2-1240-B32E-9ABEC93AD6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3" name="Straight Connector 1782">
                    <a:extLst>
                      <a:ext uri="{FF2B5EF4-FFF2-40B4-BE49-F238E27FC236}">
                        <a16:creationId xmlns:a16="http://schemas.microsoft.com/office/drawing/2014/main" id="{D732C71D-D0C4-064A-B7E8-4AFCE242495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4" name="Straight Connector 1783">
                    <a:extLst>
                      <a:ext uri="{FF2B5EF4-FFF2-40B4-BE49-F238E27FC236}">
                        <a16:creationId xmlns:a16="http://schemas.microsoft.com/office/drawing/2014/main" id="{F119AE55-0D09-F045-A8B2-EF86E772422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8" name="Straight Connector 1787">
                    <a:extLst>
                      <a:ext uri="{FF2B5EF4-FFF2-40B4-BE49-F238E27FC236}">
                        <a16:creationId xmlns:a16="http://schemas.microsoft.com/office/drawing/2014/main" id="{A27891FB-A674-1A47-8FDA-6245F5410C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9" name="Straight Connector 1788">
                    <a:extLst>
                      <a:ext uri="{FF2B5EF4-FFF2-40B4-BE49-F238E27FC236}">
                        <a16:creationId xmlns:a16="http://schemas.microsoft.com/office/drawing/2014/main" id="{6C330FCB-CF62-EC49-A6C1-F778CA65A4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0" name="Straight Connector 1789">
                    <a:extLst>
                      <a:ext uri="{FF2B5EF4-FFF2-40B4-BE49-F238E27FC236}">
                        <a16:creationId xmlns:a16="http://schemas.microsoft.com/office/drawing/2014/main" id="{03F74155-1FD9-784B-BE58-83650BB1CFA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91" name="Group 1790">
                    <a:extLst>
                      <a:ext uri="{FF2B5EF4-FFF2-40B4-BE49-F238E27FC236}">
                        <a16:creationId xmlns:a16="http://schemas.microsoft.com/office/drawing/2014/main" id="{38905CFB-3FE7-3948-AEC7-E0A34265C557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01" name="Rectangle 1800">
                      <a:extLst>
                        <a:ext uri="{FF2B5EF4-FFF2-40B4-BE49-F238E27FC236}">
                          <a16:creationId xmlns:a16="http://schemas.microsoft.com/office/drawing/2014/main" id="{F230FD27-1870-1C4F-BFCA-7A56C52FC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2" name="Freeform 1801">
                      <a:extLst>
                        <a:ext uri="{FF2B5EF4-FFF2-40B4-BE49-F238E27FC236}">
                          <a16:creationId xmlns:a16="http://schemas.microsoft.com/office/drawing/2014/main" id="{5727D0E3-A515-974B-96F7-56665162A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ED2A7547-5974-3340-AF42-C58CA0D848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04" name="Freeform 1803">
                        <a:extLst>
                          <a:ext uri="{FF2B5EF4-FFF2-40B4-BE49-F238E27FC236}">
                            <a16:creationId xmlns:a16="http://schemas.microsoft.com/office/drawing/2014/main" id="{AB8E815F-979F-304E-88F9-83428C3AAD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5" name="Freeform 1804">
                        <a:extLst>
                          <a:ext uri="{FF2B5EF4-FFF2-40B4-BE49-F238E27FC236}">
                            <a16:creationId xmlns:a16="http://schemas.microsoft.com/office/drawing/2014/main" id="{5E3D25EC-838C-6742-A709-661E74E42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6" name="Freeform 1805">
                        <a:extLst>
                          <a:ext uri="{FF2B5EF4-FFF2-40B4-BE49-F238E27FC236}">
                            <a16:creationId xmlns:a16="http://schemas.microsoft.com/office/drawing/2014/main" id="{C097B325-65C4-E940-8813-0337B478DA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7" name="Freeform 1806">
                        <a:extLst>
                          <a:ext uri="{FF2B5EF4-FFF2-40B4-BE49-F238E27FC236}">
                            <a16:creationId xmlns:a16="http://schemas.microsoft.com/office/drawing/2014/main" id="{396E5FFF-EAAA-9742-B0A9-3CF379F45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772" name="TextBox 1771">
                  <a:extLst>
                    <a:ext uri="{FF2B5EF4-FFF2-40B4-BE49-F238E27FC236}">
                      <a16:creationId xmlns:a16="http://schemas.microsoft.com/office/drawing/2014/main" id="{5BCC5273-EB0C-5E46-B6FE-289D8A5865F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773" name="TextBox 1772">
                  <a:extLst>
                    <a:ext uri="{FF2B5EF4-FFF2-40B4-BE49-F238E27FC236}">
                      <a16:creationId xmlns:a16="http://schemas.microsoft.com/office/drawing/2014/main" id="{6A5BE981-FDB9-1348-8665-35D8CE038379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6" name="Group 1205">
                <a:extLst>
                  <a:ext uri="{FF2B5EF4-FFF2-40B4-BE49-F238E27FC236}">
                    <a16:creationId xmlns:a16="http://schemas.microsoft.com/office/drawing/2014/main" id="{544660FD-491B-9749-8AC9-67E3B393F3E2}"/>
                  </a:ext>
                </a:extLst>
              </p:cNvPr>
              <p:cNvGrpSpPr/>
              <p:nvPr/>
            </p:nvGrpSpPr>
            <p:grpSpPr>
              <a:xfrm>
                <a:off x="2237643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DD66FF53-5699-1943-A377-A5D7199BFCBF}"/>
                    </a:ext>
                  </a:extLst>
                </p:cNvPr>
                <p:cNvCxnSpPr>
                  <a:cxnSpLocks/>
                  <a:endCxn id="1723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1" name="Straight Connector 1510">
                  <a:extLst>
                    <a:ext uri="{FF2B5EF4-FFF2-40B4-BE49-F238E27FC236}">
                      <a16:creationId xmlns:a16="http://schemas.microsoft.com/office/drawing/2014/main" id="{1FF3CDE6-73ED-964B-8A77-1EA4D79DEEB6}"/>
                    </a:ext>
                  </a:extLst>
                </p:cNvPr>
                <p:cNvCxnSpPr>
                  <a:cxnSpLocks/>
                  <a:endCxn id="1667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2" name="Straight Connector 1511">
                  <a:extLst>
                    <a:ext uri="{FF2B5EF4-FFF2-40B4-BE49-F238E27FC236}">
                      <a16:creationId xmlns:a16="http://schemas.microsoft.com/office/drawing/2014/main" id="{E5B4F663-65A0-D24F-972A-1CA5CB687A20}"/>
                    </a:ext>
                  </a:extLst>
                </p:cNvPr>
                <p:cNvCxnSpPr>
                  <a:cxnSpLocks/>
                  <a:endCxn id="1538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3" name="Group 1512">
                  <a:extLst>
                    <a:ext uri="{FF2B5EF4-FFF2-40B4-BE49-F238E27FC236}">
                      <a16:creationId xmlns:a16="http://schemas.microsoft.com/office/drawing/2014/main" id="{3165E7AA-246B-C242-A170-EFB124D0A9E6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05" name="Group 506">
                    <a:extLst>
                      <a:ext uri="{FF2B5EF4-FFF2-40B4-BE49-F238E27FC236}">
                        <a16:creationId xmlns:a16="http://schemas.microsoft.com/office/drawing/2014/main" id="{AEB52B3E-BD09-614B-A906-C63BD19249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727" name="Rectangle 1726">
                      <a:extLst>
                        <a:ext uri="{FF2B5EF4-FFF2-40B4-BE49-F238E27FC236}">
                          <a16:creationId xmlns:a16="http://schemas.microsoft.com/office/drawing/2014/main" id="{63EC7565-97A8-0544-9FE6-CB5E38009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28" name="Straight Connector 1727">
                      <a:extLst>
                        <a:ext uri="{FF2B5EF4-FFF2-40B4-BE49-F238E27FC236}">
                          <a16:creationId xmlns:a16="http://schemas.microsoft.com/office/drawing/2014/main" id="{2F1A963B-5136-4E44-9387-7A675515E1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29" name="Rectangle 1728">
                      <a:extLst>
                        <a:ext uri="{FF2B5EF4-FFF2-40B4-BE49-F238E27FC236}">
                          <a16:creationId xmlns:a16="http://schemas.microsoft.com/office/drawing/2014/main" id="{F758014E-A7DF-F54C-B833-B6E52050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0" name="Straight Connector 1729">
                      <a:extLst>
                        <a:ext uri="{FF2B5EF4-FFF2-40B4-BE49-F238E27FC236}">
                          <a16:creationId xmlns:a16="http://schemas.microsoft.com/office/drawing/2014/main" id="{5F124483-BB8B-8D41-9A57-71D73A2380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31" name="Rectangle 1730">
                      <a:extLst>
                        <a:ext uri="{FF2B5EF4-FFF2-40B4-BE49-F238E27FC236}">
                          <a16:creationId xmlns:a16="http://schemas.microsoft.com/office/drawing/2014/main" id="{5142A0C2-E131-A54F-B0A8-2DF1F84D5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732" name="Rectangle 1731">
                      <a:extLst>
                        <a:ext uri="{FF2B5EF4-FFF2-40B4-BE49-F238E27FC236}">
                          <a16:creationId xmlns:a16="http://schemas.microsoft.com/office/drawing/2014/main" id="{A5F05DFA-84FA-AB47-9674-B6E3DAD8F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3" name="Straight Connector 1732">
                      <a:extLst>
                        <a:ext uri="{FF2B5EF4-FFF2-40B4-BE49-F238E27FC236}">
                          <a16:creationId xmlns:a16="http://schemas.microsoft.com/office/drawing/2014/main" id="{7A764358-46BC-974D-9CD1-96E850679C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734" name="Group 544">
                      <a:extLst>
                        <a:ext uri="{FF2B5EF4-FFF2-40B4-BE49-F238E27FC236}">
                          <a16:creationId xmlns:a16="http://schemas.microsoft.com/office/drawing/2014/main" id="{B046044C-A6EE-8140-AE39-1F104FA717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2" name="Straight Connector 1761">
                        <a:extLst>
                          <a:ext uri="{FF2B5EF4-FFF2-40B4-BE49-F238E27FC236}">
                            <a16:creationId xmlns:a16="http://schemas.microsoft.com/office/drawing/2014/main" id="{F2B9344E-4F4C-5D4C-9102-FD54C04F9A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3" name="Straight Connector 1762">
                        <a:extLst>
                          <a:ext uri="{FF2B5EF4-FFF2-40B4-BE49-F238E27FC236}">
                            <a16:creationId xmlns:a16="http://schemas.microsoft.com/office/drawing/2014/main" id="{EEE2F09F-6BED-DA40-A196-F08DFBD7D8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5" name="Group 547">
                      <a:extLst>
                        <a:ext uri="{FF2B5EF4-FFF2-40B4-BE49-F238E27FC236}">
                          <a16:creationId xmlns:a16="http://schemas.microsoft.com/office/drawing/2014/main" id="{0AFCCDB1-94EA-A242-9C8C-7ECF7D6EF3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0" name="Straight Connector 1759">
                        <a:extLst>
                          <a:ext uri="{FF2B5EF4-FFF2-40B4-BE49-F238E27FC236}">
                            <a16:creationId xmlns:a16="http://schemas.microsoft.com/office/drawing/2014/main" id="{127C6E50-D41F-3345-85E3-8193559AC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1" name="Straight Connector 1760">
                        <a:extLst>
                          <a:ext uri="{FF2B5EF4-FFF2-40B4-BE49-F238E27FC236}">
                            <a16:creationId xmlns:a16="http://schemas.microsoft.com/office/drawing/2014/main" id="{C281C815-866C-F244-8C18-443BE50302B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6" name="Group 549">
                      <a:extLst>
                        <a:ext uri="{FF2B5EF4-FFF2-40B4-BE49-F238E27FC236}">
                          <a16:creationId xmlns:a16="http://schemas.microsoft.com/office/drawing/2014/main" id="{B9C51F11-9664-A24E-ABD0-6C95F1EEBC1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8" name="Straight Connector 1757">
                        <a:extLst>
                          <a:ext uri="{FF2B5EF4-FFF2-40B4-BE49-F238E27FC236}">
                            <a16:creationId xmlns:a16="http://schemas.microsoft.com/office/drawing/2014/main" id="{5173CA2D-A1C5-1247-BAEE-EA644FD126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9" name="Straight Connector 1758">
                        <a:extLst>
                          <a:ext uri="{FF2B5EF4-FFF2-40B4-BE49-F238E27FC236}">
                            <a16:creationId xmlns:a16="http://schemas.microsoft.com/office/drawing/2014/main" id="{70718F0D-2369-C145-987F-3D3F665EE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7" name="Group 550">
                      <a:extLst>
                        <a:ext uri="{FF2B5EF4-FFF2-40B4-BE49-F238E27FC236}">
                          <a16:creationId xmlns:a16="http://schemas.microsoft.com/office/drawing/2014/main" id="{E3952A44-E5C5-694E-9EE6-EDBEC0E08A2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6" name="Straight Connector 1755">
                        <a:extLst>
                          <a:ext uri="{FF2B5EF4-FFF2-40B4-BE49-F238E27FC236}">
                            <a16:creationId xmlns:a16="http://schemas.microsoft.com/office/drawing/2014/main" id="{61C7416E-FBFA-B84E-A717-9E2D44B384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7" name="Straight Connector 1756">
                        <a:extLst>
                          <a:ext uri="{FF2B5EF4-FFF2-40B4-BE49-F238E27FC236}">
                            <a16:creationId xmlns:a16="http://schemas.microsoft.com/office/drawing/2014/main" id="{5AF93D17-241E-F949-8513-A7AF806259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8" name="Group 551">
                      <a:extLst>
                        <a:ext uri="{FF2B5EF4-FFF2-40B4-BE49-F238E27FC236}">
                          <a16:creationId xmlns:a16="http://schemas.microsoft.com/office/drawing/2014/main" id="{4C3F9D80-4613-634D-A4D7-AAC91C935FD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4" name="Straight Connector 1753">
                        <a:extLst>
                          <a:ext uri="{FF2B5EF4-FFF2-40B4-BE49-F238E27FC236}">
                            <a16:creationId xmlns:a16="http://schemas.microsoft.com/office/drawing/2014/main" id="{D8E155DE-C1EB-524F-8B84-678EDAA88F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5" name="Straight Connector 1754">
                        <a:extLst>
                          <a:ext uri="{FF2B5EF4-FFF2-40B4-BE49-F238E27FC236}">
                            <a16:creationId xmlns:a16="http://schemas.microsoft.com/office/drawing/2014/main" id="{3A4782C8-17EE-C042-AFC6-9021973891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9" name="Group 552">
                      <a:extLst>
                        <a:ext uri="{FF2B5EF4-FFF2-40B4-BE49-F238E27FC236}">
                          <a16:creationId xmlns:a16="http://schemas.microsoft.com/office/drawing/2014/main" id="{FE3653B5-FB4F-2C41-B084-D065A95A9F9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2" name="Straight Connector 1751">
                        <a:extLst>
                          <a:ext uri="{FF2B5EF4-FFF2-40B4-BE49-F238E27FC236}">
                            <a16:creationId xmlns:a16="http://schemas.microsoft.com/office/drawing/2014/main" id="{341BC348-B5CC-B248-B60B-BF5E2AA806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3" name="Straight Connector 1752">
                        <a:extLst>
                          <a:ext uri="{FF2B5EF4-FFF2-40B4-BE49-F238E27FC236}">
                            <a16:creationId xmlns:a16="http://schemas.microsoft.com/office/drawing/2014/main" id="{FDF61253-DEB5-8545-81C5-C4FA6E48FF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0" name="Group 555">
                      <a:extLst>
                        <a:ext uri="{FF2B5EF4-FFF2-40B4-BE49-F238E27FC236}">
                          <a16:creationId xmlns:a16="http://schemas.microsoft.com/office/drawing/2014/main" id="{B5D9B388-AD6D-3341-94DA-E4607632020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0" name="Straight Connector 1749">
                        <a:extLst>
                          <a:ext uri="{FF2B5EF4-FFF2-40B4-BE49-F238E27FC236}">
                            <a16:creationId xmlns:a16="http://schemas.microsoft.com/office/drawing/2014/main" id="{7CC4036E-4981-6C4D-83A3-F1BFA414C9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1" name="Straight Connector 1750">
                        <a:extLst>
                          <a:ext uri="{FF2B5EF4-FFF2-40B4-BE49-F238E27FC236}">
                            <a16:creationId xmlns:a16="http://schemas.microsoft.com/office/drawing/2014/main" id="{0BF55693-05AC-114B-AB09-9F6EE84250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1" name="Group 556">
                      <a:extLst>
                        <a:ext uri="{FF2B5EF4-FFF2-40B4-BE49-F238E27FC236}">
                          <a16:creationId xmlns:a16="http://schemas.microsoft.com/office/drawing/2014/main" id="{FDAFF9AC-EDF7-1B4B-9B5D-E8223BAAC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8" name="Straight Connector 1747">
                        <a:extLst>
                          <a:ext uri="{FF2B5EF4-FFF2-40B4-BE49-F238E27FC236}">
                            <a16:creationId xmlns:a16="http://schemas.microsoft.com/office/drawing/2014/main" id="{CA5971C8-CD89-8E43-A072-9D3DA99D5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9" name="Straight Connector 1748">
                        <a:extLst>
                          <a:ext uri="{FF2B5EF4-FFF2-40B4-BE49-F238E27FC236}">
                            <a16:creationId xmlns:a16="http://schemas.microsoft.com/office/drawing/2014/main" id="{F1E8BF7B-E572-2142-AAD8-E2FA16259BD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2" name="Group 557">
                      <a:extLst>
                        <a:ext uri="{FF2B5EF4-FFF2-40B4-BE49-F238E27FC236}">
                          <a16:creationId xmlns:a16="http://schemas.microsoft.com/office/drawing/2014/main" id="{7C717A64-01E7-BB47-B4CF-CFE5185BBC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6" name="Straight Connector 1745">
                        <a:extLst>
                          <a:ext uri="{FF2B5EF4-FFF2-40B4-BE49-F238E27FC236}">
                            <a16:creationId xmlns:a16="http://schemas.microsoft.com/office/drawing/2014/main" id="{61D1E690-BC57-E549-807D-FFC048D0E8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7" name="Straight Connector 1746">
                        <a:extLst>
                          <a:ext uri="{FF2B5EF4-FFF2-40B4-BE49-F238E27FC236}">
                            <a16:creationId xmlns:a16="http://schemas.microsoft.com/office/drawing/2014/main" id="{30050827-B422-674E-A9A4-37102E7F1B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3" name="Group 558">
                      <a:extLst>
                        <a:ext uri="{FF2B5EF4-FFF2-40B4-BE49-F238E27FC236}">
                          <a16:creationId xmlns:a16="http://schemas.microsoft.com/office/drawing/2014/main" id="{8018F6D3-D9D4-5F43-864E-30C7B44302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4" name="Straight Connector 1743">
                        <a:extLst>
                          <a:ext uri="{FF2B5EF4-FFF2-40B4-BE49-F238E27FC236}">
                            <a16:creationId xmlns:a16="http://schemas.microsoft.com/office/drawing/2014/main" id="{DEF86B27-C3D7-F74B-9917-42E830F3DD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5" name="Straight Connector 1744">
                        <a:extLst>
                          <a:ext uri="{FF2B5EF4-FFF2-40B4-BE49-F238E27FC236}">
                            <a16:creationId xmlns:a16="http://schemas.microsoft.com/office/drawing/2014/main" id="{08FC4F9E-B66F-7741-9C2A-19CF27A3D95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06" name="Straight Connector 1705">
                    <a:extLst>
                      <a:ext uri="{FF2B5EF4-FFF2-40B4-BE49-F238E27FC236}">
                        <a16:creationId xmlns:a16="http://schemas.microsoft.com/office/drawing/2014/main" id="{4D96EB35-DC97-9C48-BFAB-6B32BE57224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7" name="Straight Connector 1706">
                    <a:extLst>
                      <a:ext uri="{FF2B5EF4-FFF2-40B4-BE49-F238E27FC236}">
                        <a16:creationId xmlns:a16="http://schemas.microsoft.com/office/drawing/2014/main" id="{2E25D9B8-7FAA-C248-8397-5545ED17774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8" name="Straight Connector 1707">
                    <a:extLst>
                      <a:ext uri="{FF2B5EF4-FFF2-40B4-BE49-F238E27FC236}">
                        <a16:creationId xmlns:a16="http://schemas.microsoft.com/office/drawing/2014/main" id="{570BB08A-966C-304D-8775-50046F3BB0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9" name="Straight Connector 1708">
                    <a:extLst>
                      <a:ext uri="{FF2B5EF4-FFF2-40B4-BE49-F238E27FC236}">
                        <a16:creationId xmlns:a16="http://schemas.microsoft.com/office/drawing/2014/main" id="{D3D1D543-C895-724A-9462-BD03CB9727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0" name="Straight Connector 1709">
                    <a:extLst>
                      <a:ext uri="{FF2B5EF4-FFF2-40B4-BE49-F238E27FC236}">
                        <a16:creationId xmlns:a16="http://schemas.microsoft.com/office/drawing/2014/main" id="{36E35136-0BAE-4F47-8F1E-A3A80807BF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1" name="Straight Connector 1710">
                    <a:extLst>
                      <a:ext uri="{FF2B5EF4-FFF2-40B4-BE49-F238E27FC236}">
                        <a16:creationId xmlns:a16="http://schemas.microsoft.com/office/drawing/2014/main" id="{74C0478B-ED7D-DC4D-B7BE-DB58A517AD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2" name="Straight Connector 1711">
                    <a:extLst>
                      <a:ext uri="{FF2B5EF4-FFF2-40B4-BE49-F238E27FC236}">
                        <a16:creationId xmlns:a16="http://schemas.microsoft.com/office/drawing/2014/main" id="{051284ED-A1C0-1B43-9339-C4F21999C35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3" name="Straight Connector 1712">
                    <a:extLst>
                      <a:ext uri="{FF2B5EF4-FFF2-40B4-BE49-F238E27FC236}">
                        <a16:creationId xmlns:a16="http://schemas.microsoft.com/office/drawing/2014/main" id="{D2FDE561-207B-3648-86B9-2152A472D06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4" name="Straight Connector 1713">
                    <a:extLst>
                      <a:ext uri="{FF2B5EF4-FFF2-40B4-BE49-F238E27FC236}">
                        <a16:creationId xmlns:a16="http://schemas.microsoft.com/office/drawing/2014/main" id="{5E120A65-88DD-BB4E-B1EF-719EB278AD2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5" name="Straight Connector 1714">
                    <a:extLst>
                      <a:ext uri="{FF2B5EF4-FFF2-40B4-BE49-F238E27FC236}">
                        <a16:creationId xmlns:a16="http://schemas.microsoft.com/office/drawing/2014/main" id="{BF8D7B35-A05B-2A40-ADDB-3D8539F9751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6" name="Straight Connector 1715">
                    <a:extLst>
                      <a:ext uri="{FF2B5EF4-FFF2-40B4-BE49-F238E27FC236}">
                        <a16:creationId xmlns:a16="http://schemas.microsoft.com/office/drawing/2014/main" id="{E7B1ED57-EC69-544D-800F-51877AC2FC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7" name="Straight Connector 1716">
                    <a:extLst>
                      <a:ext uri="{FF2B5EF4-FFF2-40B4-BE49-F238E27FC236}">
                        <a16:creationId xmlns:a16="http://schemas.microsoft.com/office/drawing/2014/main" id="{ED798959-80DF-134F-B07A-85EF32E0998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8" name="Straight Connector 1717">
                    <a:extLst>
                      <a:ext uri="{FF2B5EF4-FFF2-40B4-BE49-F238E27FC236}">
                        <a16:creationId xmlns:a16="http://schemas.microsoft.com/office/drawing/2014/main" id="{59BFC8E1-0D9E-1245-A53A-591BBB936B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19" name="Group 1718">
                    <a:extLst>
                      <a:ext uri="{FF2B5EF4-FFF2-40B4-BE49-F238E27FC236}">
                        <a16:creationId xmlns:a16="http://schemas.microsoft.com/office/drawing/2014/main" id="{797AD347-E4BA-2945-8E4C-7923811C18B5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720" name="Rectangle 1719">
                      <a:extLst>
                        <a:ext uri="{FF2B5EF4-FFF2-40B4-BE49-F238E27FC236}">
                          <a16:creationId xmlns:a16="http://schemas.microsoft.com/office/drawing/2014/main" id="{CC47BF45-BFAE-EF48-B1D5-C1227370C2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21" name="Freeform 1720">
                      <a:extLst>
                        <a:ext uri="{FF2B5EF4-FFF2-40B4-BE49-F238E27FC236}">
                          <a16:creationId xmlns:a16="http://schemas.microsoft.com/office/drawing/2014/main" id="{8914D417-0641-B24E-8C58-93BB09017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722" name="Group 1721">
                      <a:extLst>
                        <a:ext uri="{FF2B5EF4-FFF2-40B4-BE49-F238E27FC236}">
                          <a16:creationId xmlns:a16="http://schemas.microsoft.com/office/drawing/2014/main" id="{E30E7B47-D7D4-7A48-A1BE-EAB48EBF49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723" name="Freeform 1722">
                        <a:extLst>
                          <a:ext uri="{FF2B5EF4-FFF2-40B4-BE49-F238E27FC236}">
                            <a16:creationId xmlns:a16="http://schemas.microsoft.com/office/drawing/2014/main" id="{A2A13395-3FBB-0248-9F9A-578BC9D95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4" name="Freeform 1723">
                        <a:extLst>
                          <a:ext uri="{FF2B5EF4-FFF2-40B4-BE49-F238E27FC236}">
                            <a16:creationId xmlns:a16="http://schemas.microsoft.com/office/drawing/2014/main" id="{A151530E-240D-604E-BDE8-8C0DA36C4F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5" name="Freeform 1724">
                        <a:extLst>
                          <a:ext uri="{FF2B5EF4-FFF2-40B4-BE49-F238E27FC236}">
                            <a16:creationId xmlns:a16="http://schemas.microsoft.com/office/drawing/2014/main" id="{24696225-4AD3-1F4D-A5A4-2952B0E7F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6" name="Freeform 1725">
                        <a:extLst>
                          <a:ext uri="{FF2B5EF4-FFF2-40B4-BE49-F238E27FC236}">
                            <a16:creationId xmlns:a16="http://schemas.microsoft.com/office/drawing/2014/main" id="{6969A3CB-38DB-5244-90E8-B96ACD8E7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514" name="Straight Connector 1513">
                  <a:extLst>
                    <a:ext uri="{FF2B5EF4-FFF2-40B4-BE49-F238E27FC236}">
                      <a16:creationId xmlns:a16="http://schemas.microsoft.com/office/drawing/2014/main" id="{3FEFDD02-312D-3949-94DA-22F884A98FD5}"/>
                    </a:ext>
                  </a:extLst>
                </p:cNvPr>
                <p:cNvCxnSpPr>
                  <a:cxnSpLocks/>
                  <a:endCxn id="1605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5" name="Group 1514">
                  <a:extLst>
                    <a:ext uri="{FF2B5EF4-FFF2-40B4-BE49-F238E27FC236}">
                      <a16:creationId xmlns:a16="http://schemas.microsoft.com/office/drawing/2014/main" id="{1567E058-A6D6-6A49-94E6-DADA6C28406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646" name="Group 506">
                    <a:extLst>
                      <a:ext uri="{FF2B5EF4-FFF2-40B4-BE49-F238E27FC236}">
                        <a16:creationId xmlns:a16="http://schemas.microsoft.com/office/drawing/2014/main" id="{B960CBF9-9799-A44D-B49B-57F54F5C74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68" name="Rectangle 1667">
                      <a:extLst>
                        <a:ext uri="{FF2B5EF4-FFF2-40B4-BE49-F238E27FC236}">
                          <a16:creationId xmlns:a16="http://schemas.microsoft.com/office/drawing/2014/main" id="{A9C2F31B-71D2-9742-ACFA-91073D094E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69" name="Straight Connector 1668">
                      <a:extLst>
                        <a:ext uri="{FF2B5EF4-FFF2-40B4-BE49-F238E27FC236}">
                          <a16:creationId xmlns:a16="http://schemas.microsoft.com/office/drawing/2014/main" id="{F4315BBE-4B37-6D4B-8905-037B3D50CD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0" name="Rectangle 1669">
                      <a:extLst>
                        <a:ext uri="{FF2B5EF4-FFF2-40B4-BE49-F238E27FC236}">
                          <a16:creationId xmlns:a16="http://schemas.microsoft.com/office/drawing/2014/main" id="{D19366AB-8EED-7A40-8D59-C909D30F4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1" name="Straight Connector 1670">
                      <a:extLst>
                        <a:ext uri="{FF2B5EF4-FFF2-40B4-BE49-F238E27FC236}">
                          <a16:creationId xmlns:a16="http://schemas.microsoft.com/office/drawing/2014/main" id="{1D003C74-7D3A-1546-8490-FECD1DE51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2" name="Rectangle 1671">
                      <a:extLst>
                        <a:ext uri="{FF2B5EF4-FFF2-40B4-BE49-F238E27FC236}">
                          <a16:creationId xmlns:a16="http://schemas.microsoft.com/office/drawing/2014/main" id="{1BF2872E-98D9-024B-B5FB-31D8E45286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73" name="Rectangle 1672">
                      <a:extLst>
                        <a:ext uri="{FF2B5EF4-FFF2-40B4-BE49-F238E27FC236}">
                          <a16:creationId xmlns:a16="http://schemas.microsoft.com/office/drawing/2014/main" id="{E8591055-2358-FC44-8950-C3CD91B66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4" name="Straight Connector 1673">
                      <a:extLst>
                        <a:ext uri="{FF2B5EF4-FFF2-40B4-BE49-F238E27FC236}">
                          <a16:creationId xmlns:a16="http://schemas.microsoft.com/office/drawing/2014/main" id="{69C2568F-B24A-CE45-A06F-B6A5C3B1B1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75" name="Group 544">
                      <a:extLst>
                        <a:ext uri="{FF2B5EF4-FFF2-40B4-BE49-F238E27FC236}">
                          <a16:creationId xmlns:a16="http://schemas.microsoft.com/office/drawing/2014/main" id="{23BE4D93-E9BD-7941-BD4E-55A8E8052B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3" name="Straight Connector 1702">
                        <a:extLst>
                          <a:ext uri="{FF2B5EF4-FFF2-40B4-BE49-F238E27FC236}">
                            <a16:creationId xmlns:a16="http://schemas.microsoft.com/office/drawing/2014/main" id="{DFDE220E-8806-7F46-84A8-3FC40136F4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4" name="Straight Connector 1703">
                        <a:extLst>
                          <a:ext uri="{FF2B5EF4-FFF2-40B4-BE49-F238E27FC236}">
                            <a16:creationId xmlns:a16="http://schemas.microsoft.com/office/drawing/2014/main" id="{4A598CAA-E2EF-334A-A4E0-A483F1B65D7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6" name="Group 547">
                      <a:extLst>
                        <a:ext uri="{FF2B5EF4-FFF2-40B4-BE49-F238E27FC236}">
                          <a16:creationId xmlns:a16="http://schemas.microsoft.com/office/drawing/2014/main" id="{043C3CD4-6194-314B-AA4A-69BCA797CF6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1" name="Straight Connector 1700">
                        <a:extLst>
                          <a:ext uri="{FF2B5EF4-FFF2-40B4-BE49-F238E27FC236}">
                            <a16:creationId xmlns:a16="http://schemas.microsoft.com/office/drawing/2014/main" id="{7394A282-C825-BB47-9B3C-6C7D672DB7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2" name="Straight Connector 1701">
                        <a:extLst>
                          <a:ext uri="{FF2B5EF4-FFF2-40B4-BE49-F238E27FC236}">
                            <a16:creationId xmlns:a16="http://schemas.microsoft.com/office/drawing/2014/main" id="{BCFEA86F-68A1-8049-A947-30182C3B7B1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7" name="Group 549">
                      <a:extLst>
                        <a:ext uri="{FF2B5EF4-FFF2-40B4-BE49-F238E27FC236}">
                          <a16:creationId xmlns:a16="http://schemas.microsoft.com/office/drawing/2014/main" id="{8592AC4F-DCA1-D44F-8E21-764C1FC25A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9" name="Straight Connector 1698">
                        <a:extLst>
                          <a:ext uri="{FF2B5EF4-FFF2-40B4-BE49-F238E27FC236}">
                            <a16:creationId xmlns:a16="http://schemas.microsoft.com/office/drawing/2014/main" id="{7B68FEEC-0BDA-F54C-A601-E5E366D2E0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0" name="Straight Connector 1699">
                        <a:extLst>
                          <a:ext uri="{FF2B5EF4-FFF2-40B4-BE49-F238E27FC236}">
                            <a16:creationId xmlns:a16="http://schemas.microsoft.com/office/drawing/2014/main" id="{1D6BE1F8-2B50-0345-A044-0DA11B4EBD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8" name="Group 550">
                      <a:extLst>
                        <a:ext uri="{FF2B5EF4-FFF2-40B4-BE49-F238E27FC236}">
                          <a16:creationId xmlns:a16="http://schemas.microsoft.com/office/drawing/2014/main" id="{F9504436-C52F-9E41-91A1-5EE9515240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7" name="Straight Connector 1696">
                        <a:extLst>
                          <a:ext uri="{FF2B5EF4-FFF2-40B4-BE49-F238E27FC236}">
                            <a16:creationId xmlns:a16="http://schemas.microsoft.com/office/drawing/2014/main" id="{423DD4EF-534B-7E49-9107-4C8236B322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8" name="Straight Connector 1697">
                        <a:extLst>
                          <a:ext uri="{FF2B5EF4-FFF2-40B4-BE49-F238E27FC236}">
                            <a16:creationId xmlns:a16="http://schemas.microsoft.com/office/drawing/2014/main" id="{3CB01F83-4B58-D94D-B471-496FAFCC6D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9" name="Group 551">
                      <a:extLst>
                        <a:ext uri="{FF2B5EF4-FFF2-40B4-BE49-F238E27FC236}">
                          <a16:creationId xmlns:a16="http://schemas.microsoft.com/office/drawing/2014/main" id="{7E645D1F-041D-CF43-949A-0FCEEEACEF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5" name="Straight Connector 1694">
                        <a:extLst>
                          <a:ext uri="{FF2B5EF4-FFF2-40B4-BE49-F238E27FC236}">
                            <a16:creationId xmlns:a16="http://schemas.microsoft.com/office/drawing/2014/main" id="{AFCCED56-775C-F449-B279-E0B0F92722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6" name="Straight Connector 1695">
                        <a:extLst>
                          <a:ext uri="{FF2B5EF4-FFF2-40B4-BE49-F238E27FC236}">
                            <a16:creationId xmlns:a16="http://schemas.microsoft.com/office/drawing/2014/main" id="{2110928D-2AAE-6B48-92AF-02FEE4D47A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0" name="Group 552">
                      <a:extLst>
                        <a:ext uri="{FF2B5EF4-FFF2-40B4-BE49-F238E27FC236}">
                          <a16:creationId xmlns:a16="http://schemas.microsoft.com/office/drawing/2014/main" id="{4DEA4BF5-EC4A-8A44-B4E8-DB486B137F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3" name="Straight Connector 1692">
                        <a:extLst>
                          <a:ext uri="{FF2B5EF4-FFF2-40B4-BE49-F238E27FC236}">
                            <a16:creationId xmlns:a16="http://schemas.microsoft.com/office/drawing/2014/main" id="{08A64B8E-BC62-F047-9FBB-2BC4A6ED66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4" name="Straight Connector 1693">
                        <a:extLst>
                          <a:ext uri="{FF2B5EF4-FFF2-40B4-BE49-F238E27FC236}">
                            <a16:creationId xmlns:a16="http://schemas.microsoft.com/office/drawing/2014/main" id="{D637EA2F-B28A-F544-9A8B-7124FAE6DA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1" name="Group 555">
                      <a:extLst>
                        <a:ext uri="{FF2B5EF4-FFF2-40B4-BE49-F238E27FC236}">
                          <a16:creationId xmlns:a16="http://schemas.microsoft.com/office/drawing/2014/main" id="{F0D59D48-08A4-2841-A29D-3CBFFA6528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1" name="Straight Connector 1690">
                        <a:extLst>
                          <a:ext uri="{FF2B5EF4-FFF2-40B4-BE49-F238E27FC236}">
                            <a16:creationId xmlns:a16="http://schemas.microsoft.com/office/drawing/2014/main" id="{A7FDD521-AACE-1B40-BCA7-BC73B7D4487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2" name="Straight Connector 1691">
                        <a:extLst>
                          <a:ext uri="{FF2B5EF4-FFF2-40B4-BE49-F238E27FC236}">
                            <a16:creationId xmlns:a16="http://schemas.microsoft.com/office/drawing/2014/main" id="{613BD17E-B218-674B-ABF8-5C90D5E334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2" name="Group 556">
                      <a:extLst>
                        <a:ext uri="{FF2B5EF4-FFF2-40B4-BE49-F238E27FC236}">
                          <a16:creationId xmlns:a16="http://schemas.microsoft.com/office/drawing/2014/main" id="{6993F5FA-52F2-5449-AE38-18C30591DE2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9" name="Straight Connector 1688">
                        <a:extLst>
                          <a:ext uri="{FF2B5EF4-FFF2-40B4-BE49-F238E27FC236}">
                            <a16:creationId xmlns:a16="http://schemas.microsoft.com/office/drawing/2014/main" id="{78962697-ED4F-CF49-AF5F-BFBD3C9EF7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0" name="Straight Connector 1689">
                        <a:extLst>
                          <a:ext uri="{FF2B5EF4-FFF2-40B4-BE49-F238E27FC236}">
                            <a16:creationId xmlns:a16="http://schemas.microsoft.com/office/drawing/2014/main" id="{101899BB-029C-264B-9F55-D203878D3E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3" name="Group 557">
                      <a:extLst>
                        <a:ext uri="{FF2B5EF4-FFF2-40B4-BE49-F238E27FC236}">
                          <a16:creationId xmlns:a16="http://schemas.microsoft.com/office/drawing/2014/main" id="{1780EA0A-237A-A943-803F-2A56B9DA0A6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7" name="Straight Connector 1686">
                        <a:extLst>
                          <a:ext uri="{FF2B5EF4-FFF2-40B4-BE49-F238E27FC236}">
                            <a16:creationId xmlns:a16="http://schemas.microsoft.com/office/drawing/2014/main" id="{0DFE239D-1C38-B342-9A03-8E00CE3047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8" name="Straight Connector 1687">
                        <a:extLst>
                          <a:ext uri="{FF2B5EF4-FFF2-40B4-BE49-F238E27FC236}">
                            <a16:creationId xmlns:a16="http://schemas.microsoft.com/office/drawing/2014/main" id="{CAE64976-9469-4541-815B-3025C23211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4" name="Group 558">
                      <a:extLst>
                        <a:ext uri="{FF2B5EF4-FFF2-40B4-BE49-F238E27FC236}">
                          <a16:creationId xmlns:a16="http://schemas.microsoft.com/office/drawing/2014/main" id="{E95167BF-D53B-4745-B162-A795EE056D1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5" name="Straight Connector 1684">
                        <a:extLst>
                          <a:ext uri="{FF2B5EF4-FFF2-40B4-BE49-F238E27FC236}">
                            <a16:creationId xmlns:a16="http://schemas.microsoft.com/office/drawing/2014/main" id="{6F2EA191-7095-5945-AC28-CCC87EBED8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6" name="Straight Connector 1685">
                        <a:extLst>
                          <a:ext uri="{FF2B5EF4-FFF2-40B4-BE49-F238E27FC236}">
                            <a16:creationId xmlns:a16="http://schemas.microsoft.com/office/drawing/2014/main" id="{601DF95E-3B47-544B-A009-DB105BB731B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647" name="Straight Connector 1646">
                    <a:extLst>
                      <a:ext uri="{FF2B5EF4-FFF2-40B4-BE49-F238E27FC236}">
                        <a16:creationId xmlns:a16="http://schemas.microsoft.com/office/drawing/2014/main" id="{7B6E1D40-4DAE-CF40-A004-BFD90E39805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8" name="Straight Connector 1647">
                    <a:extLst>
                      <a:ext uri="{FF2B5EF4-FFF2-40B4-BE49-F238E27FC236}">
                        <a16:creationId xmlns:a16="http://schemas.microsoft.com/office/drawing/2014/main" id="{BB1A3043-582F-3949-A87F-0C540DD9F7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9" name="Straight Connector 1648">
                    <a:extLst>
                      <a:ext uri="{FF2B5EF4-FFF2-40B4-BE49-F238E27FC236}">
                        <a16:creationId xmlns:a16="http://schemas.microsoft.com/office/drawing/2014/main" id="{D68088F9-DADE-6F48-9778-2B5BC09540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0" name="Straight Connector 1649">
                    <a:extLst>
                      <a:ext uri="{FF2B5EF4-FFF2-40B4-BE49-F238E27FC236}">
                        <a16:creationId xmlns:a16="http://schemas.microsoft.com/office/drawing/2014/main" id="{D5BE1072-DE74-5544-AD37-A8C40FBBBBE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1" name="Straight Connector 1650">
                    <a:extLst>
                      <a:ext uri="{FF2B5EF4-FFF2-40B4-BE49-F238E27FC236}">
                        <a16:creationId xmlns:a16="http://schemas.microsoft.com/office/drawing/2014/main" id="{DC95AA19-FCFF-2343-BD8A-A76BBA9C490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2" name="Straight Connector 1651">
                    <a:extLst>
                      <a:ext uri="{FF2B5EF4-FFF2-40B4-BE49-F238E27FC236}">
                        <a16:creationId xmlns:a16="http://schemas.microsoft.com/office/drawing/2014/main" id="{10533753-DBE3-5247-92BA-EB527467400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3" name="Straight Connector 1652">
                    <a:extLst>
                      <a:ext uri="{FF2B5EF4-FFF2-40B4-BE49-F238E27FC236}">
                        <a16:creationId xmlns:a16="http://schemas.microsoft.com/office/drawing/2014/main" id="{6EAD2EAE-2655-A843-B579-35E796A970D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4" name="Straight Connector 1653">
                    <a:extLst>
                      <a:ext uri="{FF2B5EF4-FFF2-40B4-BE49-F238E27FC236}">
                        <a16:creationId xmlns:a16="http://schemas.microsoft.com/office/drawing/2014/main" id="{F1E86DFC-8F15-9748-8246-59D2EFACB58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5" name="Straight Connector 1654">
                    <a:extLst>
                      <a:ext uri="{FF2B5EF4-FFF2-40B4-BE49-F238E27FC236}">
                        <a16:creationId xmlns:a16="http://schemas.microsoft.com/office/drawing/2014/main" id="{BB2BE3D0-CE19-F241-BA78-469F95FF0FD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6" name="Straight Connector 1655">
                    <a:extLst>
                      <a:ext uri="{FF2B5EF4-FFF2-40B4-BE49-F238E27FC236}">
                        <a16:creationId xmlns:a16="http://schemas.microsoft.com/office/drawing/2014/main" id="{E9D229C6-99A9-2849-9B20-801140E4E0C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7" name="Straight Connector 1656">
                    <a:extLst>
                      <a:ext uri="{FF2B5EF4-FFF2-40B4-BE49-F238E27FC236}">
                        <a16:creationId xmlns:a16="http://schemas.microsoft.com/office/drawing/2014/main" id="{3581F1F9-EFFD-754C-B06E-65631FE6A99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8" name="Straight Connector 1657">
                    <a:extLst>
                      <a:ext uri="{FF2B5EF4-FFF2-40B4-BE49-F238E27FC236}">
                        <a16:creationId xmlns:a16="http://schemas.microsoft.com/office/drawing/2014/main" id="{90DF71E5-142B-5F40-9951-B4E9A395D94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9" name="Straight Connector 1658">
                    <a:extLst>
                      <a:ext uri="{FF2B5EF4-FFF2-40B4-BE49-F238E27FC236}">
                        <a16:creationId xmlns:a16="http://schemas.microsoft.com/office/drawing/2014/main" id="{A50720E4-086E-A045-BD2D-7CFE17EA94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60" name="Group 1659">
                    <a:extLst>
                      <a:ext uri="{FF2B5EF4-FFF2-40B4-BE49-F238E27FC236}">
                        <a16:creationId xmlns:a16="http://schemas.microsoft.com/office/drawing/2014/main" id="{047FA09B-06C2-0840-8D83-8CCDEA8BBE4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61" name="Rectangle 1660">
                      <a:extLst>
                        <a:ext uri="{FF2B5EF4-FFF2-40B4-BE49-F238E27FC236}">
                          <a16:creationId xmlns:a16="http://schemas.microsoft.com/office/drawing/2014/main" id="{1385E0AB-EC82-4C44-B7ED-5252921C81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2" name="Freeform 1661">
                      <a:extLst>
                        <a:ext uri="{FF2B5EF4-FFF2-40B4-BE49-F238E27FC236}">
                          <a16:creationId xmlns:a16="http://schemas.microsoft.com/office/drawing/2014/main" id="{5C05F8D5-7007-C54C-88E7-71C79BEB9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63" name="Group 1662">
                      <a:extLst>
                        <a:ext uri="{FF2B5EF4-FFF2-40B4-BE49-F238E27FC236}">
                          <a16:creationId xmlns:a16="http://schemas.microsoft.com/office/drawing/2014/main" id="{A8EE1893-04B4-324D-9BCF-F46881E414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64" name="Freeform 1663">
                        <a:extLst>
                          <a:ext uri="{FF2B5EF4-FFF2-40B4-BE49-F238E27FC236}">
                            <a16:creationId xmlns:a16="http://schemas.microsoft.com/office/drawing/2014/main" id="{E54CA897-7C68-974B-A7E7-9FDE774FAF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5" name="Freeform 1664">
                        <a:extLst>
                          <a:ext uri="{FF2B5EF4-FFF2-40B4-BE49-F238E27FC236}">
                            <a16:creationId xmlns:a16="http://schemas.microsoft.com/office/drawing/2014/main" id="{A173B1F0-A14F-394D-981F-31F663E82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6" name="Freeform 1665">
                        <a:extLst>
                          <a:ext uri="{FF2B5EF4-FFF2-40B4-BE49-F238E27FC236}">
                            <a16:creationId xmlns:a16="http://schemas.microsoft.com/office/drawing/2014/main" id="{021FAAA8-7611-3C40-AEFD-D9A38849A9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7" name="Freeform 1666">
                        <a:extLst>
                          <a:ext uri="{FF2B5EF4-FFF2-40B4-BE49-F238E27FC236}">
                            <a16:creationId xmlns:a16="http://schemas.microsoft.com/office/drawing/2014/main" id="{F52A17BB-438F-8545-952E-A667345983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6" name="Group 1515">
                  <a:extLst>
                    <a:ext uri="{FF2B5EF4-FFF2-40B4-BE49-F238E27FC236}">
                      <a16:creationId xmlns:a16="http://schemas.microsoft.com/office/drawing/2014/main" id="{5D592423-6E9B-4E4A-9E38-E08A682CAD3F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87" name="Group 506">
                    <a:extLst>
                      <a:ext uri="{FF2B5EF4-FFF2-40B4-BE49-F238E27FC236}">
                        <a16:creationId xmlns:a16="http://schemas.microsoft.com/office/drawing/2014/main" id="{2E5CF7C1-D0C4-874A-9704-3559E12AF7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09" name="Rectangle 1608">
                      <a:extLst>
                        <a:ext uri="{FF2B5EF4-FFF2-40B4-BE49-F238E27FC236}">
                          <a16:creationId xmlns:a16="http://schemas.microsoft.com/office/drawing/2014/main" id="{57C468B6-42E3-9E4E-AEE3-098CEA992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0" name="Straight Connector 1609">
                      <a:extLst>
                        <a:ext uri="{FF2B5EF4-FFF2-40B4-BE49-F238E27FC236}">
                          <a16:creationId xmlns:a16="http://schemas.microsoft.com/office/drawing/2014/main" id="{C3A200CB-DD45-2844-9B2A-216D2294E4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1" name="Rectangle 1610">
                      <a:extLst>
                        <a:ext uri="{FF2B5EF4-FFF2-40B4-BE49-F238E27FC236}">
                          <a16:creationId xmlns:a16="http://schemas.microsoft.com/office/drawing/2014/main" id="{9F81BA2A-4420-5A43-A18E-D03C82FD5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2" name="Straight Connector 1611">
                      <a:extLst>
                        <a:ext uri="{FF2B5EF4-FFF2-40B4-BE49-F238E27FC236}">
                          <a16:creationId xmlns:a16="http://schemas.microsoft.com/office/drawing/2014/main" id="{F63DFB73-9008-8E47-A15C-7CDC0A90F3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3" name="Rectangle 1612">
                      <a:extLst>
                        <a:ext uri="{FF2B5EF4-FFF2-40B4-BE49-F238E27FC236}">
                          <a16:creationId xmlns:a16="http://schemas.microsoft.com/office/drawing/2014/main" id="{4901C397-1487-3C46-BE52-DC66740DC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14" name="Rectangle 1613">
                      <a:extLst>
                        <a:ext uri="{FF2B5EF4-FFF2-40B4-BE49-F238E27FC236}">
                          <a16:creationId xmlns:a16="http://schemas.microsoft.com/office/drawing/2014/main" id="{8435296F-6B23-FF4D-BCC8-300A7106D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5" name="Straight Connector 1614">
                      <a:extLst>
                        <a:ext uri="{FF2B5EF4-FFF2-40B4-BE49-F238E27FC236}">
                          <a16:creationId xmlns:a16="http://schemas.microsoft.com/office/drawing/2014/main" id="{4B9A6ED5-68D5-5F4E-B1D9-1D7268CDFE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16" name="Group 544">
                      <a:extLst>
                        <a:ext uri="{FF2B5EF4-FFF2-40B4-BE49-F238E27FC236}">
                          <a16:creationId xmlns:a16="http://schemas.microsoft.com/office/drawing/2014/main" id="{7127710C-0768-614C-B425-ED5139EC978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4" name="Straight Connector 1643">
                        <a:extLst>
                          <a:ext uri="{FF2B5EF4-FFF2-40B4-BE49-F238E27FC236}">
                            <a16:creationId xmlns:a16="http://schemas.microsoft.com/office/drawing/2014/main" id="{169585E0-234F-0043-815C-9337631D63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5" name="Straight Connector 1644">
                        <a:extLst>
                          <a:ext uri="{FF2B5EF4-FFF2-40B4-BE49-F238E27FC236}">
                            <a16:creationId xmlns:a16="http://schemas.microsoft.com/office/drawing/2014/main" id="{832B8301-351A-4943-A8A4-89756B8BC41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7" name="Group 547">
                      <a:extLst>
                        <a:ext uri="{FF2B5EF4-FFF2-40B4-BE49-F238E27FC236}">
                          <a16:creationId xmlns:a16="http://schemas.microsoft.com/office/drawing/2014/main" id="{0F80C0B1-E8B7-584E-BB76-A36754CAED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2" name="Straight Connector 1641">
                        <a:extLst>
                          <a:ext uri="{FF2B5EF4-FFF2-40B4-BE49-F238E27FC236}">
                            <a16:creationId xmlns:a16="http://schemas.microsoft.com/office/drawing/2014/main" id="{FF273DAF-D46D-694D-B748-52B836CADE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3" name="Straight Connector 1642">
                        <a:extLst>
                          <a:ext uri="{FF2B5EF4-FFF2-40B4-BE49-F238E27FC236}">
                            <a16:creationId xmlns:a16="http://schemas.microsoft.com/office/drawing/2014/main" id="{9F018195-5B35-9645-80DF-DAFD938AF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8" name="Group 549">
                      <a:extLst>
                        <a:ext uri="{FF2B5EF4-FFF2-40B4-BE49-F238E27FC236}">
                          <a16:creationId xmlns:a16="http://schemas.microsoft.com/office/drawing/2014/main" id="{438A8C66-3D78-344E-96C6-236DB1FBB53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0" name="Straight Connector 1639">
                        <a:extLst>
                          <a:ext uri="{FF2B5EF4-FFF2-40B4-BE49-F238E27FC236}">
                            <a16:creationId xmlns:a16="http://schemas.microsoft.com/office/drawing/2014/main" id="{431CCD44-CD37-7145-B8AE-BCC23C4385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1" name="Straight Connector 1640">
                        <a:extLst>
                          <a:ext uri="{FF2B5EF4-FFF2-40B4-BE49-F238E27FC236}">
                            <a16:creationId xmlns:a16="http://schemas.microsoft.com/office/drawing/2014/main" id="{FBCF33C2-A091-E545-88F4-C6751E1FBB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9" name="Group 550">
                      <a:extLst>
                        <a:ext uri="{FF2B5EF4-FFF2-40B4-BE49-F238E27FC236}">
                          <a16:creationId xmlns:a16="http://schemas.microsoft.com/office/drawing/2014/main" id="{EFD99DC6-58E7-3041-B9ED-DC565FE3F0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8" name="Straight Connector 1637">
                        <a:extLst>
                          <a:ext uri="{FF2B5EF4-FFF2-40B4-BE49-F238E27FC236}">
                            <a16:creationId xmlns:a16="http://schemas.microsoft.com/office/drawing/2014/main" id="{89AEF845-2909-0E4F-A153-32BAEB9B93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9" name="Straight Connector 1638">
                        <a:extLst>
                          <a:ext uri="{FF2B5EF4-FFF2-40B4-BE49-F238E27FC236}">
                            <a16:creationId xmlns:a16="http://schemas.microsoft.com/office/drawing/2014/main" id="{30BD0365-9EE5-E941-901A-FC59113129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0" name="Group 551">
                      <a:extLst>
                        <a:ext uri="{FF2B5EF4-FFF2-40B4-BE49-F238E27FC236}">
                          <a16:creationId xmlns:a16="http://schemas.microsoft.com/office/drawing/2014/main" id="{6C182843-47E5-1044-A24C-DD2D8319C09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6" name="Straight Connector 1635">
                        <a:extLst>
                          <a:ext uri="{FF2B5EF4-FFF2-40B4-BE49-F238E27FC236}">
                            <a16:creationId xmlns:a16="http://schemas.microsoft.com/office/drawing/2014/main" id="{1877A5A1-5195-2748-803D-13DA4BBEEA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7" name="Straight Connector 1636">
                        <a:extLst>
                          <a:ext uri="{FF2B5EF4-FFF2-40B4-BE49-F238E27FC236}">
                            <a16:creationId xmlns:a16="http://schemas.microsoft.com/office/drawing/2014/main" id="{6DECF026-CEB8-F34F-85B6-5F9DF33D54A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1" name="Group 552">
                      <a:extLst>
                        <a:ext uri="{FF2B5EF4-FFF2-40B4-BE49-F238E27FC236}">
                          <a16:creationId xmlns:a16="http://schemas.microsoft.com/office/drawing/2014/main" id="{588B3902-0EE5-F74A-AC43-4D7E177DA59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4" name="Straight Connector 1633">
                        <a:extLst>
                          <a:ext uri="{FF2B5EF4-FFF2-40B4-BE49-F238E27FC236}">
                            <a16:creationId xmlns:a16="http://schemas.microsoft.com/office/drawing/2014/main" id="{7E693108-9527-A144-BC69-A39AC6E7BB4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5" name="Straight Connector 1634">
                        <a:extLst>
                          <a:ext uri="{FF2B5EF4-FFF2-40B4-BE49-F238E27FC236}">
                            <a16:creationId xmlns:a16="http://schemas.microsoft.com/office/drawing/2014/main" id="{78BD4A52-8C11-7B4C-9428-8EB321B7DD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2" name="Group 555">
                      <a:extLst>
                        <a:ext uri="{FF2B5EF4-FFF2-40B4-BE49-F238E27FC236}">
                          <a16:creationId xmlns:a16="http://schemas.microsoft.com/office/drawing/2014/main" id="{E4DB450A-C4F3-2941-9EF9-BB5774FCFA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2" name="Straight Connector 1631">
                        <a:extLst>
                          <a:ext uri="{FF2B5EF4-FFF2-40B4-BE49-F238E27FC236}">
                            <a16:creationId xmlns:a16="http://schemas.microsoft.com/office/drawing/2014/main" id="{5ADB41B7-AD45-5B43-9F87-EF98961FEA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3" name="Straight Connector 1632">
                        <a:extLst>
                          <a:ext uri="{FF2B5EF4-FFF2-40B4-BE49-F238E27FC236}">
                            <a16:creationId xmlns:a16="http://schemas.microsoft.com/office/drawing/2014/main" id="{8AE10DF0-FE41-1F4B-95FF-81AC84C4A1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3" name="Group 556">
                      <a:extLst>
                        <a:ext uri="{FF2B5EF4-FFF2-40B4-BE49-F238E27FC236}">
                          <a16:creationId xmlns:a16="http://schemas.microsoft.com/office/drawing/2014/main" id="{F615EE8F-919D-824C-A8BA-C82266DBFB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0" name="Straight Connector 1629">
                        <a:extLst>
                          <a:ext uri="{FF2B5EF4-FFF2-40B4-BE49-F238E27FC236}">
                            <a16:creationId xmlns:a16="http://schemas.microsoft.com/office/drawing/2014/main" id="{7D41954C-E43D-9345-AA3A-2D6DBAFE0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1" name="Straight Connector 1630">
                        <a:extLst>
                          <a:ext uri="{FF2B5EF4-FFF2-40B4-BE49-F238E27FC236}">
                            <a16:creationId xmlns:a16="http://schemas.microsoft.com/office/drawing/2014/main" id="{1D514AC8-18AE-BB47-A867-D99FC6B594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4" name="Group 557">
                      <a:extLst>
                        <a:ext uri="{FF2B5EF4-FFF2-40B4-BE49-F238E27FC236}">
                          <a16:creationId xmlns:a16="http://schemas.microsoft.com/office/drawing/2014/main" id="{D0A50830-6ECF-0347-9E90-0650BCA116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8" name="Straight Connector 1627">
                        <a:extLst>
                          <a:ext uri="{FF2B5EF4-FFF2-40B4-BE49-F238E27FC236}">
                            <a16:creationId xmlns:a16="http://schemas.microsoft.com/office/drawing/2014/main" id="{56471FAD-1690-FB4E-ABB3-CA5FC1974CE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9" name="Straight Connector 1628">
                        <a:extLst>
                          <a:ext uri="{FF2B5EF4-FFF2-40B4-BE49-F238E27FC236}">
                            <a16:creationId xmlns:a16="http://schemas.microsoft.com/office/drawing/2014/main" id="{8DA93F94-E553-B141-8EE5-BD9781617B4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5" name="Group 558">
                      <a:extLst>
                        <a:ext uri="{FF2B5EF4-FFF2-40B4-BE49-F238E27FC236}">
                          <a16:creationId xmlns:a16="http://schemas.microsoft.com/office/drawing/2014/main" id="{C4ED29A0-28D1-DF44-B7FA-B807FADA0D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6" name="Straight Connector 1625">
                        <a:extLst>
                          <a:ext uri="{FF2B5EF4-FFF2-40B4-BE49-F238E27FC236}">
                            <a16:creationId xmlns:a16="http://schemas.microsoft.com/office/drawing/2014/main" id="{DD7F3869-B14B-AA4A-A6F0-4EBEB6F709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7" name="Straight Connector 1626">
                        <a:extLst>
                          <a:ext uri="{FF2B5EF4-FFF2-40B4-BE49-F238E27FC236}">
                            <a16:creationId xmlns:a16="http://schemas.microsoft.com/office/drawing/2014/main" id="{AC55E71E-1CEA-0F47-9140-4D22A139E78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88" name="Straight Connector 1587">
                    <a:extLst>
                      <a:ext uri="{FF2B5EF4-FFF2-40B4-BE49-F238E27FC236}">
                        <a16:creationId xmlns:a16="http://schemas.microsoft.com/office/drawing/2014/main" id="{51AEFC79-C0CE-354E-9AE3-4586ACDA69B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89" name="Straight Connector 1588">
                    <a:extLst>
                      <a:ext uri="{FF2B5EF4-FFF2-40B4-BE49-F238E27FC236}">
                        <a16:creationId xmlns:a16="http://schemas.microsoft.com/office/drawing/2014/main" id="{FD4F1EE2-46C7-9449-A095-4B87647A998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0" name="Straight Connector 1589">
                    <a:extLst>
                      <a:ext uri="{FF2B5EF4-FFF2-40B4-BE49-F238E27FC236}">
                        <a16:creationId xmlns:a16="http://schemas.microsoft.com/office/drawing/2014/main" id="{E59D1F5E-1765-A542-99FE-0E143DE7282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1" name="Straight Connector 1590">
                    <a:extLst>
                      <a:ext uri="{FF2B5EF4-FFF2-40B4-BE49-F238E27FC236}">
                        <a16:creationId xmlns:a16="http://schemas.microsoft.com/office/drawing/2014/main" id="{3B2F561D-5B7D-BD48-9097-1F4078A5001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2" name="Straight Connector 1591">
                    <a:extLst>
                      <a:ext uri="{FF2B5EF4-FFF2-40B4-BE49-F238E27FC236}">
                        <a16:creationId xmlns:a16="http://schemas.microsoft.com/office/drawing/2014/main" id="{44057ECE-E09C-444B-90FB-1C7FD86620A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3" name="Straight Connector 1592">
                    <a:extLst>
                      <a:ext uri="{FF2B5EF4-FFF2-40B4-BE49-F238E27FC236}">
                        <a16:creationId xmlns:a16="http://schemas.microsoft.com/office/drawing/2014/main" id="{67F46BC3-97F2-D547-925B-28D0A49E274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4" name="Straight Connector 1593">
                    <a:extLst>
                      <a:ext uri="{FF2B5EF4-FFF2-40B4-BE49-F238E27FC236}">
                        <a16:creationId xmlns:a16="http://schemas.microsoft.com/office/drawing/2014/main" id="{B904CD11-034A-A147-85C0-964CA3FF023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5" name="Straight Connector 1594">
                    <a:extLst>
                      <a:ext uri="{FF2B5EF4-FFF2-40B4-BE49-F238E27FC236}">
                        <a16:creationId xmlns:a16="http://schemas.microsoft.com/office/drawing/2014/main" id="{5993DDFC-AEA0-3D41-8002-235FA39FD9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6" name="Straight Connector 1595">
                    <a:extLst>
                      <a:ext uri="{FF2B5EF4-FFF2-40B4-BE49-F238E27FC236}">
                        <a16:creationId xmlns:a16="http://schemas.microsoft.com/office/drawing/2014/main" id="{DF48E2ED-5D97-7646-BD9C-C3E60048AC8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7" name="Straight Connector 1596">
                    <a:extLst>
                      <a:ext uri="{FF2B5EF4-FFF2-40B4-BE49-F238E27FC236}">
                        <a16:creationId xmlns:a16="http://schemas.microsoft.com/office/drawing/2014/main" id="{893604D8-A701-6544-BAFC-76EA39B76A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8" name="Straight Connector 1597">
                    <a:extLst>
                      <a:ext uri="{FF2B5EF4-FFF2-40B4-BE49-F238E27FC236}">
                        <a16:creationId xmlns:a16="http://schemas.microsoft.com/office/drawing/2014/main" id="{D7C394DE-4634-3043-9B2B-C0B111EEF53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9" name="Straight Connector 1598">
                    <a:extLst>
                      <a:ext uri="{FF2B5EF4-FFF2-40B4-BE49-F238E27FC236}">
                        <a16:creationId xmlns:a16="http://schemas.microsoft.com/office/drawing/2014/main" id="{7C02002F-ACDC-494F-B6D1-BFA4A813C8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00" name="Straight Connector 1599">
                    <a:extLst>
                      <a:ext uri="{FF2B5EF4-FFF2-40B4-BE49-F238E27FC236}">
                        <a16:creationId xmlns:a16="http://schemas.microsoft.com/office/drawing/2014/main" id="{909B7D10-613D-9245-A151-344ADF19B1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01" name="Group 1600">
                    <a:extLst>
                      <a:ext uri="{FF2B5EF4-FFF2-40B4-BE49-F238E27FC236}">
                        <a16:creationId xmlns:a16="http://schemas.microsoft.com/office/drawing/2014/main" id="{A616C864-71EE-B54E-939B-3D3A42BF91D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02" name="Rectangle 1601">
                      <a:extLst>
                        <a:ext uri="{FF2B5EF4-FFF2-40B4-BE49-F238E27FC236}">
                          <a16:creationId xmlns:a16="http://schemas.microsoft.com/office/drawing/2014/main" id="{5A762B41-8A5B-6640-A148-274FEDF95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03" name="Freeform 1602">
                      <a:extLst>
                        <a:ext uri="{FF2B5EF4-FFF2-40B4-BE49-F238E27FC236}">
                          <a16:creationId xmlns:a16="http://schemas.microsoft.com/office/drawing/2014/main" id="{9B7CD8E5-AF15-AB4D-8F92-7CC71A7A0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04" name="Group 1603">
                      <a:extLst>
                        <a:ext uri="{FF2B5EF4-FFF2-40B4-BE49-F238E27FC236}">
                          <a16:creationId xmlns:a16="http://schemas.microsoft.com/office/drawing/2014/main" id="{35F37621-3667-C44B-A08E-C51F443B7C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05" name="Freeform 1604">
                        <a:extLst>
                          <a:ext uri="{FF2B5EF4-FFF2-40B4-BE49-F238E27FC236}">
                            <a16:creationId xmlns:a16="http://schemas.microsoft.com/office/drawing/2014/main" id="{980C0CCE-3ABC-E746-B1AF-A740EAA94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6" name="Freeform 1605">
                        <a:extLst>
                          <a:ext uri="{FF2B5EF4-FFF2-40B4-BE49-F238E27FC236}">
                            <a16:creationId xmlns:a16="http://schemas.microsoft.com/office/drawing/2014/main" id="{AFFB1AA9-5391-4F49-B3E8-6EFDEE22C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7" name="Freeform 1606">
                        <a:extLst>
                          <a:ext uri="{FF2B5EF4-FFF2-40B4-BE49-F238E27FC236}">
                            <a16:creationId xmlns:a16="http://schemas.microsoft.com/office/drawing/2014/main" id="{2B7328EE-F236-5F47-8F3D-E670F5CC5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8" name="Freeform 1607">
                        <a:extLst>
                          <a:ext uri="{FF2B5EF4-FFF2-40B4-BE49-F238E27FC236}">
                            <a16:creationId xmlns:a16="http://schemas.microsoft.com/office/drawing/2014/main" id="{E8DB347E-300E-604B-9061-178C79602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7" name="Group 1516">
                  <a:extLst>
                    <a:ext uri="{FF2B5EF4-FFF2-40B4-BE49-F238E27FC236}">
                      <a16:creationId xmlns:a16="http://schemas.microsoft.com/office/drawing/2014/main" id="{F2917793-D605-B849-BBEE-338D24A50838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20" name="Group 506">
                    <a:extLst>
                      <a:ext uri="{FF2B5EF4-FFF2-40B4-BE49-F238E27FC236}">
                        <a16:creationId xmlns:a16="http://schemas.microsoft.com/office/drawing/2014/main" id="{955BBAF6-C544-F941-9000-529D7EE30C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550" name="Rectangle 1549">
                      <a:extLst>
                        <a:ext uri="{FF2B5EF4-FFF2-40B4-BE49-F238E27FC236}">
                          <a16:creationId xmlns:a16="http://schemas.microsoft.com/office/drawing/2014/main" id="{38CBBD4C-071B-2A43-AFE1-EA793281B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1" name="Straight Connector 1550">
                      <a:extLst>
                        <a:ext uri="{FF2B5EF4-FFF2-40B4-BE49-F238E27FC236}">
                          <a16:creationId xmlns:a16="http://schemas.microsoft.com/office/drawing/2014/main" id="{F66DCF05-D8BA-9F46-B2A6-1D1E3866BC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2" name="Rectangle 1551">
                      <a:extLst>
                        <a:ext uri="{FF2B5EF4-FFF2-40B4-BE49-F238E27FC236}">
                          <a16:creationId xmlns:a16="http://schemas.microsoft.com/office/drawing/2014/main" id="{1429C9E6-F6D2-804B-9054-C5B42B49F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3" name="Straight Connector 1552">
                      <a:extLst>
                        <a:ext uri="{FF2B5EF4-FFF2-40B4-BE49-F238E27FC236}">
                          <a16:creationId xmlns:a16="http://schemas.microsoft.com/office/drawing/2014/main" id="{5C198BB9-B507-1147-BC5F-45090D4401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4" name="Rectangle 1553">
                      <a:extLst>
                        <a:ext uri="{FF2B5EF4-FFF2-40B4-BE49-F238E27FC236}">
                          <a16:creationId xmlns:a16="http://schemas.microsoft.com/office/drawing/2014/main" id="{067374E9-C773-9A45-895F-53ABEA21E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555" name="Rectangle 1554">
                      <a:extLst>
                        <a:ext uri="{FF2B5EF4-FFF2-40B4-BE49-F238E27FC236}">
                          <a16:creationId xmlns:a16="http://schemas.microsoft.com/office/drawing/2014/main" id="{BEB755DE-93EE-B94B-BF4F-7E39F74CB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6" name="Straight Connector 1555">
                      <a:extLst>
                        <a:ext uri="{FF2B5EF4-FFF2-40B4-BE49-F238E27FC236}">
                          <a16:creationId xmlns:a16="http://schemas.microsoft.com/office/drawing/2014/main" id="{7C53239E-91F4-6D4D-AEF6-7A4DC724C1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557" name="Group 544">
                      <a:extLst>
                        <a:ext uri="{FF2B5EF4-FFF2-40B4-BE49-F238E27FC236}">
                          <a16:creationId xmlns:a16="http://schemas.microsoft.com/office/drawing/2014/main" id="{46B5E060-33BB-6C42-8892-DC9F58D2034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5" name="Straight Connector 1584">
                        <a:extLst>
                          <a:ext uri="{FF2B5EF4-FFF2-40B4-BE49-F238E27FC236}">
                            <a16:creationId xmlns:a16="http://schemas.microsoft.com/office/drawing/2014/main" id="{ADBDFE04-15F5-974B-849B-DD6A2B29DAF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6" name="Straight Connector 1585">
                        <a:extLst>
                          <a:ext uri="{FF2B5EF4-FFF2-40B4-BE49-F238E27FC236}">
                            <a16:creationId xmlns:a16="http://schemas.microsoft.com/office/drawing/2014/main" id="{EC584186-C946-A84E-A827-1C268347CB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8" name="Group 547">
                      <a:extLst>
                        <a:ext uri="{FF2B5EF4-FFF2-40B4-BE49-F238E27FC236}">
                          <a16:creationId xmlns:a16="http://schemas.microsoft.com/office/drawing/2014/main" id="{3BEDB270-10EB-AC46-92B2-CC513D0BDE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3" name="Straight Connector 1582">
                        <a:extLst>
                          <a:ext uri="{FF2B5EF4-FFF2-40B4-BE49-F238E27FC236}">
                            <a16:creationId xmlns:a16="http://schemas.microsoft.com/office/drawing/2014/main" id="{26B27D45-147E-A54B-AA74-56CDFA9D0DD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4" name="Straight Connector 1583">
                        <a:extLst>
                          <a:ext uri="{FF2B5EF4-FFF2-40B4-BE49-F238E27FC236}">
                            <a16:creationId xmlns:a16="http://schemas.microsoft.com/office/drawing/2014/main" id="{24EEE3D2-C962-E843-914C-39CEBCCC19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9" name="Group 549">
                      <a:extLst>
                        <a:ext uri="{FF2B5EF4-FFF2-40B4-BE49-F238E27FC236}">
                          <a16:creationId xmlns:a16="http://schemas.microsoft.com/office/drawing/2014/main" id="{428E0C6F-DF09-EA41-A85D-334507221C2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1" name="Straight Connector 1580">
                        <a:extLst>
                          <a:ext uri="{FF2B5EF4-FFF2-40B4-BE49-F238E27FC236}">
                            <a16:creationId xmlns:a16="http://schemas.microsoft.com/office/drawing/2014/main" id="{AF19D63A-FD23-F045-825F-C30CAA10692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2" name="Straight Connector 1581">
                        <a:extLst>
                          <a:ext uri="{FF2B5EF4-FFF2-40B4-BE49-F238E27FC236}">
                            <a16:creationId xmlns:a16="http://schemas.microsoft.com/office/drawing/2014/main" id="{F21F4910-8C04-4746-8DF2-148815D24A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0" name="Group 550">
                      <a:extLst>
                        <a:ext uri="{FF2B5EF4-FFF2-40B4-BE49-F238E27FC236}">
                          <a16:creationId xmlns:a16="http://schemas.microsoft.com/office/drawing/2014/main" id="{97225B84-3AF2-BC4E-8B60-1BCFF0D7CEF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9" name="Straight Connector 1578">
                        <a:extLst>
                          <a:ext uri="{FF2B5EF4-FFF2-40B4-BE49-F238E27FC236}">
                            <a16:creationId xmlns:a16="http://schemas.microsoft.com/office/drawing/2014/main" id="{347A7188-B380-4446-8148-261FB17EDA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0" name="Straight Connector 1579">
                        <a:extLst>
                          <a:ext uri="{FF2B5EF4-FFF2-40B4-BE49-F238E27FC236}">
                            <a16:creationId xmlns:a16="http://schemas.microsoft.com/office/drawing/2014/main" id="{17272D00-F61A-9148-84AE-1C51FEA930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1" name="Group 551">
                      <a:extLst>
                        <a:ext uri="{FF2B5EF4-FFF2-40B4-BE49-F238E27FC236}">
                          <a16:creationId xmlns:a16="http://schemas.microsoft.com/office/drawing/2014/main" id="{D9600F4E-03B5-AA41-93AC-A4592AE8DAB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7" name="Straight Connector 1576">
                        <a:extLst>
                          <a:ext uri="{FF2B5EF4-FFF2-40B4-BE49-F238E27FC236}">
                            <a16:creationId xmlns:a16="http://schemas.microsoft.com/office/drawing/2014/main" id="{52EEAD92-E5D5-BD48-B650-65C679D57E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8" name="Straight Connector 1577">
                        <a:extLst>
                          <a:ext uri="{FF2B5EF4-FFF2-40B4-BE49-F238E27FC236}">
                            <a16:creationId xmlns:a16="http://schemas.microsoft.com/office/drawing/2014/main" id="{F9135993-93A6-034C-85B8-51625CA9E22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2" name="Group 552">
                      <a:extLst>
                        <a:ext uri="{FF2B5EF4-FFF2-40B4-BE49-F238E27FC236}">
                          <a16:creationId xmlns:a16="http://schemas.microsoft.com/office/drawing/2014/main" id="{80556CE6-DD3F-1142-9323-200596D9435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5" name="Straight Connector 1574">
                        <a:extLst>
                          <a:ext uri="{FF2B5EF4-FFF2-40B4-BE49-F238E27FC236}">
                            <a16:creationId xmlns:a16="http://schemas.microsoft.com/office/drawing/2014/main" id="{72397CD9-A323-2B4C-AAAD-2A14A82987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6" name="Straight Connector 1575">
                        <a:extLst>
                          <a:ext uri="{FF2B5EF4-FFF2-40B4-BE49-F238E27FC236}">
                            <a16:creationId xmlns:a16="http://schemas.microsoft.com/office/drawing/2014/main" id="{E999D386-8B28-584F-92C7-A91A624D308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3" name="Group 555">
                      <a:extLst>
                        <a:ext uri="{FF2B5EF4-FFF2-40B4-BE49-F238E27FC236}">
                          <a16:creationId xmlns:a16="http://schemas.microsoft.com/office/drawing/2014/main" id="{0619CBCA-77AE-1D43-803D-EAB6F9EF1D5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3" name="Straight Connector 1572">
                        <a:extLst>
                          <a:ext uri="{FF2B5EF4-FFF2-40B4-BE49-F238E27FC236}">
                            <a16:creationId xmlns:a16="http://schemas.microsoft.com/office/drawing/2014/main" id="{06D9F08A-85B9-5E46-877B-F25E2ABA84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4" name="Straight Connector 1573">
                        <a:extLst>
                          <a:ext uri="{FF2B5EF4-FFF2-40B4-BE49-F238E27FC236}">
                            <a16:creationId xmlns:a16="http://schemas.microsoft.com/office/drawing/2014/main" id="{BC1DD6F4-7372-5C4D-AAB3-CE37EB9E88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4" name="Group 556">
                      <a:extLst>
                        <a:ext uri="{FF2B5EF4-FFF2-40B4-BE49-F238E27FC236}">
                          <a16:creationId xmlns:a16="http://schemas.microsoft.com/office/drawing/2014/main" id="{D481552C-9890-0A4F-9807-6B34A053A2B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1" name="Straight Connector 1570">
                        <a:extLst>
                          <a:ext uri="{FF2B5EF4-FFF2-40B4-BE49-F238E27FC236}">
                            <a16:creationId xmlns:a16="http://schemas.microsoft.com/office/drawing/2014/main" id="{790743ED-875E-BA4F-A79F-4570FDB2FE8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2" name="Straight Connector 1571">
                        <a:extLst>
                          <a:ext uri="{FF2B5EF4-FFF2-40B4-BE49-F238E27FC236}">
                            <a16:creationId xmlns:a16="http://schemas.microsoft.com/office/drawing/2014/main" id="{858CA844-E559-A242-88A8-61D123DFA3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5" name="Group 557">
                      <a:extLst>
                        <a:ext uri="{FF2B5EF4-FFF2-40B4-BE49-F238E27FC236}">
                          <a16:creationId xmlns:a16="http://schemas.microsoft.com/office/drawing/2014/main" id="{9AACAFD0-218B-DA41-87C4-8125DB6D08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9" name="Straight Connector 1568">
                        <a:extLst>
                          <a:ext uri="{FF2B5EF4-FFF2-40B4-BE49-F238E27FC236}">
                            <a16:creationId xmlns:a16="http://schemas.microsoft.com/office/drawing/2014/main" id="{97D754C4-051A-E945-AB99-B39C8BF1359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0" name="Straight Connector 1569">
                        <a:extLst>
                          <a:ext uri="{FF2B5EF4-FFF2-40B4-BE49-F238E27FC236}">
                            <a16:creationId xmlns:a16="http://schemas.microsoft.com/office/drawing/2014/main" id="{FEA68C3D-D798-4642-B899-BF66DFB264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6" name="Group 558">
                      <a:extLst>
                        <a:ext uri="{FF2B5EF4-FFF2-40B4-BE49-F238E27FC236}">
                          <a16:creationId xmlns:a16="http://schemas.microsoft.com/office/drawing/2014/main" id="{7F73C6EE-CB22-F146-B4C3-EF7955FF24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7" name="Straight Connector 1566">
                        <a:extLst>
                          <a:ext uri="{FF2B5EF4-FFF2-40B4-BE49-F238E27FC236}">
                            <a16:creationId xmlns:a16="http://schemas.microsoft.com/office/drawing/2014/main" id="{13D897A1-717C-0D42-BD29-475D8B236C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68" name="Straight Connector 1567">
                        <a:extLst>
                          <a:ext uri="{FF2B5EF4-FFF2-40B4-BE49-F238E27FC236}">
                            <a16:creationId xmlns:a16="http://schemas.microsoft.com/office/drawing/2014/main" id="{80BA5EF9-2B0B-F34F-ADE3-C17D3A67A0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21" name="Straight Connector 1520">
                    <a:extLst>
                      <a:ext uri="{FF2B5EF4-FFF2-40B4-BE49-F238E27FC236}">
                        <a16:creationId xmlns:a16="http://schemas.microsoft.com/office/drawing/2014/main" id="{4D52B0DE-6799-354E-B965-5BF57955EA2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2" name="Straight Connector 1521">
                    <a:extLst>
                      <a:ext uri="{FF2B5EF4-FFF2-40B4-BE49-F238E27FC236}">
                        <a16:creationId xmlns:a16="http://schemas.microsoft.com/office/drawing/2014/main" id="{E4FE85BE-A9B8-AA4B-9877-2BF00591292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3" name="Straight Connector 1522">
                    <a:extLst>
                      <a:ext uri="{FF2B5EF4-FFF2-40B4-BE49-F238E27FC236}">
                        <a16:creationId xmlns:a16="http://schemas.microsoft.com/office/drawing/2014/main" id="{AE1AA4F9-DAFA-4742-9E8C-9051EB26B6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4" name="Straight Connector 1523">
                    <a:extLst>
                      <a:ext uri="{FF2B5EF4-FFF2-40B4-BE49-F238E27FC236}">
                        <a16:creationId xmlns:a16="http://schemas.microsoft.com/office/drawing/2014/main" id="{E5DB4B8C-212F-3C40-A2A0-B74B09A9666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5" name="Straight Connector 1524">
                    <a:extLst>
                      <a:ext uri="{FF2B5EF4-FFF2-40B4-BE49-F238E27FC236}">
                        <a16:creationId xmlns:a16="http://schemas.microsoft.com/office/drawing/2014/main" id="{B613C5B5-3A60-4E43-B59E-6E612FE854A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6" name="Straight Connector 1525">
                    <a:extLst>
                      <a:ext uri="{FF2B5EF4-FFF2-40B4-BE49-F238E27FC236}">
                        <a16:creationId xmlns:a16="http://schemas.microsoft.com/office/drawing/2014/main" id="{42B1C73F-43E5-E540-91D8-4B1B4D3C911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7" name="Straight Connector 1526">
                    <a:extLst>
                      <a:ext uri="{FF2B5EF4-FFF2-40B4-BE49-F238E27FC236}">
                        <a16:creationId xmlns:a16="http://schemas.microsoft.com/office/drawing/2014/main" id="{6BAE1578-A40B-F943-99DB-3254D31E3B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8" name="Straight Connector 1527">
                    <a:extLst>
                      <a:ext uri="{FF2B5EF4-FFF2-40B4-BE49-F238E27FC236}">
                        <a16:creationId xmlns:a16="http://schemas.microsoft.com/office/drawing/2014/main" id="{4EAF00CC-D5B3-4144-95A6-06081BD90FA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9" name="Straight Connector 1528">
                    <a:extLst>
                      <a:ext uri="{FF2B5EF4-FFF2-40B4-BE49-F238E27FC236}">
                        <a16:creationId xmlns:a16="http://schemas.microsoft.com/office/drawing/2014/main" id="{07BD8305-2C35-0C45-9519-DFB1613AD77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0" name="Straight Connector 1529">
                    <a:extLst>
                      <a:ext uri="{FF2B5EF4-FFF2-40B4-BE49-F238E27FC236}">
                        <a16:creationId xmlns:a16="http://schemas.microsoft.com/office/drawing/2014/main" id="{79BD2465-851E-704E-B47A-CEC6219388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1" name="Straight Connector 1530">
                    <a:extLst>
                      <a:ext uri="{FF2B5EF4-FFF2-40B4-BE49-F238E27FC236}">
                        <a16:creationId xmlns:a16="http://schemas.microsoft.com/office/drawing/2014/main" id="{312B5A25-7E0B-F94E-8EEB-3E46C02C71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2" name="Straight Connector 1531">
                    <a:extLst>
                      <a:ext uri="{FF2B5EF4-FFF2-40B4-BE49-F238E27FC236}">
                        <a16:creationId xmlns:a16="http://schemas.microsoft.com/office/drawing/2014/main" id="{52BFB82E-06D8-E04F-8480-0E5AFAF1D30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3" name="Straight Connector 1532">
                    <a:extLst>
                      <a:ext uri="{FF2B5EF4-FFF2-40B4-BE49-F238E27FC236}">
                        <a16:creationId xmlns:a16="http://schemas.microsoft.com/office/drawing/2014/main" id="{CBFD5BCD-9454-DB45-91FD-50497BC43C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534" name="Group 1533">
                    <a:extLst>
                      <a:ext uri="{FF2B5EF4-FFF2-40B4-BE49-F238E27FC236}">
                        <a16:creationId xmlns:a16="http://schemas.microsoft.com/office/drawing/2014/main" id="{78644971-068C-5F47-8FFC-E72F7FB76A2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535" name="Rectangle 1534">
                      <a:extLst>
                        <a:ext uri="{FF2B5EF4-FFF2-40B4-BE49-F238E27FC236}">
                          <a16:creationId xmlns:a16="http://schemas.microsoft.com/office/drawing/2014/main" id="{B68ABC31-2151-8A48-9388-7815DE80A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36" name="Freeform 1535">
                      <a:extLst>
                        <a:ext uri="{FF2B5EF4-FFF2-40B4-BE49-F238E27FC236}">
                          <a16:creationId xmlns:a16="http://schemas.microsoft.com/office/drawing/2014/main" id="{0ED87B0B-183A-CC47-B056-65616589B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537" name="Group 1536">
                      <a:extLst>
                        <a:ext uri="{FF2B5EF4-FFF2-40B4-BE49-F238E27FC236}">
                          <a16:creationId xmlns:a16="http://schemas.microsoft.com/office/drawing/2014/main" id="{2F066083-E150-9F4E-B6B6-EABD827271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538" name="Freeform 1537">
                        <a:extLst>
                          <a:ext uri="{FF2B5EF4-FFF2-40B4-BE49-F238E27FC236}">
                            <a16:creationId xmlns:a16="http://schemas.microsoft.com/office/drawing/2014/main" id="{165E0A0C-E1DF-EE45-B006-636B9AA163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39" name="Freeform 1538">
                        <a:extLst>
                          <a:ext uri="{FF2B5EF4-FFF2-40B4-BE49-F238E27FC236}">
                            <a16:creationId xmlns:a16="http://schemas.microsoft.com/office/drawing/2014/main" id="{C0FFD06E-98D8-304D-987A-EBF5F426E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8" name="Freeform 1547">
                        <a:extLst>
                          <a:ext uri="{FF2B5EF4-FFF2-40B4-BE49-F238E27FC236}">
                            <a16:creationId xmlns:a16="http://schemas.microsoft.com/office/drawing/2014/main" id="{6698A99A-2E59-E743-BA66-11FBFAD006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9" name="Freeform 1548">
                        <a:extLst>
                          <a:ext uri="{FF2B5EF4-FFF2-40B4-BE49-F238E27FC236}">
                            <a16:creationId xmlns:a16="http://schemas.microsoft.com/office/drawing/2014/main" id="{56596CA1-6B7B-7B46-BBA2-05732F3060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518" name="TextBox 1517">
                  <a:extLst>
                    <a:ext uri="{FF2B5EF4-FFF2-40B4-BE49-F238E27FC236}">
                      <a16:creationId xmlns:a16="http://schemas.microsoft.com/office/drawing/2014/main" id="{7C218AA4-F685-7147-A554-512DE922896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519" name="TextBox 1518">
                  <a:extLst>
                    <a:ext uri="{FF2B5EF4-FFF2-40B4-BE49-F238E27FC236}">
                      <a16:creationId xmlns:a16="http://schemas.microsoft.com/office/drawing/2014/main" id="{2AFF6A51-0E9C-6542-A095-E2D65CA2CAE5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7" name="Group 1206">
                <a:extLst>
                  <a:ext uri="{FF2B5EF4-FFF2-40B4-BE49-F238E27FC236}">
                    <a16:creationId xmlns:a16="http://schemas.microsoft.com/office/drawing/2014/main" id="{6FB70E42-F207-C34C-A92F-5C1F00873E24}"/>
                  </a:ext>
                </a:extLst>
              </p:cNvPr>
              <p:cNvGrpSpPr/>
              <p:nvPr/>
            </p:nvGrpSpPr>
            <p:grpSpPr>
              <a:xfrm>
                <a:off x="628478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232" name="Straight Connector 1231">
                  <a:extLst>
                    <a:ext uri="{FF2B5EF4-FFF2-40B4-BE49-F238E27FC236}">
                      <a16:creationId xmlns:a16="http://schemas.microsoft.com/office/drawing/2014/main" id="{BF1E66F3-F547-C041-9F8F-F700E531D02C}"/>
                    </a:ext>
                  </a:extLst>
                </p:cNvPr>
                <p:cNvCxnSpPr>
                  <a:cxnSpLocks/>
                  <a:endCxn id="1469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3" name="Straight Connector 1232">
                  <a:extLst>
                    <a:ext uri="{FF2B5EF4-FFF2-40B4-BE49-F238E27FC236}">
                      <a16:creationId xmlns:a16="http://schemas.microsoft.com/office/drawing/2014/main" id="{98DC2E6A-1FE9-5C4C-9392-4DEE0FF65798}"/>
                    </a:ext>
                  </a:extLst>
                </p:cNvPr>
                <p:cNvCxnSpPr>
                  <a:cxnSpLocks/>
                  <a:endCxn id="1413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4" name="Straight Connector 1233">
                  <a:extLst>
                    <a:ext uri="{FF2B5EF4-FFF2-40B4-BE49-F238E27FC236}">
                      <a16:creationId xmlns:a16="http://schemas.microsoft.com/office/drawing/2014/main" id="{A2462569-5A17-0A42-A9C3-C1F21EBA7043}"/>
                    </a:ext>
                  </a:extLst>
                </p:cNvPr>
                <p:cNvCxnSpPr>
                  <a:cxnSpLocks/>
                  <a:endCxn id="128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5" name="Group 1234">
                  <a:extLst>
                    <a:ext uri="{FF2B5EF4-FFF2-40B4-BE49-F238E27FC236}">
                      <a16:creationId xmlns:a16="http://schemas.microsoft.com/office/drawing/2014/main" id="{1CAFC7E7-942E-814A-94A8-6FFD15657517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451" name="Group 506">
                    <a:extLst>
                      <a:ext uri="{FF2B5EF4-FFF2-40B4-BE49-F238E27FC236}">
                        <a16:creationId xmlns:a16="http://schemas.microsoft.com/office/drawing/2014/main" id="{B1E12053-B78A-6749-BB5F-757A979C60C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73" name="Rectangle 1472">
                      <a:extLst>
                        <a:ext uri="{FF2B5EF4-FFF2-40B4-BE49-F238E27FC236}">
                          <a16:creationId xmlns:a16="http://schemas.microsoft.com/office/drawing/2014/main" id="{0505681B-17E1-0A49-9ADB-C9BC81CEC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4" name="Straight Connector 1473">
                      <a:extLst>
                        <a:ext uri="{FF2B5EF4-FFF2-40B4-BE49-F238E27FC236}">
                          <a16:creationId xmlns:a16="http://schemas.microsoft.com/office/drawing/2014/main" id="{12B0486F-5CA2-5348-ABAB-854C7EABBA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5" name="Rectangle 1474">
                      <a:extLst>
                        <a:ext uri="{FF2B5EF4-FFF2-40B4-BE49-F238E27FC236}">
                          <a16:creationId xmlns:a16="http://schemas.microsoft.com/office/drawing/2014/main" id="{FF9D0D3F-A7E1-8A4B-BDF9-0D1A65C6F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6" name="Straight Connector 1475">
                      <a:extLst>
                        <a:ext uri="{FF2B5EF4-FFF2-40B4-BE49-F238E27FC236}">
                          <a16:creationId xmlns:a16="http://schemas.microsoft.com/office/drawing/2014/main" id="{7D2F934E-0C1F-1B43-A4CE-AF56BDEA08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7" name="Rectangle 1476">
                      <a:extLst>
                        <a:ext uri="{FF2B5EF4-FFF2-40B4-BE49-F238E27FC236}">
                          <a16:creationId xmlns:a16="http://schemas.microsoft.com/office/drawing/2014/main" id="{3CD7D9B0-63C4-374A-8154-5749DC415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78" name="Rectangle 1477">
                      <a:extLst>
                        <a:ext uri="{FF2B5EF4-FFF2-40B4-BE49-F238E27FC236}">
                          <a16:creationId xmlns:a16="http://schemas.microsoft.com/office/drawing/2014/main" id="{A3379F41-4BCC-7A49-B02F-685D2FE16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9" name="Straight Connector 1478">
                      <a:extLst>
                        <a:ext uri="{FF2B5EF4-FFF2-40B4-BE49-F238E27FC236}">
                          <a16:creationId xmlns:a16="http://schemas.microsoft.com/office/drawing/2014/main" id="{D66948AD-AE32-714B-AB88-5E37D4A2BB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80" name="Group 544">
                      <a:extLst>
                        <a:ext uri="{FF2B5EF4-FFF2-40B4-BE49-F238E27FC236}">
                          <a16:creationId xmlns:a16="http://schemas.microsoft.com/office/drawing/2014/main" id="{27BAF0E9-A5A0-3A46-9185-F477A958E9C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8" name="Straight Connector 1507">
                        <a:extLst>
                          <a:ext uri="{FF2B5EF4-FFF2-40B4-BE49-F238E27FC236}">
                            <a16:creationId xmlns:a16="http://schemas.microsoft.com/office/drawing/2014/main" id="{6AB9F59D-BECC-BD45-A55C-0804C977B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9" name="Straight Connector 1508">
                        <a:extLst>
                          <a:ext uri="{FF2B5EF4-FFF2-40B4-BE49-F238E27FC236}">
                            <a16:creationId xmlns:a16="http://schemas.microsoft.com/office/drawing/2014/main" id="{80DB53D8-F903-AD48-A1E5-FDD6DA410A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1" name="Group 547">
                      <a:extLst>
                        <a:ext uri="{FF2B5EF4-FFF2-40B4-BE49-F238E27FC236}">
                          <a16:creationId xmlns:a16="http://schemas.microsoft.com/office/drawing/2014/main" id="{C3F0416B-7209-2F4D-A96E-C310C40B04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6" name="Straight Connector 1505">
                        <a:extLst>
                          <a:ext uri="{FF2B5EF4-FFF2-40B4-BE49-F238E27FC236}">
                            <a16:creationId xmlns:a16="http://schemas.microsoft.com/office/drawing/2014/main" id="{27D8E06C-8754-4541-B24E-E006B3EF520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7" name="Straight Connector 1506">
                        <a:extLst>
                          <a:ext uri="{FF2B5EF4-FFF2-40B4-BE49-F238E27FC236}">
                            <a16:creationId xmlns:a16="http://schemas.microsoft.com/office/drawing/2014/main" id="{87C0EB53-E50C-904F-9439-57CA025EC7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2" name="Group 549">
                      <a:extLst>
                        <a:ext uri="{FF2B5EF4-FFF2-40B4-BE49-F238E27FC236}">
                          <a16:creationId xmlns:a16="http://schemas.microsoft.com/office/drawing/2014/main" id="{A1276D5C-0472-0F4F-8B89-12EACB66E5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4" name="Straight Connector 1503">
                        <a:extLst>
                          <a:ext uri="{FF2B5EF4-FFF2-40B4-BE49-F238E27FC236}">
                            <a16:creationId xmlns:a16="http://schemas.microsoft.com/office/drawing/2014/main" id="{47D3DD64-B6F5-9449-87D3-B22E0EDBD15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5" name="Straight Connector 1504">
                        <a:extLst>
                          <a:ext uri="{FF2B5EF4-FFF2-40B4-BE49-F238E27FC236}">
                            <a16:creationId xmlns:a16="http://schemas.microsoft.com/office/drawing/2014/main" id="{49353E16-ADE7-F641-834A-9A0DB281D03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3" name="Group 550">
                      <a:extLst>
                        <a:ext uri="{FF2B5EF4-FFF2-40B4-BE49-F238E27FC236}">
                          <a16:creationId xmlns:a16="http://schemas.microsoft.com/office/drawing/2014/main" id="{11B91056-E527-5846-95E6-7AE74C8B11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2" name="Straight Connector 1501">
                        <a:extLst>
                          <a:ext uri="{FF2B5EF4-FFF2-40B4-BE49-F238E27FC236}">
                            <a16:creationId xmlns:a16="http://schemas.microsoft.com/office/drawing/2014/main" id="{46F29096-3E06-5142-93E1-5130A2DED6C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3" name="Straight Connector 1502">
                        <a:extLst>
                          <a:ext uri="{FF2B5EF4-FFF2-40B4-BE49-F238E27FC236}">
                            <a16:creationId xmlns:a16="http://schemas.microsoft.com/office/drawing/2014/main" id="{1AD7C438-177D-C149-89DD-B4B5F77F91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4" name="Group 551">
                      <a:extLst>
                        <a:ext uri="{FF2B5EF4-FFF2-40B4-BE49-F238E27FC236}">
                          <a16:creationId xmlns:a16="http://schemas.microsoft.com/office/drawing/2014/main" id="{12930F4A-31FE-E946-B28B-6CECECC6AFC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0" name="Straight Connector 1499">
                        <a:extLst>
                          <a:ext uri="{FF2B5EF4-FFF2-40B4-BE49-F238E27FC236}">
                            <a16:creationId xmlns:a16="http://schemas.microsoft.com/office/drawing/2014/main" id="{7C35F1ED-1EF6-3744-8D0C-CF4E4544D9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1" name="Straight Connector 1500">
                        <a:extLst>
                          <a:ext uri="{FF2B5EF4-FFF2-40B4-BE49-F238E27FC236}">
                            <a16:creationId xmlns:a16="http://schemas.microsoft.com/office/drawing/2014/main" id="{FA21CEC3-7A09-E843-8CBC-72C43E5D06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5" name="Group 552">
                      <a:extLst>
                        <a:ext uri="{FF2B5EF4-FFF2-40B4-BE49-F238E27FC236}">
                          <a16:creationId xmlns:a16="http://schemas.microsoft.com/office/drawing/2014/main" id="{CB2D856B-EB16-D14B-B951-38E8B450FF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8" name="Straight Connector 1497">
                        <a:extLst>
                          <a:ext uri="{FF2B5EF4-FFF2-40B4-BE49-F238E27FC236}">
                            <a16:creationId xmlns:a16="http://schemas.microsoft.com/office/drawing/2014/main" id="{A04B07C6-6B33-8B46-95F3-944050C5D8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9" name="Straight Connector 1498">
                        <a:extLst>
                          <a:ext uri="{FF2B5EF4-FFF2-40B4-BE49-F238E27FC236}">
                            <a16:creationId xmlns:a16="http://schemas.microsoft.com/office/drawing/2014/main" id="{FF0F5F80-F60B-B743-BA87-C1AD3E28338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6" name="Group 555">
                      <a:extLst>
                        <a:ext uri="{FF2B5EF4-FFF2-40B4-BE49-F238E27FC236}">
                          <a16:creationId xmlns:a16="http://schemas.microsoft.com/office/drawing/2014/main" id="{D1B0BA7E-8FFA-D44C-A7B0-E92016A45E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6" name="Straight Connector 1495">
                        <a:extLst>
                          <a:ext uri="{FF2B5EF4-FFF2-40B4-BE49-F238E27FC236}">
                            <a16:creationId xmlns:a16="http://schemas.microsoft.com/office/drawing/2014/main" id="{281D73D9-5A1E-7E49-8EFA-583168992A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7" name="Straight Connector 1496">
                        <a:extLst>
                          <a:ext uri="{FF2B5EF4-FFF2-40B4-BE49-F238E27FC236}">
                            <a16:creationId xmlns:a16="http://schemas.microsoft.com/office/drawing/2014/main" id="{8FB1E854-8B2F-C942-88CB-C6244CF61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7" name="Group 556">
                      <a:extLst>
                        <a:ext uri="{FF2B5EF4-FFF2-40B4-BE49-F238E27FC236}">
                          <a16:creationId xmlns:a16="http://schemas.microsoft.com/office/drawing/2014/main" id="{5F9EC45E-AB4D-574C-8544-EEFEFB3238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4" name="Straight Connector 1493">
                        <a:extLst>
                          <a:ext uri="{FF2B5EF4-FFF2-40B4-BE49-F238E27FC236}">
                            <a16:creationId xmlns:a16="http://schemas.microsoft.com/office/drawing/2014/main" id="{6A236FAC-A62B-C842-993B-BC10DD9B4AA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5" name="Straight Connector 1494">
                        <a:extLst>
                          <a:ext uri="{FF2B5EF4-FFF2-40B4-BE49-F238E27FC236}">
                            <a16:creationId xmlns:a16="http://schemas.microsoft.com/office/drawing/2014/main" id="{CCCC4BC5-F2D3-F346-AA32-783B8797AE5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8" name="Group 557">
                      <a:extLst>
                        <a:ext uri="{FF2B5EF4-FFF2-40B4-BE49-F238E27FC236}">
                          <a16:creationId xmlns:a16="http://schemas.microsoft.com/office/drawing/2014/main" id="{A5859D2C-7F69-A046-9BAD-C2DAC2F9886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2" name="Straight Connector 1491">
                        <a:extLst>
                          <a:ext uri="{FF2B5EF4-FFF2-40B4-BE49-F238E27FC236}">
                            <a16:creationId xmlns:a16="http://schemas.microsoft.com/office/drawing/2014/main" id="{54642087-1A62-D342-88BC-D729DA78E8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3" name="Straight Connector 1492">
                        <a:extLst>
                          <a:ext uri="{FF2B5EF4-FFF2-40B4-BE49-F238E27FC236}">
                            <a16:creationId xmlns:a16="http://schemas.microsoft.com/office/drawing/2014/main" id="{FE00ED59-150E-CF4E-B123-5D08FBDB2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9" name="Group 558">
                      <a:extLst>
                        <a:ext uri="{FF2B5EF4-FFF2-40B4-BE49-F238E27FC236}">
                          <a16:creationId xmlns:a16="http://schemas.microsoft.com/office/drawing/2014/main" id="{08DE9DC2-AAC9-AD43-8C2C-38419D6591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0" name="Straight Connector 1489">
                        <a:extLst>
                          <a:ext uri="{FF2B5EF4-FFF2-40B4-BE49-F238E27FC236}">
                            <a16:creationId xmlns:a16="http://schemas.microsoft.com/office/drawing/2014/main" id="{53FDF811-A99F-8E40-B2D8-2896EBF6DE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1" name="Straight Connector 1490">
                        <a:extLst>
                          <a:ext uri="{FF2B5EF4-FFF2-40B4-BE49-F238E27FC236}">
                            <a16:creationId xmlns:a16="http://schemas.microsoft.com/office/drawing/2014/main" id="{93D66BA9-C10A-F644-AA61-8F13DFA567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452" name="Straight Connector 1451">
                    <a:extLst>
                      <a:ext uri="{FF2B5EF4-FFF2-40B4-BE49-F238E27FC236}">
                        <a16:creationId xmlns:a16="http://schemas.microsoft.com/office/drawing/2014/main" id="{342A58A7-8B80-F249-BF06-DF8E66E10AD1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3" name="Straight Connector 1452">
                    <a:extLst>
                      <a:ext uri="{FF2B5EF4-FFF2-40B4-BE49-F238E27FC236}">
                        <a16:creationId xmlns:a16="http://schemas.microsoft.com/office/drawing/2014/main" id="{64D6E797-874B-DB4E-ACD1-4CEAE27C5B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4" name="Straight Connector 1453">
                    <a:extLst>
                      <a:ext uri="{FF2B5EF4-FFF2-40B4-BE49-F238E27FC236}">
                        <a16:creationId xmlns:a16="http://schemas.microsoft.com/office/drawing/2014/main" id="{1405555B-4744-8340-84B3-5A8AEB5453C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5" name="Straight Connector 1454">
                    <a:extLst>
                      <a:ext uri="{FF2B5EF4-FFF2-40B4-BE49-F238E27FC236}">
                        <a16:creationId xmlns:a16="http://schemas.microsoft.com/office/drawing/2014/main" id="{DCF3A036-4B82-BE43-B5C9-8912A67706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6" name="Straight Connector 1455">
                    <a:extLst>
                      <a:ext uri="{FF2B5EF4-FFF2-40B4-BE49-F238E27FC236}">
                        <a16:creationId xmlns:a16="http://schemas.microsoft.com/office/drawing/2014/main" id="{FB9BC427-A9A3-7A46-BF0B-AAF40BAE20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7" name="Straight Connector 1456">
                    <a:extLst>
                      <a:ext uri="{FF2B5EF4-FFF2-40B4-BE49-F238E27FC236}">
                        <a16:creationId xmlns:a16="http://schemas.microsoft.com/office/drawing/2014/main" id="{7E260FFE-2C12-3842-8369-DFC65F16D9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8" name="Straight Connector 1457">
                    <a:extLst>
                      <a:ext uri="{FF2B5EF4-FFF2-40B4-BE49-F238E27FC236}">
                        <a16:creationId xmlns:a16="http://schemas.microsoft.com/office/drawing/2014/main" id="{68A782A7-F2B5-BC47-B2E8-4ADD3B2CB4D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9" name="Straight Connector 1458">
                    <a:extLst>
                      <a:ext uri="{FF2B5EF4-FFF2-40B4-BE49-F238E27FC236}">
                        <a16:creationId xmlns:a16="http://schemas.microsoft.com/office/drawing/2014/main" id="{94B9EBF1-E483-3F49-B3FD-84896B8D5EB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0" name="Straight Connector 1459">
                    <a:extLst>
                      <a:ext uri="{FF2B5EF4-FFF2-40B4-BE49-F238E27FC236}">
                        <a16:creationId xmlns:a16="http://schemas.microsoft.com/office/drawing/2014/main" id="{F2E136F0-0CA0-0A46-9614-886AC3D0FC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1" name="Straight Connector 1460">
                    <a:extLst>
                      <a:ext uri="{FF2B5EF4-FFF2-40B4-BE49-F238E27FC236}">
                        <a16:creationId xmlns:a16="http://schemas.microsoft.com/office/drawing/2014/main" id="{05EBE6E6-1DD8-194F-AF6A-169D4EA41E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2" name="Straight Connector 1461">
                    <a:extLst>
                      <a:ext uri="{FF2B5EF4-FFF2-40B4-BE49-F238E27FC236}">
                        <a16:creationId xmlns:a16="http://schemas.microsoft.com/office/drawing/2014/main" id="{2E5DBE79-F68C-FA40-9442-F189339D94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3" name="Straight Connector 1462">
                    <a:extLst>
                      <a:ext uri="{FF2B5EF4-FFF2-40B4-BE49-F238E27FC236}">
                        <a16:creationId xmlns:a16="http://schemas.microsoft.com/office/drawing/2014/main" id="{0A9F0F5B-52DA-C84F-B119-AC9EF87E254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4" name="Straight Connector 1463">
                    <a:extLst>
                      <a:ext uri="{FF2B5EF4-FFF2-40B4-BE49-F238E27FC236}">
                        <a16:creationId xmlns:a16="http://schemas.microsoft.com/office/drawing/2014/main" id="{F78544D0-C1F3-D746-B7A2-66F33FE40C05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65" name="Group 1464">
                    <a:extLst>
                      <a:ext uri="{FF2B5EF4-FFF2-40B4-BE49-F238E27FC236}">
                        <a16:creationId xmlns:a16="http://schemas.microsoft.com/office/drawing/2014/main" id="{4E84FF78-ABCD-084C-A653-E9450654FCA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66" name="Rectangle 1465">
                      <a:extLst>
                        <a:ext uri="{FF2B5EF4-FFF2-40B4-BE49-F238E27FC236}">
                          <a16:creationId xmlns:a16="http://schemas.microsoft.com/office/drawing/2014/main" id="{A4CE42B6-4303-AB45-BAB1-15DAAE544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67" name="Freeform 1466">
                      <a:extLst>
                        <a:ext uri="{FF2B5EF4-FFF2-40B4-BE49-F238E27FC236}">
                          <a16:creationId xmlns:a16="http://schemas.microsoft.com/office/drawing/2014/main" id="{BD4B1E1A-7CF8-C74E-A372-4AC2CA8AF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68" name="Group 1467">
                      <a:extLst>
                        <a:ext uri="{FF2B5EF4-FFF2-40B4-BE49-F238E27FC236}">
                          <a16:creationId xmlns:a16="http://schemas.microsoft.com/office/drawing/2014/main" id="{7623FCB4-3BFE-134E-BD8A-CD28BAF51B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69" name="Freeform 1468">
                        <a:extLst>
                          <a:ext uri="{FF2B5EF4-FFF2-40B4-BE49-F238E27FC236}">
                            <a16:creationId xmlns:a16="http://schemas.microsoft.com/office/drawing/2014/main" id="{BFB974D3-0E55-4443-BB57-F23014149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0" name="Freeform 1469">
                        <a:extLst>
                          <a:ext uri="{FF2B5EF4-FFF2-40B4-BE49-F238E27FC236}">
                            <a16:creationId xmlns:a16="http://schemas.microsoft.com/office/drawing/2014/main" id="{E9EC5106-DECB-F24A-9CD2-C3863DD404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1" name="Freeform 1470">
                        <a:extLst>
                          <a:ext uri="{FF2B5EF4-FFF2-40B4-BE49-F238E27FC236}">
                            <a16:creationId xmlns:a16="http://schemas.microsoft.com/office/drawing/2014/main" id="{5B652532-F86F-5344-9120-C1C5705566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2" name="Freeform 1471">
                        <a:extLst>
                          <a:ext uri="{FF2B5EF4-FFF2-40B4-BE49-F238E27FC236}">
                            <a16:creationId xmlns:a16="http://schemas.microsoft.com/office/drawing/2014/main" id="{F27E4E28-37CC-9844-A20F-23ECF03C8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236" name="Straight Connector 1235">
                  <a:extLst>
                    <a:ext uri="{FF2B5EF4-FFF2-40B4-BE49-F238E27FC236}">
                      <a16:creationId xmlns:a16="http://schemas.microsoft.com/office/drawing/2014/main" id="{945F427B-8938-A849-B165-BC5174B7ACFF}"/>
                    </a:ext>
                  </a:extLst>
                </p:cNvPr>
                <p:cNvCxnSpPr>
                  <a:cxnSpLocks/>
                  <a:endCxn id="1351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7" name="Group 1236">
                  <a:extLst>
                    <a:ext uri="{FF2B5EF4-FFF2-40B4-BE49-F238E27FC236}">
                      <a16:creationId xmlns:a16="http://schemas.microsoft.com/office/drawing/2014/main" id="{84FFD3C6-63CD-8F48-AE2D-5F3064589479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92" name="Group 506">
                    <a:extLst>
                      <a:ext uri="{FF2B5EF4-FFF2-40B4-BE49-F238E27FC236}">
                        <a16:creationId xmlns:a16="http://schemas.microsoft.com/office/drawing/2014/main" id="{45EB6F20-E306-8C42-A9CE-AC60551AC8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14" name="Rectangle 1413">
                      <a:extLst>
                        <a:ext uri="{FF2B5EF4-FFF2-40B4-BE49-F238E27FC236}">
                          <a16:creationId xmlns:a16="http://schemas.microsoft.com/office/drawing/2014/main" id="{381881A1-AC9F-6F44-AE55-B178C70BF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5" name="Straight Connector 1414">
                      <a:extLst>
                        <a:ext uri="{FF2B5EF4-FFF2-40B4-BE49-F238E27FC236}">
                          <a16:creationId xmlns:a16="http://schemas.microsoft.com/office/drawing/2014/main" id="{6CD8E8F4-64A6-3C46-A482-2CA26A3A09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6" name="Rectangle 1415">
                      <a:extLst>
                        <a:ext uri="{FF2B5EF4-FFF2-40B4-BE49-F238E27FC236}">
                          <a16:creationId xmlns:a16="http://schemas.microsoft.com/office/drawing/2014/main" id="{F49640C2-E904-C443-A3FA-44925EB00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7" name="Straight Connector 1416">
                      <a:extLst>
                        <a:ext uri="{FF2B5EF4-FFF2-40B4-BE49-F238E27FC236}">
                          <a16:creationId xmlns:a16="http://schemas.microsoft.com/office/drawing/2014/main" id="{8D6F530E-CDA9-F447-B9A1-92958F50F2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8" name="Rectangle 1417">
                      <a:extLst>
                        <a:ext uri="{FF2B5EF4-FFF2-40B4-BE49-F238E27FC236}">
                          <a16:creationId xmlns:a16="http://schemas.microsoft.com/office/drawing/2014/main" id="{0C9A95D3-1818-9B4B-8FD4-84262AED2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19" name="Rectangle 1418">
                      <a:extLst>
                        <a:ext uri="{FF2B5EF4-FFF2-40B4-BE49-F238E27FC236}">
                          <a16:creationId xmlns:a16="http://schemas.microsoft.com/office/drawing/2014/main" id="{2702A520-B852-3442-B932-D1F61982E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20" name="Straight Connector 1419">
                      <a:extLst>
                        <a:ext uri="{FF2B5EF4-FFF2-40B4-BE49-F238E27FC236}">
                          <a16:creationId xmlns:a16="http://schemas.microsoft.com/office/drawing/2014/main" id="{96378DD8-91EB-0A48-8625-D8F866A62A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21" name="Group 544">
                      <a:extLst>
                        <a:ext uri="{FF2B5EF4-FFF2-40B4-BE49-F238E27FC236}">
                          <a16:creationId xmlns:a16="http://schemas.microsoft.com/office/drawing/2014/main" id="{D34D5E23-D13B-7A4E-9A9A-2B281652D3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9" name="Straight Connector 1448">
                        <a:extLst>
                          <a:ext uri="{FF2B5EF4-FFF2-40B4-BE49-F238E27FC236}">
                            <a16:creationId xmlns:a16="http://schemas.microsoft.com/office/drawing/2014/main" id="{B4D0E08E-C079-3243-99A7-F84F5E58F3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50" name="Straight Connector 1449">
                        <a:extLst>
                          <a:ext uri="{FF2B5EF4-FFF2-40B4-BE49-F238E27FC236}">
                            <a16:creationId xmlns:a16="http://schemas.microsoft.com/office/drawing/2014/main" id="{5AE1C68A-EBC6-B743-811A-7434BFA8F5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" name="Group 547">
                      <a:extLst>
                        <a:ext uri="{FF2B5EF4-FFF2-40B4-BE49-F238E27FC236}">
                          <a16:creationId xmlns:a16="http://schemas.microsoft.com/office/drawing/2014/main" id="{C0EF192F-8265-804D-A01A-5F223F9A34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7" name="Straight Connector 1446">
                        <a:extLst>
                          <a:ext uri="{FF2B5EF4-FFF2-40B4-BE49-F238E27FC236}">
                            <a16:creationId xmlns:a16="http://schemas.microsoft.com/office/drawing/2014/main" id="{CCBC58A9-C46E-D344-8B3C-747B68AAB83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8" name="Straight Connector 1447">
                        <a:extLst>
                          <a:ext uri="{FF2B5EF4-FFF2-40B4-BE49-F238E27FC236}">
                            <a16:creationId xmlns:a16="http://schemas.microsoft.com/office/drawing/2014/main" id="{4E806D07-59B7-4641-BF56-F7AD26D7F7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" name="Group 549">
                      <a:extLst>
                        <a:ext uri="{FF2B5EF4-FFF2-40B4-BE49-F238E27FC236}">
                          <a16:creationId xmlns:a16="http://schemas.microsoft.com/office/drawing/2014/main" id="{41AA4254-51D5-D34B-AF94-8494103CEB4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5" name="Straight Connector 1444">
                        <a:extLst>
                          <a:ext uri="{FF2B5EF4-FFF2-40B4-BE49-F238E27FC236}">
                            <a16:creationId xmlns:a16="http://schemas.microsoft.com/office/drawing/2014/main" id="{E4E28CAF-98BA-5B44-A301-0CA6988D83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6" name="Straight Connector 1445">
                        <a:extLst>
                          <a:ext uri="{FF2B5EF4-FFF2-40B4-BE49-F238E27FC236}">
                            <a16:creationId xmlns:a16="http://schemas.microsoft.com/office/drawing/2014/main" id="{5796525C-F791-0A43-BC66-271CC03E66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" name="Group 550">
                      <a:extLst>
                        <a:ext uri="{FF2B5EF4-FFF2-40B4-BE49-F238E27FC236}">
                          <a16:creationId xmlns:a16="http://schemas.microsoft.com/office/drawing/2014/main" id="{7E86D3F0-2C28-704E-9E04-EFCE0F2104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3" name="Straight Connector 1442">
                        <a:extLst>
                          <a:ext uri="{FF2B5EF4-FFF2-40B4-BE49-F238E27FC236}">
                            <a16:creationId xmlns:a16="http://schemas.microsoft.com/office/drawing/2014/main" id="{FD00A3E1-66B1-2546-80CE-A8B1277379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4" name="Straight Connector 1443">
                        <a:extLst>
                          <a:ext uri="{FF2B5EF4-FFF2-40B4-BE49-F238E27FC236}">
                            <a16:creationId xmlns:a16="http://schemas.microsoft.com/office/drawing/2014/main" id="{6CC3B642-F9A7-564F-8594-F84040B480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" name="Group 551">
                      <a:extLst>
                        <a:ext uri="{FF2B5EF4-FFF2-40B4-BE49-F238E27FC236}">
                          <a16:creationId xmlns:a16="http://schemas.microsoft.com/office/drawing/2014/main" id="{22E50AB2-62F5-3F48-9962-4B7DB8B2EC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1" name="Straight Connector 1440">
                        <a:extLst>
                          <a:ext uri="{FF2B5EF4-FFF2-40B4-BE49-F238E27FC236}">
                            <a16:creationId xmlns:a16="http://schemas.microsoft.com/office/drawing/2014/main" id="{A7F849B6-B2C0-B14B-9DFB-18EFE8BE38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2" name="Straight Connector 1441">
                        <a:extLst>
                          <a:ext uri="{FF2B5EF4-FFF2-40B4-BE49-F238E27FC236}">
                            <a16:creationId xmlns:a16="http://schemas.microsoft.com/office/drawing/2014/main" id="{FC787F24-6633-E543-A8E3-3FF5EC0486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" name="Group 552">
                      <a:extLst>
                        <a:ext uri="{FF2B5EF4-FFF2-40B4-BE49-F238E27FC236}">
                          <a16:creationId xmlns:a16="http://schemas.microsoft.com/office/drawing/2014/main" id="{C1F1548D-D504-3C4E-A05C-9AA86946F4E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9" name="Straight Connector 1438">
                        <a:extLst>
                          <a:ext uri="{FF2B5EF4-FFF2-40B4-BE49-F238E27FC236}">
                            <a16:creationId xmlns:a16="http://schemas.microsoft.com/office/drawing/2014/main" id="{4715D280-6AD4-1848-9892-78E636E4DF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0" name="Straight Connector 1439">
                        <a:extLst>
                          <a:ext uri="{FF2B5EF4-FFF2-40B4-BE49-F238E27FC236}">
                            <a16:creationId xmlns:a16="http://schemas.microsoft.com/office/drawing/2014/main" id="{A531E246-247A-7D41-898C-318474F4C38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7" name="Group 555">
                      <a:extLst>
                        <a:ext uri="{FF2B5EF4-FFF2-40B4-BE49-F238E27FC236}">
                          <a16:creationId xmlns:a16="http://schemas.microsoft.com/office/drawing/2014/main" id="{2C8AE11D-52FB-B84C-A107-C5EF70C2DD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7" name="Straight Connector 1436">
                        <a:extLst>
                          <a:ext uri="{FF2B5EF4-FFF2-40B4-BE49-F238E27FC236}">
                            <a16:creationId xmlns:a16="http://schemas.microsoft.com/office/drawing/2014/main" id="{BA35EBFF-2885-9C4C-8C69-8762ABC650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8" name="Straight Connector 1437">
                        <a:extLst>
                          <a:ext uri="{FF2B5EF4-FFF2-40B4-BE49-F238E27FC236}">
                            <a16:creationId xmlns:a16="http://schemas.microsoft.com/office/drawing/2014/main" id="{BA139EC8-D056-4647-8E75-FE49D597967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8" name="Group 556">
                      <a:extLst>
                        <a:ext uri="{FF2B5EF4-FFF2-40B4-BE49-F238E27FC236}">
                          <a16:creationId xmlns:a16="http://schemas.microsoft.com/office/drawing/2014/main" id="{5094E68D-2708-3146-BE44-BF4B762E73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5" name="Straight Connector 1434">
                        <a:extLst>
                          <a:ext uri="{FF2B5EF4-FFF2-40B4-BE49-F238E27FC236}">
                            <a16:creationId xmlns:a16="http://schemas.microsoft.com/office/drawing/2014/main" id="{DE23DCE5-7C78-7345-B7AD-997F3A920D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6" name="Straight Connector 1435">
                        <a:extLst>
                          <a:ext uri="{FF2B5EF4-FFF2-40B4-BE49-F238E27FC236}">
                            <a16:creationId xmlns:a16="http://schemas.microsoft.com/office/drawing/2014/main" id="{E04A5B49-15D9-8845-82E5-765025E2D9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9" name="Group 557">
                      <a:extLst>
                        <a:ext uri="{FF2B5EF4-FFF2-40B4-BE49-F238E27FC236}">
                          <a16:creationId xmlns:a16="http://schemas.microsoft.com/office/drawing/2014/main" id="{F3DD9D12-CF42-574E-8EBE-5ABB1B7A28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3" name="Straight Connector 1432">
                        <a:extLst>
                          <a:ext uri="{FF2B5EF4-FFF2-40B4-BE49-F238E27FC236}">
                            <a16:creationId xmlns:a16="http://schemas.microsoft.com/office/drawing/2014/main" id="{86D279A7-50CC-3F4D-883E-65782F5819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4" name="Straight Connector 1433">
                        <a:extLst>
                          <a:ext uri="{FF2B5EF4-FFF2-40B4-BE49-F238E27FC236}">
                            <a16:creationId xmlns:a16="http://schemas.microsoft.com/office/drawing/2014/main" id="{BC690AB7-6B03-A14D-BA7F-F499E24392D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30" name="Group 558">
                      <a:extLst>
                        <a:ext uri="{FF2B5EF4-FFF2-40B4-BE49-F238E27FC236}">
                          <a16:creationId xmlns:a16="http://schemas.microsoft.com/office/drawing/2014/main" id="{28AEB9ED-3DF9-6744-8C5F-CA41C713FE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1" name="Straight Connector 1430">
                        <a:extLst>
                          <a:ext uri="{FF2B5EF4-FFF2-40B4-BE49-F238E27FC236}">
                            <a16:creationId xmlns:a16="http://schemas.microsoft.com/office/drawing/2014/main" id="{3408F73F-4C01-A849-BC56-ED6C499971D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2" name="Straight Connector 1431">
                        <a:extLst>
                          <a:ext uri="{FF2B5EF4-FFF2-40B4-BE49-F238E27FC236}">
                            <a16:creationId xmlns:a16="http://schemas.microsoft.com/office/drawing/2014/main" id="{DE5C925A-EA7B-9947-AC6C-7FC73EFEC0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93" name="Straight Connector 1392">
                    <a:extLst>
                      <a:ext uri="{FF2B5EF4-FFF2-40B4-BE49-F238E27FC236}">
                        <a16:creationId xmlns:a16="http://schemas.microsoft.com/office/drawing/2014/main" id="{CF1EE0BD-9ADD-644B-B28A-1B166BE4C76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" name="Straight Connector 1393">
                    <a:extLst>
                      <a:ext uri="{FF2B5EF4-FFF2-40B4-BE49-F238E27FC236}">
                        <a16:creationId xmlns:a16="http://schemas.microsoft.com/office/drawing/2014/main" id="{3F87A2FF-ED60-6640-A9B1-12917A053E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5" name="Straight Connector 1394">
                    <a:extLst>
                      <a:ext uri="{FF2B5EF4-FFF2-40B4-BE49-F238E27FC236}">
                        <a16:creationId xmlns:a16="http://schemas.microsoft.com/office/drawing/2014/main" id="{3E73415A-CD61-D44A-AFE8-53DE3966BA3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6" name="Straight Connector 1395">
                    <a:extLst>
                      <a:ext uri="{FF2B5EF4-FFF2-40B4-BE49-F238E27FC236}">
                        <a16:creationId xmlns:a16="http://schemas.microsoft.com/office/drawing/2014/main" id="{470FBC77-0254-614D-AA87-7C8D2D69084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7" name="Straight Connector 1396">
                    <a:extLst>
                      <a:ext uri="{FF2B5EF4-FFF2-40B4-BE49-F238E27FC236}">
                        <a16:creationId xmlns:a16="http://schemas.microsoft.com/office/drawing/2014/main" id="{C244701A-7923-BD41-9924-95719706AFB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8" name="Straight Connector 1397">
                    <a:extLst>
                      <a:ext uri="{FF2B5EF4-FFF2-40B4-BE49-F238E27FC236}">
                        <a16:creationId xmlns:a16="http://schemas.microsoft.com/office/drawing/2014/main" id="{FAD375C5-C55F-EB45-9E5B-372F0585CF2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9" name="Straight Connector 1398">
                    <a:extLst>
                      <a:ext uri="{FF2B5EF4-FFF2-40B4-BE49-F238E27FC236}">
                        <a16:creationId xmlns:a16="http://schemas.microsoft.com/office/drawing/2014/main" id="{47338F56-34E1-7446-808E-B0590EDDCA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0" name="Straight Connector 1399">
                    <a:extLst>
                      <a:ext uri="{FF2B5EF4-FFF2-40B4-BE49-F238E27FC236}">
                        <a16:creationId xmlns:a16="http://schemas.microsoft.com/office/drawing/2014/main" id="{C9E0F4CF-E39F-9344-BC17-4B10E902C8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1" name="Straight Connector 1400">
                    <a:extLst>
                      <a:ext uri="{FF2B5EF4-FFF2-40B4-BE49-F238E27FC236}">
                        <a16:creationId xmlns:a16="http://schemas.microsoft.com/office/drawing/2014/main" id="{B55CBA98-5215-F748-A2CA-7861377618E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2" name="Straight Connector 1401">
                    <a:extLst>
                      <a:ext uri="{FF2B5EF4-FFF2-40B4-BE49-F238E27FC236}">
                        <a16:creationId xmlns:a16="http://schemas.microsoft.com/office/drawing/2014/main" id="{C1B40E99-E8B9-034F-B909-37F3C7D758B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" name="Straight Connector 1402">
                    <a:extLst>
                      <a:ext uri="{FF2B5EF4-FFF2-40B4-BE49-F238E27FC236}">
                        <a16:creationId xmlns:a16="http://schemas.microsoft.com/office/drawing/2014/main" id="{61582ADD-2CCA-DB4F-95CD-C69AB0627D4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4" name="Straight Connector 1403">
                    <a:extLst>
                      <a:ext uri="{FF2B5EF4-FFF2-40B4-BE49-F238E27FC236}">
                        <a16:creationId xmlns:a16="http://schemas.microsoft.com/office/drawing/2014/main" id="{83176A7B-1A4C-B743-9DEB-634E16069D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5" name="Straight Connector 1404">
                    <a:extLst>
                      <a:ext uri="{FF2B5EF4-FFF2-40B4-BE49-F238E27FC236}">
                        <a16:creationId xmlns:a16="http://schemas.microsoft.com/office/drawing/2014/main" id="{8994E818-0081-DE41-95AE-FD833E4E0D0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06" name="Group 1405">
                    <a:extLst>
                      <a:ext uri="{FF2B5EF4-FFF2-40B4-BE49-F238E27FC236}">
                        <a16:creationId xmlns:a16="http://schemas.microsoft.com/office/drawing/2014/main" id="{06F58A5C-F301-D847-9223-DA28AC522ACC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07" name="Rectangle 1406">
                      <a:extLst>
                        <a:ext uri="{FF2B5EF4-FFF2-40B4-BE49-F238E27FC236}">
                          <a16:creationId xmlns:a16="http://schemas.microsoft.com/office/drawing/2014/main" id="{716BAB38-DF24-C944-9525-46BF8B4AC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08" name="Freeform 1407">
                      <a:extLst>
                        <a:ext uri="{FF2B5EF4-FFF2-40B4-BE49-F238E27FC236}">
                          <a16:creationId xmlns:a16="http://schemas.microsoft.com/office/drawing/2014/main" id="{912E54E9-C544-6C4E-A16F-50343591B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09" name="Group 1408">
                      <a:extLst>
                        <a:ext uri="{FF2B5EF4-FFF2-40B4-BE49-F238E27FC236}">
                          <a16:creationId xmlns:a16="http://schemas.microsoft.com/office/drawing/2014/main" id="{A3DA1CF9-A477-5D49-AAF1-33DAAEC61B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10" name="Freeform 1409">
                        <a:extLst>
                          <a:ext uri="{FF2B5EF4-FFF2-40B4-BE49-F238E27FC236}">
                            <a16:creationId xmlns:a16="http://schemas.microsoft.com/office/drawing/2014/main" id="{08802FDE-247D-EE4E-A4A8-254EED8BD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1" name="Freeform 1410">
                        <a:extLst>
                          <a:ext uri="{FF2B5EF4-FFF2-40B4-BE49-F238E27FC236}">
                            <a16:creationId xmlns:a16="http://schemas.microsoft.com/office/drawing/2014/main" id="{24A50C55-8A41-F441-9892-7872CC131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2" name="Freeform 1411">
                        <a:extLst>
                          <a:ext uri="{FF2B5EF4-FFF2-40B4-BE49-F238E27FC236}">
                            <a16:creationId xmlns:a16="http://schemas.microsoft.com/office/drawing/2014/main" id="{66ABE36D-2B58-6543-9EA6-44CC6F6D2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3" name="Freeform 1412">
                        <a:extLst>
                          <a:ext uri="{FF2B5EF4-FFF2-40B4-BE49-F238E27FC236}">
                            <a16:creationId xmlns:a16="http://schemas.microsoft.com/office/drawing/2014/main" id="{FCD3C810-4F13-8F43-BBD8-888C5C0CA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8" name="Group 1237">
                  <a:extLst>
                    <a:ext uri="{FF2B5EF4-FFF2-40B4-BE49-F238E27FC236}">
                      <a16:creationId xmlns:a16="http://schemas.microsoft.com/office/drawing/2014/main" id="{74B0E3BC-1593-2D44-AD29-4E0A334B49A4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33" name="Group 506">
                    <a:extLst>
                      <a:ext uri="{FF2B5EF4-FFF2-40B4-BE49-F238E27FC236}">
                        <a16:creationId xmlns:a16="http://schemas.microsoft.com/office/drawing/2014/main" id="{28F0A9B0-38AC-1442-84E8-1F55441F74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355" name="Rectangle 1354">
                      <a:extLst>
                        <a:ext uri="{FF2B5EF4-FFF2-40B4-BE49-F238E27FC236}">
                          <a16:creationId xmlns:a16="http://schemas.microsoft.com/office/drawing/2014/main" id="{B7BCB059-CC25-0D46-8C00-AA465A9F5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6" name="Straight Connector 1355">
                      <a:extLst>
                        <a:ext uri="{FF2B5EF4-FFF2-40B4-BE49-F238E27FC236}">
                          <a16:creationId xmlns:a16="http://schemas.microsoft.com/office/drawing/2014/main" id="{2766DD39-BB04-F447-B161-A4B8D51763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7" name="Rectangle 1356">
                      <a:extLst>
                        <a:ext uri="{FF2B5EF4-FFF2-40B4-BE49-F238E27FC236}">
                          <a16:creationId xmlns:a16="http://schemas.microsoft.com/office/drawing/2014/main" id="{D9D0F264-7749-8843-AC77-5A1923FF3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8" name="Straight Connector 1357">
                      <a:extLst>
                        <a:ext uri="{FF2B5EF4-FFF2-40B4-BE49-F238E27FC236}">
                          <a16:creationId xmlns:a16="http://schemas.microsoft.com/office/drawing/2014/main" id="{FB4BCB89-AFA6-1443-BBA2-DC689D5498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9" name="Rectangle 1358">
                      <a:extLst>
                        <a:ext uri="{FF2B5EF4-FFF2-40B4-BE49-F238E27FC236}">
                          <a16:creationId xmlns:a16="http://schemas.microsoft.com/office/drawing/2014/main" id="{5B3291C3-9B7D-4147-8EBB-E123DF327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60" name="Rectangle 1359">
                      <a:extLst>
                        <a:ext uri="{FF2B5EF4-FFF2-40B4-BE49-F238E27FC236}">
                          <a16:creationId xmlns:a16="http://schemas.microsoft.com/office/drawing/2014/main" id="{88A7A8C9-4739-A841-AEE4-BFCC7CC89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61" name="Straight Connector 1360">
                      <a:extLst>
                        <a:ext uri="{FF2B5EF4-FFF2-40B4-BE49-F238E27FC236}">
                          <a16:creationId xmlns:a16="http://schemas.microsoft.com/office/drawing/2014/main" id="{6F359213-E387-1049-801C-17EB78DDA9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62" name="Group 544">
                      <a:extLst>
                        <a:ext uri="{FF2B5EF4-FFF2-40B4-BE49-F238E27FC236}">
                          <a16:creationId xmlns:a16="http://schemas.microsoft.com/office/drawing/2014/main" id="{4281F594-D83E-A141-8B8A-E9947B7863C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90" name="Straight Connector 1389">
                        <a:extLst>
                          <a:ext uri="{FF2B5EF4-FFF2-40B4-BE49-F238E27FC236}">
                            <a16:creationId xmlns:a16="http://schemas.microsoft.com/office/drawing/2014/main" id="{DB9221BA-1047-B345-9F0D-119C6712C3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1" name="Straight Connector 1390">
                        <a:extLst>
                          <a:ext uri="{FF2B5EF4-FFF2-40B4-BE49-F238E27FC236}">
                            <a16:creationId xmlns:a16="http://schemas.microsoft.com/office/drawing/2014/main" id="{B822AD0D-7737-0347-8DC9-A95530936D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3" name="Group 547">
                      <a:extLst>
                        <a:ext uri="{FF2B5EF4-FFF2-40B4-BE49-F238E27FC236}">
                          <a16:creationId xmlns:a16="http://schemas.microsoft.com/office/drawing/2014/main" id="{21995A80-1074-8E4B-9BA2-A1041B1A90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8" name="Straight Connector 1387">
                        <a:extLst>
                          <a:ext uri="{FF2B5EF4-FFF2-40B4-BE49-F238E27FC236}">
                            <a16:creationId xmlns:a16="http://schemas.microsoft.com/office/drawing/2014/main" id="{EC7BE4B8-10C5-E94D-85A1-CE53CF87B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9" name="Straight Connector 1388">
                        <a:extLst>
                          <a:ext uri="{FF2B5EF4-FFF2-40B4-BE49-F238E27FC236}">
                            <a16:creationId xmlns:a16="http://schemas.microsoft.com/office/drawing/2014/main" id="{B0AF9E29-E7CE-3546-B04F-CA8B54C3EF1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4" name="Group 549">
                      <a:extLst>
                        <a:ext uri="{FF2B5EF4-FFF2-40B4-BE49-F238E27FC236}">
                          <a16:creationId xmlns:a16="http://schemas.microsoft.com/office/drawing/2014/main" id="{62F49868-1FF3-1140-AC74-DAAD175BD3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6" name="Straight Connector 1385">
                        <a:extLst>
                          <a:ext uri="{FF2B5EF4-FFF2-40B4-BE49-F238E27FC236}">
                            <a16:creationId xmlns:a16="http://schemas.microsoft.com/office/drawing/2014/main" id="{B9A5B2CD-2346-BB41-B7CE-3278925892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7" name="Straight Connector 1386">
                        <a:extLst>
                          <a:ext uri="{FF2B5EF4-FFF2-40B4-BE49-F238E27FC236}">
                            <a16:creationId xmlns:a16="http://schemas.microsoft.com/office/drawing/2014/main" id="{97578260-F2DE-884F-8991-C0EF8C9955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5" name="Group 550">
                      <a:extLst>
                        <a:ext uri="{FF2B5EF4-FFF2-40B4-BE49-F238E27FC236}">
                          <a16:creationId xmlns:a16="http://schemas.microsoft.com/office/drawing/2014/main" id="{86CA185A-18F8-0D44-9251-71CB25B1F0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4" name="Straight Connector 1383">
                        <a:extLst>
                          <a:ext uri="{FF2B5EF4-FFF2-40B4-BE49-F238E27FC236}">
                            <a16:creationId xmlns:a16="http://schemas.microsoft.com/office/drawing/2014/main" id="{2EE9A74C-1BA8-9D40-819E-5846066143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5" name="Straight Connector 1384">
                        <a:extLst>
                          <a:ext uri="{FF2B5EF4-FFF2-40B4-BE49-F238E27FC236}">
                            <a16:creationId xmlns:a16="http://schemas.microsoft.com/office/drawing/2014/main" id="{4A910C96-44C2-6347-9A73-4C2D73750B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6" name="Group 551">
                      <a:extLst>
                        <a:ext uri="{FF2B5EF4-FFF2-40B4-BE49-F238E27FC236}">
                          <a16:creationId xmlns:a16="http://schemas.microsoft.com/office/drawing/2014/main" id="{09CD7E94-D411-5245-979F-D9C3119106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2" name="Straight Connector 1381">
                        <a:extLst>
                          <a:ext uri="{FF2B5EF4-FFF2-40B4-BE49-F238E27FC236}">
                            <a16:creationId xmlns:a16="http://schemas.microsoft.com/office/drawing/2014/main" id="{173AE973-6F76-E949-A812-BD70AB9DFA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3" name="Straight Connector 1382">
                        <a:extLst>
                          <a:ext uri="{FF2B5EF4-FFF2-40B4-BE49-F238E27FC236}">
                            <a16:creationId xmlns:a16="http://schemas.microsoft.com/office/drawing/2014/main" id="{E7D86C66-8692-6245-BA93-5263C1EF03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7" name="Group 552">
                      <a:extLst>
                        <a:ext uri="{FF2B5EF4-FFF2-40B4-BE49-F238E27FC236}">
                          <a16:creationId xmlns:a16="http://schemas.microsoft.com/office/drawing/2014/main" id="{318E4CE4-BAD8-D44B-ABC0-0AA38C9B6E7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0" name="Straight Connector 1379">
                        <a:extLst>
                          <a:ext uri="{FF2B5EF4-FFF2-40B4-BE49-F238E27FC236}">
                            <a16:creationId xmlns:a16="http://schemas.microsoft.com/office/drawing/2014/main" id="{A9B8EF15-9B69-3A47-B830-4BE32FC027D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1" name="Straight Connector 1380">
                        <a:extLst>
                          <a:ext uri="{FF2B5EF4-FFF2-40B4-BE49-F238E27FC236}">
                            <a16:creationId xmlns:a16="http://schemas.microsoft.com/office/drawing/2014/main" id="{39DC0ECF-C36A-5949-9197-CF4ED12C05F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8" name="Group 555">
                      <a:extLst>
                        <a:ext uri="{FF2B5EF4-FFF2-40B4-BE49-F238E27FC236}">
                          <a16:creationId xmlns:a16="http://schemas.microsoft.com/office/drawing/2014/main" id="{0BE255AC-C045-5347-9A9B-23E633D842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8" name="Straight Connector 1377">
                        <a:extLst>
                          <a:ext uri="{FF2B5EF4-FFF2-40B4-BE49-F238E27FC236}">
                            <a16:creationId xmlns:a16="http://schemas.microsoft.com/office/drawing/2014/main" id="{177A684D-C2B6-DF48-8A02-A6CFFA2BBA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9" name="Straight Connector 1378">
                        <a:extLst>
                          <a:ext uri="{FF2B5EF4-FFF2-40B4-BE49-F238E27FC236}">
                            <a16:creationId xmlns:a16="http://schemas.microsoft.com/office/drawing/2014/main" id="{92DC1A4D-23D7-7541-BA33-21EDFB04B8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9" name="Group 556">
                      <a:extLst>
                        <a:ext uri="{FF2B5EF4-FFF2-40B4-BE49-F238E27FC236}">
                          <a16:creationId xmlns:a16="http://schemas.microsoft.com/office/drawing/2014/main" id="{49BD9696-3616-664F-BE06-27515CA475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6" name="Straight Connector 1375">
                        <a:extLst>
                          <a:ext uri="{FF2B5EF4-FFF2-40B4-BE49-F238E27FC236}">
                            <a16:creationId xmlns:a16="http://schemas.microsoft.com/office/drawing/2014/main" id="{F3C08E6E-1BDC-E544-8F06-DF1FBACB0F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" name="Straight Connector 1376">
                        <a:extLst>
                          <a:ext uri="{FF2B5EF4-FFF2-40B4-BE49-F238E27FC236}">
                            <a16:creationId xmlns:a16="http://schemas.microsoft.com/office/drawing/2014/main" id="{2F527651-97E5-D749-B17C-0496E9827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" name="Group 557">
                      <a:extLst>
                        <a:ext uri="{FF2B5EF4-FFF2-40B4-BE49-F238E27FC236}">
                          <a16:creationId xmlns:a16="http://schemas.microsoft.com/office/drawing/2014/main" id="{0154CED3-D4A6-C647-B3D6-1C29E1EDA67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4" name="Straight Connector 1373">
                        <a:extLst>
                          <a:ext uri="{FF2B5EF4-FFF2-40B4-BE49-F238E27FC236}">
                            <a16:creationId xmlns:a16="http://schemas.microsoft.com/office/drawing/2014/main" id="{96A2E037-EC8A-6E42-BB0A-7282465479B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" name="Straight Connector 1374">
                        <a:extLst>
                          <a:ext uri="{FF2B5EF4-FFF2-40B4-BE49-F238E27FC236}">
                            <a16:creationId xmlns:a16="http://schemas.microsoft.com/office/drawing/2014/main" id="{F2011397-DCD8-0C4E-8343-8D774D91AC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" name="Group 558">
                      <a:extLst>
                        <a:ext uri="{FF2B5EF4-FFF2-40B4-BE49-F238E27FC236}">
                          <a16:creationId xmlns:a16="http://schemas.microsoft.com/office/drawing/2014/main" id="{58EA129A-DA05-524C-80FF-D320A405D45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2" name="Straight Connector 1371">
                        <a:extLst>
                          <a:ext uri="{FF2B5EF4-FFF2-40B4-BE49-F238E27FC236}">
                            <a16:creationId xmlns:a16="http://schemas.microsoft.com/office/drawing/2014/main" id="{1BCBC497-24E9-0448-948E-C265FF5F3D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" name="Straight Connector 1372">
                        <a:extLst>
                          <a:ext uri="{FF2B5EF4-FFF2-40B4-BE49-F238E27FC236}">
                            <a16:creationId xmlns:a16="http://schemas.microsoft.com/office/drawing/2014/main" id="{007D303D-D0FB-A341-9B7D-7E3C1890AA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34" name="Straight Connector 1333">
                    <a:extLst>
                      <a:ext uri="{FF2B5EF4-FFF2-40B4-BE49-F238E27FC236}">
                        <a16:creationId xmlns:a16="http://schemas.microsoft.com/office/drawing/2014/main" id="{5BB0D17B-41B3-5146-8F88-5CA5952B4B9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5" name="Straight Connector 1334">
                    <a:extLst>
                      <a:ext uri="{FF2B5EF4-FFF2-40B4-BE49-F238E27FC236}">
                        <a16:creationId xmlns:a16="http://schemas.microsoft.com/office/drawing/2014/main" id="{56F049A6-F62B-CA45-A50A-5D7EAC2ADE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6" name="Straight Connector 1335">
                    <a:extLst>
                      <a:ext uri="{FF2B5EF4-FFF2-40B4-BE49-F238E27FC236}">
                        <a16:creationId xmlns:a16="http://schemas.microsoft.com/office/drawing/2014/main" id="{C470D055-C687-C14D-BC18-8139C8C749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7" name="Straight Connector 1336">
                    <a:extLst>
                      <a:ext uri="{FF2B5EF4-FFF2-40B4-BE49-F238E27FC236}">
                        <a16:creationId xmlns:a16="http://schemas.microsoft.com/office/drawing/2014/main" id="{5F68C1AF-A85B-B84E-A4B5-F14A68FE22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8" name="Straight Connector 1337">
                    <a:extLst>
                      <a:ext uri="{FF2B5EF4-FFF2-40B4-BE49-F238E27FC236}">
                        <a16:creationId xmlns:a16="http://schemas.microsoft.com/office/drawing/2014/main" id="{63A23F9C-E3CF-0C4F-A155-F6E630A415F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9" name="Straight Connector 1338">
                    <a:extLst>
                      <a:ext uri="{FF2B5EF4-FFF2-40B4-BE49-F238E27FC236}">
                        <a16:creationId xmlns:a16="http://schemas.microsoft.com/office/drawing/2014/main" id="{D786EBE6-41E3-A946-A5D3-10E75423D4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0" name="Straight Connector 1339">
                    <a:extLst>
                      <a:ext uri="{FF2B5EF4-FFF2-40B4-BE49-F238E27FC236}">
                        <a16:creationId xmlns:a16="http://schemas.microsoft.com/office/drawing/2014/main" id="{40459BD8-0FFB-9A46-A83A-CD0AEE75671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1" name="Straight Connector 1340">
                    <a:extLst>
                      <a:ext uri="{FF2B5EF4-FFF2-40B4-BE49-F238E27FC236}">
                        <a16:creationId xmlns:a16="http://schemas.microsoft.com/office/drawing/2014/main" id="{3E15597E-D70D-1D47-9B79-CE9CEC64F65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2" name="Straight Connector 1341">
                    <a:extLst>
                      <a:ext uri="{FF2B5EF4-FFF2-40B4-BE49-F238E27FC236}">
                        <a16:creationId xmlns:a16="http://schemas.microsoft.com/office/drawing/2014/main" id="{35E92C21-CE09-A64E-ABB4-064B65DEB5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3" name="Straight Connector 1342">
                    <a:extLst>
                      <a:ext uri="{FF2B5EF4-FFF2-40B4-BE49-F238E27FC236}">
                        <a16:creationId xmlns:a16="http://schemas.microsoft.com/office/drawing/2014/main" id="{9CC40EE0-5701-4F45-BBA6-BA764CF0D72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4" name="Straight Connector 1343">
                    <a:extLst>
                      <a:ext uri="{FF2B5EF4-FFF2-40B4-BE49-F238E27FC236}">
                        <a16:creationId xmlns:a16="http://schemas.microsoft.com/office/drawing/2014/main" id="{3B57C9FB-FD0E-8F4E-A407-4F53CB93CF9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" name="Straight Connector 1344">
                    <a:extLst>
                      <a:ext uri="{FF2B5EF4-FFF2-40B4-BE49-F238E27FC236}">
                        <a16:creationId xmlns:a16="http://schemas.microsoft.com/office/drawing/2014/main" id="{2C77F3DC-E708-D54E-AF14-B92B5F52BE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6" name="Straight Connector 1345">
                    <a:extLst>
                      <a:ext uri="{FF2B5EF4-FFF2-40B4-BE49-F238E27FC236}">
                        <a16:creationId xmlns:a16="http://schemas.microsoft.com/office/drawing/2014/main" id="{AA298B33-4595-ED46-9075-C932383FB24C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7" name="Group 1346">
                    <a:extLst>
                      <a:ext uri="{FF2B5EF4-FFF2-40B4-BE49-F238E27FC236}">
                        <a16:creationId xmlns:a16="http://schemas.microsoft.com/office/drawing/2014/main" id="{B2B1EBA6-9DCA-B746-AFA3-37AE570A62B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348" name="Rectangle 1347">
                      <a:extLst>
                        <a:ext uri="{FF2B5EF4-FFF2-40B4-BE49-F238E27FC236}">
                          <a16:creationId xmlns:a16="http://schemas.microsoft.com/office/drawing/2014/main" id="{1EA1424A-91E3-BE40-8BB6-1DE4AAC7A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9" name="Freeform 1348">
                      <a:extLst>
                        <a:ext uri="{FF2B5EF4-FFF2-40B4-BE49-F238E27FC236}">
                          <a16:creationId xmlns:a16="http://schemas.microsoft.com/office/drawing/2014/main" id="{ACFF88BB-A0A2-1F4A-A360-ACDADB46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50" name="Group 1349">
                      <a:extLst>
                        <a:ext uri="{FF2B5EF4-FFF2-40B4-BE49-F238E27FC236}">
                          <a16:creationId xmlns:a16="http://schemas.microsoft.com/office/drawing/2014/main" id="{AA0F905A-9A9C-A845-AFF8-0C5CDD89D3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351" name="Freeform 1350">
                        <a:extLst>
                          <a:ext uri="{FF2B5EF4-FFF2-40B4-BE49-F238E27FC236}">
                            <a16:creationId xmlns:a16="http://schemas.microsoft.com/office/drawing/2014/main" id="{69B2B4DC-F990-B648-BCE6-DC307F8F38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2" name="Freeform 1351">
                        <a:extLst>
                          <a:ext uri="{FF2B5EF4-FFF2-40B4-BE49-F238E27FC236}">
                            <a16:creationId xmlns:a16="http://schemas.microsoft.com/office/drawing/2014/main" id="{A4B1CA0D-1203-924C-9DBF-A63ACBBA6A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3" name="Freeform 1352">
                        <a:extLst>
                          <a:ext uri="{FF2B5EF4-FFF2-40B4-BE49-F238E27FC236}">
                            <a16:creationId xmlns:a16="http://schemas.microsoft.com/office/drawing/2014/main" id="{E531CB5A-3559-764C-A926-7D0863033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4" name="Freeform 1353">
                        <a:extLst>
                          <a:ext uri="{FF2B5EF4-FFF2-40B4-BE49-F238E27FC236}">
                            <a16:creationId xmlns:a16="http://schemas.microsoft.com/office/drawing/2014/main" id="{9BB81E27-AC2D-EE40-8892-19C6849F5A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9" name="Group 1238">
                  <a:extLst>
                    <a:ext uri="{FF2B5EF4-FFF2-40B4-BE49-F238E27FC236}">
                      <a16:creationId xmlns:a16="http://schemas.microsoft.com/office/drawing/2014/main" id="{2429D55A-6FD0-C04C-85B8-A371D20C1D17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242" name="Group 506">
                    <a:extLst>
                      <a:ext uri="{FF2B5EF4-FFF2-40B4-BE49-F238E27FC236}">
                        <a16:creationId xmlns:a16="http://schemas.microsoft.com/office/drawing/2014/main" id="{6DBDFF6D-004B-BB45-9F93-B6FECD35B4F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296" name="Rectangle 1295">
                      <a:extLst>
                        <a:ext uri="{FF2B5EF4-FFF2-40B4-BE49-F238E27FC236}">
                          <a16:creationId xmlns:a16="http://schemas.microsoft.com/office/drawing/2014/main" id="{F8C9DE15-182F-464C-A3E4-5C2A2CA69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7" name="Straight Connector 1296">
                      <a:extLst>
                        <a:ext uri="{FF2B5EF4-FFF2-40B4-BE49-F238E27FC236}">
                          <a16:creationId xmlns:a16="http://schemas.microsoft.com/office/drawing/2014/main" id="{13B82BB2-91BB-494A-BBA1-B92C9F2703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298" name="Rectangle 1297">
                      <a:extLst>
                        <a:ext uri="{FF2B5EF4-FFF2-40B4-BE49-F238E27FC236}">
                          <a16:creationId xmlns:a16="http://schemas.microsoft.com/office/drawing/2014/main" id="{55AEDD79-1DE9-9648-97EC-259D614C46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9" name="Straight Connector 1298">
                      <a:extLst>
                        <a:ext uri="{FF2B5EF4-FFF2-40B4-BE49-F238E27FC236}">
                          <a16:creationId xmlns:a16="http://schemas.microsoft.com/office/drawing/2014/main" id="{978575E5-3A07-A946-9DE1-688738B010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00" name="Rectangle 1299">
                      <a:extLst>
                        <a:ext uri="{FF2B5EF4-FFF2-40B4-BE49-F238E27FC236}">
                          <a16:creationId xmlns:a16="http://schemas.microsoft.com/office/drawing/2014/main" id="{30E67D56-C9DE-F04D-AB62-540F3E3F3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01" name="Rectangle 1300">
                      <a:extLst>
                        <a:ext uri="{FF2B5EF4-FFF2-40B4-BE49-F238E27FC236}">
                          <a16:creationId xmlns:a16="http://schemas.microsoft.com/office/drawing/2014/main" id="{F5BAE41E-34D5-6949-AECC-FCF024D15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02" name="Straight Connector 1301">
                      <a:extLst>
                        <a:ext uri="{FF2B5EF4-FFF2-40B4-BE49-F238E27FC236}">
                          <a16:creationId xmlns:a16="http://schemas.microsoft.com/office/drawing/2014/main" id="{33E33A5E-2456-3240-9471-37E9193EC8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3" name="Group 544">
                      <a:extLst>
                        <a:ext uri="{FF2B5EF4-FFF2-40B4-BE49-F238E27FC236}">
                          <a16:creationId xmlns:a16="http://schemas.microsoft.com/office/drawing/2014/main" id="{BDEF1D20-C3BB-9B4F-805D-436923F60C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31" name="Straight Connector 1330">
                        <a:extLst>
                          <a:ext uri="{FF2B5EF4-FFF2-40B4-BE49-F238E27FC236}">
                            <a16:creationId xmlns:a16="http://schemas.microsoft.com/office/drawing/2014/main" id="{4210B897-774A-0443-959D-7303B896C2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2" name="Straight Connector 1331">
                        <a:extLst>
                          <a:ext uri="{FF2B5EF4-FFF2-40B4-BE49-F238E27FC236}">
                            <a16:creationId xmlns:a16="http://schemas.microsoft.com/office/drawing/2014/main" id="{DF92F062-0A3C-AE42-B9CC-FB3D0430359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" name="Group 547">
                      <a:extLst>
                        <a:ext uri="{FF2B5EF4-FFF2-40B4-BE49-F238E27FC236}">
                          <a16:creationId xmlns:a16="http://schemas.microsoft.com/office/drawing/2014/main" id="{1922AD2F-9191-6849-889E-7499FB5CB3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9" name="Straight Connector 1328">
                        <a:extLst>
                          <a:ext uri="{FF2B5EF4-FFF2-40B4-BE49-F238E27FC236}">
                            <a16:creationId xmlns:a16="http://schemas.microsoft.com/office/drawing/2014/main" id="{7536B476-16A7-F945-A9DF-21F58638E8C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0" name="Straight Connector 1329">
                        <a:extLst>
                          <a:ext uri="{FF2B5EF4-FFF2-40B4-BE49-F238E27FC236}">
                            <a16:creationId xmlns:a16="http://schemas.microsoft.com/office/drawing/2014/main" id="{A8D4DC86-87C3-0D45-9067-F8AF68BD89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5" name="Group 549">
                      <a:extLst>
                        <a:ext uri="{FF2B5EF4-FFF2-40B4-BE49-F238E27FC236}">
                          <a16:creationId xmlns:a16="http://schemas.microsoft.com/office/drawing/2014/main" id="{1E6E98C2-0709-4B47-84B5-AFB4EA8F0F7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7" name="Straight Connector 1326">
                        <a:extLst>
                          <a:ext uri="{FF2B5EF4-FFF2-40B4-BE49-F238E27FC236}">
                            <a16:creationId xmlns:a16="http://schemas.microsoft.com/office/drawing/2014/main" id="{FCAF6446-C101-284C-8D98-E42ACA5559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8" name="Straight Connector 1327">
                        <a:extLst>
                          <a:ext uri="{FF2B5EF4-FFF2-40B4-BE49-F238E27FC236}">
                            <a16:creationId xmlns:a16="http://schemas.microsoft.com/office/drawing/2014/main" id="{2CE084FD-0AFB-A147-BBCD-1147E5AF54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6" name="Group 550">
                      <a:extLst>
                        <a:ext uri="{FF2B5EF4-FFF2-40B4-BE49-F238E27FC236}">
                          <a16:creationId xmlns:a16="http://schemas.microsoft.com/office/drawing/2014/main" id="{69FE6B17-7487-434C-A9EA-795930DA854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5" name="Straight Connector 1324">
                        <a:extLst>
                          <a:ext uri="{FF2B5EF4-FFF2-40B4-BE49-F238E27FC236}">
                            <a16:creationId xmlns:a16="http://schemas.microsoft.com/office/drawing/2014/main" id="{991F001C-FFEE-8144-B637-A9EC562C41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6" name="Straight Connector 1325">
                        <a:extLst>
                          <a:ext uri="{FF2B5EF4-FFF2-40B4-BE49-F238E27FC236}">
                            <a16:creationId xmlns:a16="http://schemas.microsoft.com/office/drawing/2014/main" id="{99A13061-E0A5-1144-B89F-DCFDE16A3E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" name="Group 551">
                      <a:extLst>
                        <a:ext uri="{FF2B5EF4-FFF2-40B4-BE49-F238E27FC236}">
                          <a16:creationId xmlns:a16="http://schemas.microsoft.com/office/drawing/2014/main" id="{E3D20981-052F-EB46-AF40-45CCEC0CE41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3" name="Straight Connector 1322">
                        <a:extLst>
                          <a:ext uri="{FF2B5EF4-FFF2-40B4-BE49-F238E27FC236}">
                            <a16:creationId xmlns:a16="http://schemas.microsoft.com/office/drawing/2014/main" id="{EB76AD90-5A72-EE45-8500-24ADDF41ED5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" name="Straight Connector 1323">
                        <a:extLst>
                          <a:ext uri="{FF2B5EF4-FFF2-40B4-BE49-F238E27FC236}">
                            <a16:creationId xmlns:a16="http://schemas.microsoft.com/office/drawing/2014/main" id="{DE68780E-4569-504E-BC88-890752F330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8" name="Group 552">
                      <a:extLst>
                        <a:ext uri="{FF2B5EF4-FFF2-40B4-BE49-F238E27FC236}">
                          <a16:creationId xmlns:a16="http://schemas.microsoft.com/office/drawing/2014/main" id="{8789E67D-EE97-1B4E-BEB8-129EA6632B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1" name="Straight Connector 1320">
                        <a:extLst>
                          <a:ext uri="{FF2B5EF4-FFF2-40B4-BE49-F238E27FC236}">
                            <a16:creationId xmlns:a16="http://schemas.microsoft.com/office/drawing/2014/main" id="{B9963AF0-E089-064C-A673-753F1BD56F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2" name="Straight Connector 1321">
                        <a:extLst>
                          <a:ext uri="{FF2B5EF4-FFF2-40B4-BE49-F238E27FC236}">
                            <a16:creationId xmlns:a16="http://schemas.microsoft.com/office/drawing/2014/main" id="{35C8121C-E988-3944-A112-5D211E55D3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9" name="Group 555">
                      <a:extLst>
                        <a:ext uri="{FF2B5EF4-FFF2-40B4-BE49-F238E27FC236}">
                          <a16:creationId xmlns:a16="http://schemas.microsoft.com/office/drawing/2014/main" id="{436821A3-34CC-9E4C-A659-AA137253D0E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9" name="Straight Connector 1318">
                        <a:extLst>
                          <a:ext uri="{FF2B5EF4-FFF2-40B4-BE49-F238E27FC236}">
                            <a16:creationId xmlns:a16="http://schemas.microsoft.com/office/drawing/2014/main" id="{413996E4-0EB2-E240-BE38-360AF7CC77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" name="Straight Connector 1319">
                        <a:extLst>
                          <a:ext uri="{FF2B5EF4-FFF2-40B4-BE49-F238E27FC236}">
                            <a16:creationId xmlns:a16="http://schemas.microsoft.com/office/drawing/2014/main" id="{D09A0AC4-2035-1544-A8EB-F35E1AD8FF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0" name="Group 556">
                      <a:extLst>
                        <a:ext uri="{FF2B5EF4-FFF2-40B4-BE49-F238E27FC236}">
                          <a16:creationId xmlns:a16="http://schemas.microsoft.com/office/drawing/2014/main" id="{5426A8E3-00DD-0B46-83F9-F26B480E8B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7" name="Straight Connector 1316">
                        <a:extLst>
                          <a:ext uri="{FF2B5EF4-FFF2-40B4-BE49-F238E27FC236}">
                            <a16:creationId xmlns:a16="http://schemas.microsoft.com/office/drawing/2014/main" id="{EE4A7171-9467-9F4C-B2CF-52A12B4EE1A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8" name="Straight Connector 1317">
                        <a:extLst>
                          <a:ext uri="{FF2B5EF4-FFF2-40B4-BE49-F238E27FC236}">
                            <a16:creationId xmlns:a16="http://schemas.microsoft.com/office/drawing/2014/main" id="{C8A401E8-D8E9-4F47-BC7A-D8EEA01810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" name="Group 557">
                      <a:extLst>
                        <a:ext uri="{FF2B5EF4-FFF2-40B4-BE49-F238E27FC236}">
                          <a16:creationId xmlns:a16="http://schemas.microsoft.com/office/drawing/2014/main" id="{7A857B3B-EC92-C847-A057-D9C6CC1257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5" name="Straight Connector 1314">
                        <a:extLst>
                          <a:ext uri="{FF2B5EF4-FFF2-40B4-BE49-F238E27FC236}">
                            <a16:creationId xmlns:a16="http://schemas.microsoft.com/office/drawing/2014/main" id="{CFC648DA-102B-AB4A-99AA-C64F039503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" name="Straight Connector 1315">
                        <a:extLst>
                          <a:ext uri="{FF2B5EF4-FFF2-40B4-BE49-F238E27FC236}">
                            <a16:creationId xmlns:a16="http://schemas.microsoft.com/office/drawing/2014/main" id="{6E9349A8-E083-BD4C-9DFD-B7AF962E472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2" name="Group 558">
                      <a:extLst>
                        <a:ext uri="{FF2B5EF4-FFF2-40B4-BE49-F238E27FC236}">
                          <a16:creationId xmlns:a16="http://schemas.microsoft.com/office/drawing/2014/main" id="{AE283EBC-F33A-2544-A4A6-76070E20FE2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3" name="Straight Connector 1312">
                        <a:extLst>
                          <a:ext uri="{FF2B5EF4-FFF2-40B4-BE49-F238E27FC236}">
                            <a16:creationId xmlns:a16="http://schemas.microsoft.com/office/drawing/2014/main" id="{6632720B-23F1-8A4D-8215-95B6047814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4" name="Straight Connector 1313">
                        <a:extLst>
                          <a:ext uri="{FF2B5EF4-FFF2-40B4-BE49-F238E27FC236}">
                            <a16:creationId xmlns:a16="http://schemas.microsoft.com/office/drawing/2014/main" id="{5DD5833A-5A39-B64A-BD11-44E3720385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243" name="Straight Connector 1242">
                    <a:extLst>
                      <a:ext uri="{FF2B5EF4-FFF2-40B4-BE49-F238E27FC236}">
                        <a16:creationId xmlns:a16="http://schemas.microsoft.com/office/drawing/2014/main" id="{8253FA09-185D-4B41-B113-B4FF83E1210E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" name="Straight Connector 1243">
                    <a:extLst>
                      <a:ext uri="{FF2B5EF4-FFF2-40B4-BE49-F238E27FC236}">
                        <a16:creationId xmlns:a16="http://schemas.microsoft.com/office/drawing/2014/main" id="{4AEB959E-481B-6C47-A057-00E64E0562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5" name="Straight Connector 1244">
                    <a:extLst>
                      <a:ext uri="{FF2B5EF4-FFF2-40B4-BE49-F238E27FC236}">
                        <a16:creationId xmlns:a16="http://schemas.microsoft.com/office/drawing/2014/main" id="{2348C587-50BD-C04C-A699-F354278D54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6" name="Straight Connector 1245">
                    <a:extLst>
                      <a:ext uri="{FF2B5EF4-FFF2-40B4-BE49-F238E27FC236}">
                        <a16:creationId xmlns:a16="http://schemas.microsoft.com/office/drawing/2014/main" id="{4D791BFC-FCE1-214A-86DC-1B2FCA20A49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" name="Straight Connector 1246">
                    <a:extLst>
                      <a:ext uri="{FF2B5EF4-FFF2-40B4-BE49-F238E27FC236}">
                        <a16:creationId xmlns:a16="http://schemas.microsoft.com/office/drawing/2014/main" id="{31758149-CF7E-D047-8951-0D4C48EF6D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" name="Straight Connector 1247">
                    <a:extLst>
                      <a:ext uri="{FF2B5EF4-FFF2-40B4-BE49-F238E27FC236}">
                        <a16:creationId xmlns:a16="http://schemas.microsoft.com/office/drawing/2014/main" id="{54529BE2-5BFF-BF42-A878-E41E4199366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9" name="Straight Connector 1248">
                    <a:extLst>
                      <a:ext uri="{FF2B5EF4-FFF2-40B4-BE49-F238E27FC236}">
                        <a16:creationId xmlns:a16="http://schemas.microsoft.com/office/drawing/2014/main" id="{1A321B15-A6E6-3B49-82D9-15A3B6C0B51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" name="Straight Connector 1249">
                    <a:extLst>
                      <a:ext uri="{FF2B5EF4-FFF2-40B4-BE49-F238E27FC236}">
                        <a16:creationId xmlns:a16="http://schemas.microsoft.com/office/drawing/2014/main" id="{8295F7E5-E995-2A42-9B56-636FC1391F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" name="Straight Connector 1274">
                    <a:extLst>
                      <a:ext uri="{FF2B5EF4-FFF2-40B4-BE49-F238E27FC236}">
                        <a16:creationId xmlns:a16="http://schemas.microsoft.com/office/drawing/2014/main" id="{FF1DA443-F98E-E748-9FB1-A9B251B80E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6" name="Straight Connector 1275">
                    <a:extLst>
                      <a:ext uri="{FF2B5EF4-FFF2-40B4-BE49-F238E27FC236}">
                        <a16:creationId xmlns:a16="http://schemas.microsoft.com/office/drawing/2014/main" id="{00D20AF2-5F20-9240-A2F9-C21A6C15D5E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7" name="Straight Connector 1276">
                    <a:extLst>
                      <a:ext uri="{FF2B5EF4-FFF2-40B4-BE49-F238E27FC236}">
                        <a16:creationId xmlns:a16="http://schemas.microsoft.com/office/drawing/2014/main" id="{138FAE5E-E3F1-CF4E-8BD9-44A61A87736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" name="Straight Connector 1277">
                    <a:extLst>
                      <a:ext uri="{FF2B5EF4-FFF2-40B4-BE49-F238E27FC236}">
                        <a16:creationId xmlns:a16="http://schemas.microsoft.com/office/drawing/2014/main" id="{61ABEBB3-825C-7541-8F8D-1C0904F3767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9" name="Straight Connector 1278">
                    <a:extLst>
                      <a:ext uri="{FF2B5EF4-FFF2-40B4-BE49-F238E27FC236}">
                        <a16:creationId xmlns:a16="http://schemas.microsoft.com/office/drawing/2014/main" id="{EDF0CA50-F029-974E-92B5-2DE39C807ED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80" name="Group 1279">
                    <a:extLst>
                      <a:ext uri="{FF2B5EF4-FFF2-40B4-BE49-F238E27FC236}">
                        <a16:creationId xmlns:a16="http://schemas.microsoft.com/office/drawing/2014/main" id="{F24F36B9-A94A-B540-B8BD-4AD2846B39A6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281" name="Rectangle 1280">
                      <a:extLst>
                        <a:ext uri="{FF2B5EF4-FFF2-40B4-BE49-F238E27FC236}">
                          <a16:creationId xmlns:a16="http://schemas.microsoft.com/office/drawing/2014/main" id="{1B823BBC-6E2D-A54E-B779-1BD2066C9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82" name="Freeform 1281">
                      <a:extLst>
                        <a:ext uri="{FF2B5EF4-FFF2-40B4-BE49-F238E27FC236}">
                          <a16:creationId xmlns:a16="http://schemas.microsoft.com/office/drawing/2014/main" id="{3E621DF8-1114-4A47-8310-79C7115F8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83" name="Group 1282">
                      <a:extLst>
                        <a:ext uri="{FF2B5EF4-FFF2-40B4-BE49-F238E27FC236}">
                          <a16:creationId xmlns:a16="http://schemas.microsoft.com/office/drawing/2014/main" id="{6F494D5F-E4C7-3D4F-A192-3426B9E603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284" name="Freeform 1283">
                        <a:extLst>
                          <a:ext uri="{FF2B5EF4-FFF2-40B4-BE49-F238E27FC236}">
                            <a16:creationId xmlns:a16="http://schemas.microsoft.com/office/drawing/2014/main" id="{233069F5-E19A-7C43-9D03-EB8EE858D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5" name="Freeform 1284">
                        <a:extLst>
                          <a:ext uri="{FF2B5EF4-FFF2-40B4-BE49-F238E27FC236}">
                            <a16:creationId xmlns:a16="http://schemas.microsoft.com/office/drawing/2014/main" id="{BCBB6F4D-6820-114B-BD34-60ECC8C7C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6" name="Freeform 1285">
                        <a:extLst>
                          <a:ext uri="{FF2B5EF4-FFF2-40B4-BE49-F238E27FC236}">
                            <a16:creationId xmlns:a16="http://schemas.microsoft.com/office/drawing/2014/main" id="{028D4260-C0E7-224D-89B2-E4289B41D1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" name="Freeform 1294">
                        <a:extLst>
                          <a:ext uri="{FF2B5EF4-FFF2-40B4-BE49-F238E27FC236}">
                            <a16:creationId xmlns:a16="http://schemas.microsoft.com/office/drawing/2014/main" id="{1A762F3C-840D-B948-BC22-13F0F53BB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240" name="TextBox 1239">
                  <a:extLst>
                    <a:ext uri="{FF2B5EF4-FFF2-40B4-BE49-F238E27FC236}">
                      <a16:creationId xmlns:a16="http://schemas.microsoft.com/office/drawing/2014/main" id="{9A6E2C4B-A177-1544-84B3-579CF1560DD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241" name="TextBox 1240">
                  <a:extLst>
                    <a:ext uri="{FF2B5EF4-FFF2-40B4-BE49-F238E27FC236}">
                      <a16:creationId xmlns:a16="http://schemas.microsoft.com/office/drawing/2014/main" id="{880D4FA9-4A7D-EE41-A7C6-5FF110CC8021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8" name="Group 1207">
                <a:extLst>
                  <a:ext uri="{FF2B5EF4-FFF2-40B4-BE49-F238E27FC236}">
                    <a16:creationId xmlns:a16="http://schemas.microsoft.com/office/drawing/2014/main" id="{C57C4D70-E23F-8542-B98C-933CE1FFF8B2}"/>
                  </a:ext>
                </a:extLst>
              </p:cNvPr>
              <p:cNvGrpSpPr/>
              <p:nvPr/>
            </p:nvGrpSpPr>
            <p:grpSpPr>
              <a:xfrm>
                <a:off x="977155" y="35505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25" name="Rectangle 1224">
                  <a:extLst>
                    <a:ext uri="{FF2B5EF4-FFF2-40B4-BE49-F238E27FC236}">
                      <a16:creationId xmlns:a16="http://schemas.microsoft.com/office/drawing/2014/main" id="{8818498E-5356-B247-BC2A-4E4B359684A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 1225">
                  <a:extLst>
                    <a:ext uri="{FF2B5EF4-FFF2-40B4-BE49-F238E27FC236}">
                      <a16:creationId xmlns:a16="http://schemas.microsoft.com/office/drawing/2014/main" id="{FE3C1E84-DBE3-9F4A-ACED-D4F75E273B00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7" name="Group 1226">
                  <a:extLst>
                    <a:ext uri="{FF2B5EF4-FFF2-40B4-BE49-F238E27FC236}">
                      <a16:creationId xmlns:a16="http://schemas.microsoft.com/office/drawing/2014/main" id="{CDF5B1E0-2018-BE46-ABA5-E92D367DACA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8" name="Freeform 1227">
                    <a:extLst>
                      <a:ext uri="{FF2B5EF4-FFF2-40B4-BE49-F238E27FC236}">
                        <a16:creationId xmlns:a16="http://schemas.microsoft.com/office/drawing/2014/main" id="{44857410-5C2F-4041-A42C-0F77365B0E0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9" name="Freeform 1228">
                    <a:extLst>
                      <a:ext uri="{FF2B5EF4-FFF2-40B4-BE49-F238E27FC236}">
                        <a16:creationId xmlns:a16="http://schemas.microsoft.com/office/drawing/2014/main" id="{BDC22CB0-C29B-624F-9D64-31284F9D6C0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0" name="Freeform 1229">
                    <a:extLst>
                      <a:ext uri="{FF2B5EF4-FFF2-40B4-BE49-F238E27FC236}">
                        <a16:creationId xmlns:a16="http://schemas.microsoft.com/office/drawing/2014/main" id="{1CD290E7-40B2-F540-8EE7-11BEFAA364C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1" name="Freeform 1230">
                    <a:extLst>
                      <a:ext uri="{FF2B5EF4-FFF2-40B4-BE49-F238E27FC236}">
                        <a16:creationId xmlns:a16="http://schemas.microsoft.com/office/drawing/2014/main" id="{86B9759D-B39B-9A43-927F-8CD5A21A3EB4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09" name="Group 1208">
                <a:extLst>
                  <a:ext uri="{FF2B5EF4-FFF2-40B4-BE49-F238E27FC236}">
                    <a16:creationId xmlns:a16="http://schemas.microsoft.com/office/drawing/2014/main" id="{C7C0393E-DE2E-1040-9ABC-6838261AFB15}"/>
                  </a:ext>
                </a:extLst>
              </p:cNvPr>
              <p:cNvGrpSpPr/>
              <p:nvPr/>
            </p:nvGrpSpPr>
            <p:grpSpPr>
              <a:xfrm>
                <a:off x="2554943" y="356495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8" name="Rectangle 1217">
                  <a:extLst>
                    <a:ext uri="{FF2B5EF4-FFF2-40B4-BE49-F238E27FC236}">
                      <a16:creationId xmlns:a16="http://schemas.microsoft.com/office/drawing/2014/main" id="{7B06460C-1830-4B46-B9F4-903E1776AD8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 1218">
                  <a:extLst>
                    <a:ext uri="{FF2B5EF4-FFF2-40B4-BE49-F238E27FC236}">
                      <a16:creationId xmlns:a16="http://schemas.microsoft.com/office/drawing/2014/main" id="{C4F4509C-2819-7C4A-BE5A-A9190B1F1CF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0" name="Group 1219">
                  <a:extLst>
                    <a:ext uri="{FF2B5EF4-FFF2-40B4-BE49-F238E27FC236}">
                      <a16:creationId xmlns:a16="http://schemas.microsoft.com/office/drawing/2014/main" id="{A7DAC1B3-CB9A-C849-A5BC-D99011C947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1" name="Freeform 1220">
                    <a:extLst>
                      <a:ext uri="{FF2B5EF4-FFF2-40B4-BE49-F238E27FC236}">
                        <a16:creationId xmlns:a16="http://schemas.microsoft.com/office/drawing/2014/main" id="{77640E20-FA23-5F42-9437-638885226EE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2" name="Freeform 1221">
                    <a:extLst>
                      <a:ext uri="{FF2B5EF4-FFF2-40B4-BE49-F238E27FC236}">
                        <a16:creationId xmlns:a16="http://schemas.microsoft.com/office/drawing/2014/main" id="{EF608E09-705E-B44D-81CB-103E910D5AC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3" name="Freeform 1222">
                    <a:extLst>
                      <a:ext uri="{FF2B5EF4-FFF2-40B4-BE49-F238E27FC236}">
                        <a16:creationId xmlns:a16="http://schemas.microsoft.com/office/drawing/2014/main" id="{5B703520-E785-C54A-9E48-A8A1D82EC996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4" name="Freeform 1223">
                    <a:extLst>
                      <a:ext uri="{FF2B5EF4-FFF2-40B4-BE49-F238E27FC236}">
                        <a16:creationId xmlns:a16="http://schemas.microsoft.com/office/drawing/2014/main" id="{F681AC32-D4DB-F247-A116-420E7A61D466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10" name="Group 1209">
                <a:extLst>
                  <a:ext uri="{FF2B5EF4-FFF2-40B4-BE49-F238E27FC236}">
                    <a16:creationId xmlns:a16="http://schemas.microsoft.com/office/drawing/2014/main" id="{20778EE0-C665-3D4B-A0C5-9E3F208809A9}"/>
                  </a:ext>
                </a:extLst>
              </p:cNvPr>
              <p:cNvGrpSpPr/>
              <p:nvPr/>
            </p:nvGrpSpPr>
            <p:grpSpPr>
              <a:xfrm>
                <a:off x="4132731" y="35794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1" name="Rectangle 1210">
                  <a:extLst>
                    <a:ext uri="{FF2B5EF4-FFF2-40B4-BE49-F238E27FC236}">
                      <a16:creationId xmlns:a16="http://schemas.microsoft.com/office/drawing/2014/main" id="{3E942519-3949-F347-9B38-F994BFE048F9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2" name="Freeform 1211">
                  <a:extLst>
                    <a:ext uri="{FF2B5EF4-FFF2-40B4-BE49-F238E27FC236}">
                      <a16:creationId xmlns:a16="http://schemas.microsoft.com/office/drawing/2014/main" id="{C5E173B0-382C-3548-A13B-AC2918A348C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3" name="Group 1212">
                  <a:extLst>
                    <a:ext uri="{FF2B5EF4-FFF2-40B4-BE49-F238E27FC236}">
                      <a16:creationId xmlns:a16="http://schemas.microsoft.com/office/drawing/2014/main" id="{41FFFE4E-68F6-5347-9865-4F0B328901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14" name="Freeform 1213">
                    <a:extLst>
                      <a:ext uri="{FF2B5EF4-FFF2-40B4-BE49-F238E27FC236}">
                        <a16:creationId xmlns:a16="http://schemas.microsoft.com/office/drawing/2014/main" id="{887C4536-49E3-264C-9186-CE836374E66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5" name="Freeform 1214">
                    <a:extLst>
                      <a:ext uri="{FF2B5EF4-FFF2-40B4-BE49-F238E27FC236}">
                        <a16:creationId xmlns:a16="http://schemas.microsoft.com/office/drawing/2014/main" id="{DB76728B-5230-4341-918E-3FEB603AA50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6" name="Freeform 1215">
                    <a:extLst>
                      <a:ext uri="{FF2B5EF4-FFF2-40B4-BE49-F238E27FC236}">
                        <a16:creationId xmlns:a16="http://schemas.microsoft.com/office/drawing/2014/main" id="{05ECFAB1-1584-EE48-8B25-E2FB39FEFBF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7" name="Freeform 1216">
                    <a:extLst>
                      <a:ext uri="{FF2B5EF4-FFF2-40B4-BE49-F238E27FC236}">
                        <a16:creationId xmlns:a16="http://schemas.microsoft.com/office/drawing/2014/main" id="{A5BDDD99-119A-4E4C-BBA1-951548351D8B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dirty="0">
                <a:latin typeface="Calibri" panose="020F0502020204030204"/>
              </a:rPr>
              <a:t>数据中心网络：应用层路由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链路层：6-136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grpSp>
        <p:nvGrpSpPr>
          <p:cNvPr id="1155" name="Group 1287">
            <a:extLst>
              <a:ext uri="{FF2B5EF4-FFF2-40B4-BE49-F238E27FC236}">
                <a16:creationId xmlns:a16="http://schemas.microsoft.com/office/drawing/2014/main" id="{D85C129B-5AFE-EC4F-9506-DCA86BC7F847}"/>
              </a:ext>
            </a:extLst>
          </p:cNvPr>
          <p:cNvGrpSpPr>
            <a:grpSpLocks/>
          </p:cNvGrpSpPr>
          <p:nvPr/>
        </p:nvGrpSpPr>
        <p:grpSpPr bwMode="auto">
          <a:xfrm>
            <a:off x="7891541" y="2857967"/>
            <a:ext cx="381000" cy="609600"/>
            <a:chOff x="4140" y="429"/>
            <a:chExt cx="1425" cy="2396"/>
          </a:xfrm>
        </p:grpSpPr>
        <p:sp>
          <p:nvSpPr>
            <p:cNvPr id="1156" name="Freeform 1288">
              <a:extLst>
                <a:ext uri="{FF2B5EF4-FFF2-40B4-BE49-F238E27FC236}">
                  <a16:creationId xmlns:a16="http://schemas.microsoft.com/office/drawing/2014/main" id="{DDE73CD1-DB9F-2F48-8504-EFACA38F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5"/>
              <a:ext cx="285" cy="2284"/>
            </a:xfrm>
            <a:custGeom>
              <a:avLst/>
              <a:gdLst>
                <a:gd name="T0" fmla="*/ 40 w 354"/>
                <a:gd name="T1" fmla="*/ 0 h 2742"/>
                <a:gd name="T2" fmla="*/ 226 w 354"/>
                <a:gd name="T3" fmla="*/ 236 h 2742"/>
                <a:gd name="T4" fmla="*/ 221 w 354"/>
                <a:gd name="T5" fmla="*/ 1824 h 2742"/>
                <a:gd name="T6" fmla="*/ 0 w 354"/>
                <a:gd name="T7" fmla="*/ 1906 h 2742"/>
                <a:gd name="T8" fmla="*/ 4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7" name="Rectangle 1289">
              <a:extLst>
                <a:ext uri="{FF2B5EF4-FFF2-40B4-BE49-F238E27FC236}">
                  <a16:creationId xmlns:a16="http://schemas.microsoft.com/office/drawing/2014/main" id="{CC49BC6A-AEB0-F743-BA18-30FBAC597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5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8" name="Freeform 1290">
              <a:extLst>
                <a:ext uri="{FF2B5EF4-FFF2-40B4-BE49-F238E27FC236}">
                  <a16:creationId xmlns:a16="http://schemas.microsoft.com/office/drawing/2014/main" id="{B2292042-0822-054F-8888-5795C67B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573"/>
              <a:ext cx="166" cy="2115"/>
            </a:xfrm>
            <a:custGeom>
              <a:avLst/>
              <a:gdLst>
                <a:gd name="T0" fmla="*/ 5 w 211"/>
                <a:gd name="T1" fmla="*/ 0 h 2537"/>
                <a:gd name="T2" fmla="*/ 135 w 211"/>
                <a:gd name="T3" fmla="*/ 152 h 2537"/>
                <a:gd name="T4" fmla="*/ 5 w 211"/>
                <a:gd name="T5" fmla="*/ 1738 h 2537"/>
                <a:gd name="T6" fmla="*/ 5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9" name="Freeform 1291">
              <a:extLst>
                <a:ext uri="{FF2B5EF4-FFF2-40B4-BE49-F238E27FC236}">
                  <a16:creationId xmlns:a16="http://schemas.microsoft.com/office/drawing/2014/main" id="{44440E16-75FD-7749-B691-A4F33802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639"/>
              <a:ext cx="261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9 h 226"/>
                <a:gd name="T4" fmla="*/ 209 w 328"/>
                <a:gd name="T5" fmla="*/ 158 h 226"/>
                <a:gd name="T6" fmla="*/ 0 w 328"/>
                <a:gd name="T7" fmla="*/ 70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0" name="Rectangle 1292">
              <a:extLst>
                <a:ext uri="{FF2B5EF4-FFF2-40B4-BE49-F238E27FC236}">
                  <a16:creationId xmlns:a16="http://schemas.microsoft.com/office/drawing/2014/main" id="{1314447D-371F-284A-8C19-92736F757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1"/>
              <a:ext cx="600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1" name="Group 1293">
              <a:extLst>
                <a:ext uri="{FF2B5EF4-FFF2-40B4-BE49-F238E27FC236}">
                  <a16:creationId xmlns:a16="http://schemas.microsoft.com/office/drawing/2014/main" id="{58529CF1-83EF-604E-92C0-3E6A35EC1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6" name="AutoShape 1294">
                <a:extLst>
                  <a:ext uri="{FF2B5EF4-FFF2-40B4-BE49-F238E27FC236}">
                    <a16:creationId xmlns:a16="http://schemas.microsoft.com/office/drawing/2014/main" id="{E118B75D-E84C-294F-90B4-8085A2C9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19" cy="15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7" name="AutoShape 1295">
                <a:extLst>
                  <a:ext uri="{FF2B5EF4-FFF2-40B4-BE49-F238E27FC236}">
                    <a16:creationId xmlns:a16="http://schemas.microsoft.com/office/drawing/2014/main" id="{716C71DA-0B15-4344-8C00-38A4C3DF1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9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2" name="Rectangle 1296">
              <a:extLst>
                <a:ext uri="{FF2B5EF4-FFF2-40B4-BE49-F238E27FC236}">
                  <a16:creationId xmlns:a16="http://schemas.microsoft.com/office/drawing/2014/main" id="{CC83BF78-64BE-C74E-B114-0A907C9B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2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3" name="Group 1297">
              <a:extLst>
                <a:ext uri="{FF2B5EF4-FFF2-40B4-BE49-F238E27FC236}">
                  <a16:creationId xmlns:a16="http://schemas.microsoft.com/office/drawing/2014/main" id="{CD06046D-8542-6A44-9946-0E7AD528C9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84" name="AutoShape 1298">
                <a:extLst>
                  <a:ext uri="{FF2B5EF4-FFF2-40B4-BE49-F238E27FC236}">
                    <a16:creationId xmlns:a16="http://schemas.microsoft.com/office/drawing/2014/main" id="{FECEC411-E412-1846-BF20-DB194C68A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1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5" name="AutoShape 1299">
                <a:extLst>
                  <a:ext uri="{FF2B5EF4-FFF2-40B4-BE49-F238E27FC236}">
                    <a16:creationId xmlns:a16="http://schemas.microsoft.com/office/drawing/2014/main" id="{B89BFB33-21DC-8541-8CF2-65346EEDD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4" name="Rectangle 1300">
              <a:extLst>
                <a:ext uri="{FF2B5EF4-FFF2-40B4-BE49-F238E27FC236}">
                  <a16:creationId xmlns:a16="http://schemas.microsoft.com/office/drawing/2014/main" id="{AF164091-D0DB-0648-82DD-00D60C32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9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5" name="Rectangle 1301">
              <a:extLst>
                <a:ext uri="{FF2B5EF4-FFF2-40B4-BE49-F238E27FC236}">
                  <a16:creationId xmlns:a16="http://schemas.microsoft.com/office/drawing/2014/main" id="{0E8C58BB-54C6-2A49-A607-E268F405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2"/>
              <a:ext cx="594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6" name="Group 1302">
              <a:extLst>
                <a:ext uri="{FF2B5EF4-FFF2-40B4-BE49-F238E27FC236}">
                  <a16:creationId xmlns:a16="http://schemas.microsoft.com/office/drawing/2014/main" id="{CFFED972-351B-AF40-A4CC-9767F6978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82" name="AutoShape 1303">
                <a:extLst>
                  <a:ext uri="{FF2B5EF4-FFF2-40B4-BE49-F238E27FC236}">
                    <a16:creationId xmlns:a16="http://schemas.microsoft.com/office/drawing/2014/main" id="{CD181ACB-2E04-0440-B6F1-49EE0CC8E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3" name="AutoShape 1304">
                <a:extLst>
                  <a:ext uri="{FF2B5EF4-FFF2-40B4-BE49-F238E27FC236}">
                    <a16:creationId xmlns:a16="http://schemas.microsoft.com/office/drawing/2014/main" id="{D64C500A-A4BD-8D4A-A9F1-0127DE3AD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7" name="Freeform 1305">
              <a:extLst>
                <a:ext uri="{FF2B5EF4-FFF2-40B4-BE49-F238E27FC236}">
                  <a16:creationId xmlns:a16="http://schemas.microsoft.com/office/drawing/2014/main" id="{9F52D877-32B9-1846-BFC7-4F56323D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352"/>
              <a:ext cx="267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8 h 226"/>
                <a:gd name="T4" fmla="*/ 209 w 328"/>
                <a:gd name="T5" fmla="*/ 156 h 226"/>
                <a:gd name="T6" fmla="*/ 0 w 328"/>
                <a:gd name="T7" fmla="*/ 6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8" name="Group 1306">
              <a:extLst>
                <a:ext uri="{FF2B5EF4-FFF2-40B4-BE49-F238E27FC236}">
                  <a16:creationId xmlns:a16="http://schemas.microsoft.com/office/drawing/2014/main" id="{87F27005-5CA3-2643-B292-9D36AB17E0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80" name="AutoShape 1307">
                <a:extLst>
                  <a:ext uri="{FF2B5EF4-FFF2-40B4-BE49-F238E27FC236}">
                    <a16:creationId xmlns:a16="http://schemas.microsoft.com/office/drawing/2014/main" id="{DC9A7430-A77E-CA43-95C3-3E586279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1" name="AutoShape 1308">
                <a:extLst>
                  <a:ext uri="{FF2B5EF4-FFF2-40B4-BE49-F238E27FC236}">
                    <a16:creationId xmlns:a16="http://schemas.microsoft.com/office/drawing/2014/main" id="{2FFC1571-65C0-CA41-B148-9FE3F7B8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5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9" name="Rectangle 1309">
              <a:extLst>
                <a:ext uri="{FF2B5EF4-FFF2-40B4-BE49-F238E27FC236}">
                  <a16:creationId xmlns:a16="http://schemas.microsoft.com/office/drawing/2014/main" id="{15F1D60C-60D5-2047-9A04-FF7D40D52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5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0" name="Freeform 1310">
              <a:extLst>
                <a:ext uri="{FF2B5EF4-FFF2-40B4-BE49-F238E27FC236}">
                  <a16:creationId xmlns:a16="http://schemas.microsoft.com/office/drawing/2014/main" id="{64E03404-6BFB-C84E-A4BB-D012105A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009"/>
              <a:ext cx="238" cy="212"/>
            </a:xfrm>
            <a:custGeom>
              <a:avLst/>
              <a:gdLst>
                <a:gd name="T0" fmla="*/ 2 w 296"/>
                <a:gd name="T1" fmla="*/ 0 h 256"/>
                <a:gd name="T2" fmla="*/ 187 w 296"/>
                <a:gd name="T3" fmla="*/ 100 h 256"/>
                <a:gd name="T4" fmla="*/ 190 w 296"/>
                <a:gd name="T5" fmla="*/ 177 h 256"/>
                <a:gd name="T6" fmla="*/ 0 w 296"/>
                <a:gd name="T7" fmla="*/ 6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1" name="Freeform 1311">
              <a:extLst>
                <a:ext uri="{FF2B5EF4-FFF2-40B4-BE49-F238E27FC236}">
                  <a16:creationId xmlns:a16="http://schemas.microsoft.com/office/drawing/2014/main" id="{920834D8-D45C-7443-B315-452245D90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679"/>
              <a:ext cx="243" cy="243"/>
            </a:xfrm>
            <a:custGeom>
              <a:avLst/>
              <a:gdLst>
                <a:gd name="T0" fmla="*/ 0 w 304"/>
                <a:gd name="T1" fmla="*/ 0 h 288"/>
                <a:gd name="T2" fmla="*/ 196 w 304"/>
                <a:gd name="T3" fmla="*/ 114 h 288"/>
                <a:gd name="T4" fmla="*/ 183 w 304"/>
                <a:gd name="T5" fmla="*/ 200 h 288"/>
                <a:gd name="T6" fmla="*/ 5 w 304"/>
                <a:gd name="T7" fmla="*/ 8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2" name="Oval 1312">
              <a:extLst>
                <a:ext uri="{FF2B5EF4-FFF2-40B4-BE49-F238E27FC236}">
                  <a16:creationId xmlns:a16="http://schemas.microsoft.com/office/drawing/2014/main" id="{1D4CF29D-B7E5-7D44-ADBE-4A7FC82C2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3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3" name="Freeform 1313">
              <a:extLst>
                <a:ext uri="{FF2B5EF4-FFF2-40B4-BE49-F238E27FC236}">
                  <a16:creationId xmlns:a16="http://schemas.microsoft.com/office/drawing/2014/main" id="{925AB40F-4196-364A-8388-2291D619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2613"/>
              <a:ext cx="243" cy="200"/>
            </a:xfrm>
            <a:custGeom>
              <a:avLst/>
              <a:gdLst>
                <a:gd name="T0" fmla="*/ 0 w 306"/>
                <a:gd name="T1" fmla="*/ 73 h 240"/>
                <a:gd name="T2" fmla="*/ 2 w 306"/>
                <a:gd name="T3" fmla="*/ 167 h 240"/>
                <a:gd name="T4" fmla="*/ 196 w 306"/>
                <a:gd name="T5" fmla="*/ 77 h 240"/>
                <a:gd name="T6" fmla="*/ 192 w 306"/>
                <a:gd name="T7" fmla="*/ 0 h 240"/>
                <a:gd name="T8" fmla="*/ 0 w 306"/>
                <a:gd name="T9" fmla="*/ 7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4" name="AutoShape 1314">
              <a:extLst>
                <a:ext uri="{FF2B5EF4-FFF2-40B4-BE49-F238E27FC236}">
                  <a16:creationId xmlns:a16="http://schemas.microsoft.com/office/drawing/2014/main" id="{6BE6550D-3096-EF4E-B7FE-F92C5866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9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5" name="AutoShape 1315">
              <a:extLst>
                <a:ext uri="{FF2B5EF4-FFF2-40B4-BE49-F238E27FC236}">
                  <a16:creationId xmlns:a16="http://schemas.microsoft.com/office/drawing/2014/main" id="{DA9A3405-09E1-0D44-B85B-4447BF17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3"/>
              <a:ext cx="1069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6" name="Oval 1316">
              <a:extLst>
                <a:ext uri="{FF2B5EF4-FFF2-40B4-BE49-F238E27FC236}">
                  <a16:creationId xmlns:a16="http://schemas.microsoft.com/office/drawing/2014/main" id="{F95A8459-C20D-254C-BBEA-BC3AD6319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7" name="Oval 1317">
              <a:extLst>
                <a:ext uri="{FF2B5EF4-FFF2-40B4-BE49-F238E27FC236}">
                  <a16:creationId xmlns:a16="http://schemas.microsoft.com/office/drawing/2014/main" id="{49DE9F6A-08C0-4C47-BB3F-A5E86A7A2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178" name="Oval 1318">
              <a:extLst>
                <a:ext uri="{FF2B5EF4-FFF2-40B4-BE49-F238E27FC236}">
                  <a16:creationId xmlns:a16="http://schemas.microsoft.com/office/drawing/2014/main" id="{349FF15B-536E-0A46-B147-FD806AF7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60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9" name="Rectangle 1319">
              <a:extLst>
                <a:ext uri="{FF2B5EF4-FFF2-40B4-BE49-F238E27FC236}">
                  <a16:creationId xmlns:a16="http://schemas.microsoft.com/office/drawing/2014/main" id="{32E247F3-ED81-7644-8FF3-F1E8E358D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1188" name="TextBox 1187">
            <a:extLst>
              <a:ext uri="{FF2B5EF4-FFF2-40B4-BE49-F238E27FC236}">
                <a16:creationId xmlns:a16="http://schemas.microsoft.com/office/drawing/2014/main" id="{22878285-72B6-AF4D-B008-8470F76387A0}"/>
              </a:ext>
            </a:extLst>
          </p:cNvPr>
          <p:cNvSpPr txBox="1"/>
          <p:nvPr/>
        </p:nvSpPr>
        <p:spPr>
          <a:xfrm>
            <a:off x="7774253" y="3492967"/>
            <a:ext cx="1592263" cy="5238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负载 </a:t>
            </a:r>
          </a:p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均衡器</a:t>
            </a: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8BAF28CB-F25C-534A-8D9F-8F217F66ECBC}"/>
              </a:ext>
            </a:extLst>
          </p:cNvPr>
          <p:cNvSpPr/>
          <p:nvPr/>
        </p:nvSpPr>
        <p:spPr>
          <a:xfrm>
            <a:off x="6407215" y="3615204"/>
            <a:ext cx="1154125" cy="1366816"/>
          </a:xfrm>
          <a:custGeom>
            <a:avLst/>
            <a:gdLst>
              <a:gd name="connsiteX0" fmla="*/ 1372723 w 1372723"/>
              <a:gd name="connsiteY0" fmla="*/ 1359734 h 1372562"/>
              <a:gd name="connsiteX1" fmla="*/ 1372723 w 1372723"/>
              <a:gd name="connsiteY1" fmla="*/ 564418 h 1372562"/>
              <a:gd name="connsiteX2" fmla="*/ 936531 w 1372723"/>
              <a:gd name="connsiteY2" fmla="*/ 25655 h 1372562"/>
              <a:gd name="connsiteX3" fmla="*/ 538826 w 1372723"/>
              <a:gd name="connsiteY3" fmla="*/ 0 h 1372562"/>
              <a:gd name="connsiteX4" fmla="*/ 38488 w 1372723"/>
              <a:gd name="connsiteY4" fmla="*/ 615729 h 1372562"/>
              <a:gd name="connsiteX5" fmla="*/ 0 w 1372723"/>
              <a:gd name="connsiteY5" fmla="*/ 1372562 h 1372562"/>
              <a:gd name="connsiteX0" fmla="*/ 1337341 w 1337341"/>
              <a:gd name="connsiteY0" fmla="*/ 1359734 h 1369377"/>
              <a:gd name="connsiteX1" fmla="*/ 1337341 w 1337341"/>
              <a:gd name="connsiteY1" fmla="*/ 564418 h 1369377"/>
              <a:gd name="connsiteX2" fmla="*/ 901149 w 1337341"/>
              <a:gd name="connsiteY2" fmla="*/ 25655 h 1369377"/>
              <a:gd name="connsiteX3" fmla="*/ 503444 w 1337341"/>
              <a:gd name="connsiteY3" fmla="*/ 0 h 1369377"/>
              <a:gd name="connsiteX4" fmla="*/ 3106 w 1337341"/>
              <a:gd name="connsiteY4" fmla="*/ 615729 h 1369377"/>
              <a:gd name="connsiteX5" fmla="*/ 9352 w 1337341"/>
              <a:gd name="connsiteY5" fmla="*/ 1369377 h 1369377"/>
              <a:gd name="connsiteX0" fmla="*/ 1339173 w 1339173"/>
              <a:gd name="connsiteY0" fmla="*/ 1359734 h 1366192"/>
              <a:gd name="connsiteX1" fmla="*/ 1339173 w 1339173"/>
              <a:gd name="connsiteY1" fmla="*/ 564418 h 1366192"/>
              <a:gd name="connsiteX2" fmla="*/ 902981 w 1339173"/>
              <a:gd name="connsiteY2" fmla="*/ 25655 h 1366192"/>
              <a:gd name="connsiteX3" fmla="*/ 505276 w 1339173"/>
              <a:gd name="connsiteY3" fmla="*/ 0 h 1366192"/>
              <a:gd name="connsiteX4" fmla="*/ 4938 w 1339173"/>
              <a:gd name="connsiteY4" fmla="*/ 615729 h 1366192"/>
              <a:gd name="connsiteX5" fmla="*/ 0 w 1339173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914164 w 1350356"/>
              <a:gd name="connsiteY2" fmla="*/ 25655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895526 w 1350356"/>
              <a:gd name="connsiteY2" fmla="*/ 178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50356" h="1366192">
                <a:moveTo>
                  <a:pt x="1350356" y="1359734"/>
                </a:moveTo>
                <a:lnTo>
                  <a:pt x="1350356" y="564418"/>
                </a:lnTo>
                <a:lnTo>
                  <a:pt x="895526" y="178"/>
                </a:lnTo>
                <a:lnTo>
                  <a:pt x="516459" y="0"/>
                </a:lnTo>
                <a:lnTo>
                  <a:pt x="16121" y="615729"/>
                </a:lnTo>
                <a:cubicBezTo>
                  <a:pt x="3292" y="868007"/>
                  <a:pt x="12829" y="1113914"/>
                  <a:pt x="0" y="1366192"/>
                </a:cubicBezTo>
              </a:path>
            </a:pathLst>
          </a:custGeom>
          <a:noFill/>
          <a:ln w="63500" cap="flat" cmpd="sng" algn="ctr">
            <a:solidFill>
              <a:srgbClr val="33CC33"/>
            </a:solidFill>
            <a:prstDash val="solid"/>
            <a:headEnd type="triangle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0" name="Freeform 159">
            <a:extLst>
              <a:ext uri="{FF2B5EF4-FFF2-40B4-BE49-F238E27FC236}">
                <a16:creationId xmlns:a16="http://schemas.microsoft.com/office/drawing/2014/main" id="{D33D84B2-933D-144A-8242-D16D88230B6E}"/>
              </a:ext>
            </a:extLst>
          </p:cNvPr>
          <p:cNvSpPr>
            <a:spLocks/>
          </p:cNvSpPr>
          <p:nvPr/>
        </p:nvSpPr>
        <p:spPr bwMode="auto">
          <a:xfrm>
            <a:off x="1519518" y="1397561"/>
            <a:ext cx="3321423" cy="603250"/>
          </a:xfrm>
          <a:custGeom>
            <a:avLst/>
            <a:gdLst>
              <a:gd name="T0" fmla="*/ 239 w 1292"/>
              <a:gd name="T1" fmla="*/ 7 h 1255"/>
              <a:gd name="T2" fmla="*/ 35 w 1292"/>
              <a:gd name="T3" fmla="*/ 157 h 1255"/>
              <a:gd name="T4" fmla="*/ 29 w 1292"/>
              <a:gd name="T5" fmla="*/ 523 h 1255"/>
              <a:gd name="T6" fmla="*/ 53 w 1292"/>
              <a:gd name="T7" fmla="*/ 829 h 1255"/>
              <a:gd name="T8" fmla="*/ 245 w 1292"/>
              <a:gd name="T9" fmla="*/ 871 h 1255"/>
              <a:gd name="T10" fmla="*/ 647 w 1292"/>
              <a:gd name="T11" fmla="*/ 1129 h 1255"/>
              <a:gd name="T12" fmla="*/ 995 w 1292"/>
              <a:gd name="T13" fmla="*/ 1237 h 1255"/>
              <a:gd name="T14" fmla="*/ 1199 w 1292"/>
              <a:gd name="T15" fmla="*/ 1021 h 1255"/>
              <a:gd name="T16" fmla="*/ 1271 w 1292"/>
              <a:gd name="T17" fmla="*/ 445 h 1255"/>
              <a:gd name="T18" fmla="*/ 1205 w 1292"/>
              <a:gd name="T19" fmla="*/ 211 h 1255"/>
              <a:gd name="T20" fmla="*/ 749 w 1292"/>
              <a:gd name="T21" fmla="*/ 115 h 1255"/>
              <a:gd name="T22" fmla="*/ 239 w 1292"/>
              <a:gd name="T23" fmla="*/ 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pPr algn="ctr">
              <a:defRPr/>
            </a:pPr>
            <a:r>
              <a:rPr lang="en-US" dirty="0">
                <a:solidFill>
                  <a:prstClr val="black"/>
                </a:solidFill>
                <a:ea typeface="ＭＳ Ｐゴシック" charset="0"/>
              </a:rPr>
              <a:t>Internet</a:t>
            </a: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4A726F65-4BF5-3942-B505-6C67FE2C2852}"/>
              </a:ext>
            </a:extLst>
          </p:cNvPr>
          <p:cNvSpPr/>
          <p:nvPr/>
        </p:nvSpPr>
        <p:spPr>
          <a:xfrm>
            <a:off x="4084716" y="1597492"/>
            <a:ext cx="3976688" cy="3333750"/>
          </a:xfrm>
          <a:custGeom>
            <a:avLst/>
            <a:gdLst>
              <a:gd name="connsiteX0" fmla="*/ 3691005 w 3975437"/>
              <a:gd name="connsiteY0" fmla="*/ 3333910 h 3333910"/>
              <a:gd name="connsiteX1" fmla="*/ 3704234 w 3975437"/>
              <a:gd name="connsiteY1" fmla="*/ 2533507 h 3333910"/>
              <a:gd name="connsiteX2" fmla="*/ 3261049 w 3975437"/>
              <a:gd name="connsiteY2" fmla="*/ 1997700 h 3333910"/>
              <a:gd name="connsiteX3" fmla="*/ 3975437 w 3975437"/>
              <a:gd name="connsiteY3" fmla="*/ 1653725 h 3333910"/>
              <a:gd name="connsiteX4" fmla="*/ 3955593 w 3975437"/>
              <a:gd name="connsiteY4" fmla="*/ 1316365 h 3333910"/>
              <a:gd name="connsiteX5" fmla="*/ 3069223 w 3975437"/>
              <a:gd name="connsiteY5" fmla="*/ 1733104 h 3333910"/>
              <a:gd name="connsiteX6" fmla="*/ 3049378 w 3975437"/>
              <a:gd name="connsiteY6" fmla="*/ 1303135 h 3333910"/>
              <a:gd name="connsiteX7" fmla="*/ 0 w 3975437"/>
              <a:gd name="connsiteY7" fmla="*/ 0 h 3333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75437" h="3333910">
                <a:moveTo>
                  <a:pt x="3691005" y="3333910"/>
                </a:moveTo>
                <a:lnTo>
                  <a:pt x="3704234" y="2533507"/>
                </a:lnTo>
                <a:lnTo>
                  <a:pt x="3261049" y="1997700"/>
                </a:lnTo>
                <a:lnTo>
                  <a:pt x="3975437" y="1653725"/>
                </a:lnTo>
                <a:lnTo>
                  <a:pt x="3955593" y="1316365"/>
                </a:lnTo>
                <a:lnTo>
                  <a:pt x="3069223" y="1733104"/>
                </a:lnTo>
                <a:lnTo>
                  <a:pt x="3049378" y="1303135"/>
                </a:lnTo>
                <a:lnTo>
                  <a:pt x="0" y="0"/>
                </a:lnTo>
              </a:path>
            </a:pathLst>
          </a:custGeom>
          <a:noFill/>
          <a:ln w="57150" cap="flat" cmpd="sng" algn="ctr">
            <a:solidFill>
              <a:srgbClr val="0000FF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F01232BE-A464-5C4E-8C53-5A9F8511F1D2}"/>
              </a:ext>
            </a:extLst>
          </p:cNvPr>
          <p:cNvSpPr/>
          <p:nvPr/>
        </p:nvSpPr>
        <p:spPr>
          <a:xfrm>
            <a:off x="3637041" y="1570504"/>
            <a:ext cx="4329113" cy="3430588"/>
          </a:xfrm>
          <a:custGeom>
            <a:avLst/>
            <a:gdLst>
              <a:gd name="connsiteX0" fmla="*/ 0 w 4054022"/>
              <a:gd name="connsiteY0" fmla="*/ 0 h 3681545"/>
              <a:gd name="connsiteX1" fmla="*/ 3284271 w 4054022"/>
              <a:gd name="connsiteY1" fmla="*/ 1436700 h 3681545"/>
              <a:gd name="connsiteX2" fmla="*/ 3309929 w 4054022"/>
              <a:gd name="connsiteY2" fmla="*/ 1936980 h 3681545"/>
              <a:gd name="connsiteX3" fmla="*/ 4054022 w 4054022"/>
              <a:gd name="connsiteY3" fmla="*/ 1552149 h 3681545"/>
              <a:gd name="connsiteX4" fmla="*/ 4054022 w 4054022"/>
              <a:gd name="connsiteY4" fmla="*/ 1731737 h 3681545"/>
              <a:gd name="connsiteX5" fmla="*/ 3245783 w 4054022"/>
              <a:gd name="connsiteY5" fmla="*/ 2116567 h 3681545"/>
              <a:gd name="connsiteX6" fmla="*/ 3784609 w 4054022"/>
              <a:gd name="connsiteY6" fmla="*/ 2924711 h 3681545"/>
              <a:gd name="connsiteX7" fmla="*/ 3784609 w 4054022"/>
              <a:gd name="connsiteY7" fmla="*/ 3681545 h 3681545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900071 w 4169484"/>
              <a:gd name="connsiteY6" fmla="*/ 2937539 h 3694373"/>
              <a:gd name="connsiteX7" fmla="*/ 3900071 w 4169484"/>
              <a:gd name="connsiteY7" fmla="*/ 3694373 h 3694373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797438 w 4169484"/>
              <a:gd name="connsiteY6" fmla="*/ 2886229 h 3694373"/>
              <a:gd name="connsiteX7" fmla="*/ 3900071 w 4169484"/>
              <a:gd name="connsiteY7" fmla="*/ 3694373 h 3694373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744565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99733 w 4169484"/>
              <a:gd name="connsiteY5" fmla="*/ 2142223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848754 w 4169484"/>
              <a:gd name="connsiteY6" fmla="*/ 2873401 h 3668718"/>
              <a:gd name="connsiteX7" fmla="*/ 3835926 w 4169484"/>
              <a:gd name="connsiteY7" fmla="*/ 3668718 h 3668718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48754 w 4169484"/>
              <a:gd name="connsiteY6" fmla="*/ 2873401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66174 w 4169484"/>
              <a:gd name="connsiteY1" fmla="*/ 1488011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336264"/>
              <a:gd name="connsiteY0" fmla="*/ 0 h 3450648"/>
              <a:gd name="connsiteX1" fmla="*/ 3232954 w 4336264"/>
              <a:gd name="connsiteY1" fmla="*/ 1295596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1962636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09805 w 4336264"/>
              <a:gd name="connsiteY4" fmla="*/ 1646769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284270 w 4316420"/>
              <a:gd name="connsiteY2" fmla="*/ 1834359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0417 w 4316420"/>
              <a:gd name="connsiteY2" fmla="*/ 194019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337988 w 4316420"/>
              <a:gd name="connsiteY1" fmla="*/ 1432901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29650"/>
              <a:gd name="connsiteY0" fmla="*/ 0 h 3430803"/>
              <a:gd name="connsiteX1" fmla="*/ 3351218 w 4329650"/>
              <a:gd name="connsiteY1" fmla="*/ 1413056 h 3430803"/>
              <a:gd name="connsiteX2" fmla="*/ 3370261 w 4329650"/>
              <a:gd name="connsiteY2" fmla="*/ 1933583 h 3430803"/>
              <a:gd name="connsiteX3" fmla="*/ 4329650 w 4329650"/>
              <a:gd name="connsiteY3" fmla="*/ 1478400 h 3430803"/>
              <a:gd name="connsiteX4" fmla="*/ 4323035 w 4329650"/>
              <a:gd name="connsiteY4" fmla="*/ 1626924 h 3430803"/>
              <a:gd name="connsiteX5" fmla="*/ 3554085 w 4329650"/>
              <a:gd name="connsiteY5" fmla="*/ 1989096 h 3430803"/>
              <a:gd name="connsiteX6" fmla="*/ 4054422 w 4329650"/>
              <a:gd name="connsiteY6" fmla="*/ 2622658 h 3430803"/>
              <a:gd name="connsiteX7" fmla="*/ 4041594 w 4329650"/>
              <a:gd name="connsiteY7" fmla="*/ 3430803 h 3430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29650" h="3430803">
                <a:moveTo>
                  <a:pt x="0" y="0"/>
                </a:moveTo>
                <a:lnTo>
                  <a:pt x="3351218" y="1413056"/>
                </a:lnTo>
                <a:lnTo>
                  <a:pt x="3370261" y="1933583"/>
                </a:lnTo>
                <a:lnTo>
                  <a:pt x="4329650" y="1478400"/>
                </a:lnTo>
                <a:lnTo>
                  <a:pt x="4323035" y="1626924"/>
                </a:lnTo>
                <a:lnTo>
                  <a:pt x="3554085" y="1989096"/>
                </a:lnTo>
                <a:lnTo>
                  <a:pt x="4054422" y="2622658"/>
                </a:lnTo>
                <a:lnTo>
                  <a:pt x="4041594" y="3430803"/>
                </a:lnTo>
              </a:path>
            </a:pathLst>
          </a:custGeom>
          <a:noFill/>
          <a:ln w="47625" cap="flat" cmpd="sng" algn="ctr">
            <a:solidFill>
              <a:srgbClr val="CC0000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3388" name="TextBox 3387">
            <a:extLst>
              <a:ext uri="{FF2B5EF4-FFF2-40B4-BE49-F238E27FC236}">
                <a16:creationId xmlns:a16="http://schemas.microsoft.com/office/drawing/2014/main" id="{122DA19A-23D8-624B-B6AC-9031BB479E85}"/>
              </a:ext>
            </a:extLst>
          </p:cNvPr>
          <p:cNvSpPr txBox="1"/>
          <p:nvPr/>
        </p:nvSpPr>
        <p:spPr>
          <a:xfrm>
            <a:off x="8861612" y="1906215"/>
            <a:ext cx="3065929" cy="26684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sz="2800" dirty="0">
                <a:solidFill>
                  <a:srgbClr val="000099"/>
                </a:solidFill>
                <a:cs typeface="Gill Sans MT"/>
              </a:rPr>
              <a:t>负载均衡器：应用层路由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接收外部客户请求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在数据中心内引导工作负载</a:t>
            </a:r>
          </a:p>
        </p:txBody>
      </p:sp>
      <p:sp>
        <p:nvSpPr>
          <p:cNvPr id="3389" name="TextBox 3388">
            <a:extLst>
              <a:ext uri="{FF2B5EF4-FFF2-40B4-BE49-F238E27FC236}">
                <a16:creationId xmlns:a16="http://schemas.microsoft.com/office/drawing/2014/main" id="{F67942CE-CD66-224E-88BF-E2C9B59EC8D6}"/>
              </a:ext>
            </a:extLst>
          </p:cNvPr>
          <p:cNvSpPr txBox="1"/>
          <p:nvPr/>
        </p:nvSpPr>
        <p:spPr>
          <a:xfrm>
            <a:off x="8874312" y="4509125"/>
            <a:ext cx="3065929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向外部客户返回结果（对客户隐藏数据中心内部结构）</a:t>
            </a:r>
            <a:r>
              <a:rPr lang="en-US" sz="2000" i="0" dirty="0">
                <a:cs typeface="Gill Sans MT"/>
              </a:rPr>
              <a:t/>
            </a:r>
            <a:endParaRPr lang="en-US" sz="2400" i="0" dirty="0">
              <a:cs typeface="Gill Sans MT"/>
            </a:endParaRPr>
          </a:p>
        </p:txBody>
      </p:sp>
    </p:spTree>
    <p:extLst>
      <p:ext uri="{BB962C8B-B14F-4D97-AF65-F5344CB8AC3E}">
        <p14:creationId xmlns:p14="http://schemas.microsoft.com/office/powerpoint/2010/main" val="841529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1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89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90BC2F2-35E1-1E43-9C46-04450CC169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-301625"/>
            <a:r>
              <a:rPr lang="en-US" sz="3200" dirty="0">
                <a:solidFill>
                  <a:srgbClr val="0000A8"/>
                </a:solidFill>
              </a:rPr>
              <a:t>链路层： </a:t>
            </a:r>
          </a:p>
          <a:p>
            <a:pPr lvl="1"/>
            <a:r>
              <a:rPr lang="en-US" dirty="0" err="1"/>
              <a:t>RoCE：基于融合 Ethernet 的远程 DMA（RDMA）</a:t>
            </a:r>
            <a:r>
              <a:rPr lang="en-US" dirty="0"/>
              <a:t/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传输层： </a:t>
            </a:r>
          </a:p>
          <a:p>
            <a:pPr lvl="1" indent="-187325"/>
            <a:r>
              <a:rPr lang="en-US" dirty="0"/>
              <a:t>ECN（显式拥塞通知）用于传输层拥塞控制（DCTCP、DCQCN）</a:t>
            </a:r>
          </a:p>
          <a:p>
            <a:pPr lvl="1" indent="-187325"/>
            <a:r>
              <a:rPr lang="en-US" dirty="0"/>
              <a:t>尝试逐跳（反压）拥塞控制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路由选择, management：</a:t>
            </a:r>
            <a:r>
              <a:rPr lang="en-US" sz="3200" dirty="0"/>
              <a:t/>
            </a:r>
          </a:p>
          <a:p>
            <a:pPr marL="736600" lvl="1" indent="-228600"/>
            <a:r>
              <a:rPr lang="en-US" dirty="0"/>
              <a:t>SDN 广泛用于组织的数据中心内部/之间</a:t>
            </a:r>
          </a:p>
          <a:p>
            <a:pPr marL="736600" lvl="1" indent="-228600"/>
            <a:r>
              <a:rPr lang="en-US" dirty="0"/>
              <a:t>将相关服务和数据放得尽可能近（例如同一机架或邻近机架），以最小化第 2、第 1 层级通信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数据中心网络：协议创新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链路层：6-137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764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链路层、局域网：路线图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rgbClr val="0000A8"/>
              </a:buClr>
              <a:defRPr/>
            </a:pPr>
            <a:r>
              <a:rPr lang="en-US" dirty="0"/>
              <a:t>Web 请求的一天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引言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差错检测与纠正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多路访问协议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局域网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寻址、ARP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交换机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链路虚拟化：MPLS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数据中心网络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链路层：6-138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6670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综合：Web 请求的一天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链路层：6-139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38263"/>
            <a:ext cx="1127311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我们沿协议栈向下的旅程现在完成了！</a:t>
            </a:r>
          </a:p>
          <a:p>
            <a:pPr lvl="1">
              <a:defRPr/>
            </a:pPr>
            <a:r>
              <a:rPr lang="en-US" sz="2800" dirty="0"/>
              <a:t>应用层、传输层、网络层、链路层</a:t>
            </a:r>
          </a:p>
          <a:p>
            <a:pPr marL="400050" indent="-269875">
              <a:defRPr/>
            </a:pPr>
            <a:r>
              <a:rPr lang="en-US" sz="3200" dirty="0"/>
              <a:t>把所有内容整合起来：综合！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目标：识别、回顾并理解一个看似简单场景（请求 www 页面）中涉及的各层协议</a:t>
            </a:r>
            <a:r>
              <a:rPr lang="en-US" sz="2800" dirty="0">
                <a:solidFill>
                  <a:srgbClr val="C00000"/>
                </a:solidFill>
              </a:rPr>
              <a:t/>
            </a:r>
            <a:r>
              <a:rPr lang="en-US" sz="2800" dirty="0"/>
              <a:t/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场景：学生把笔记本接入校园网，请求/接收 www.google.com </a:t>
            </a:r>
            <a:r>
              <a:rPr lang="en-US" sz="2800" dirty="0">
                <a:solidFill>
                  <a:srgbClr val="C00000"/>
                </a:solidFill>
              </a:rPr>
              <a:t/>
            </a:r>
            <a:r>
              <a:rPr lang="en-US" sz="2800" dirty="0"/>
              <a:t/>
            </a:r>
            <a:r>
              <a:rPr lang="en-US" sz="2800" dirty="0" err="1"/>
              <a:t/>
            </a:r>
            <a:r>
              <a:rPr lang="en-US" sz="2800" dirty="0"/>
              <a:t/>
            </a:r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97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一天中的场景：场景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链路层：6-140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网络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的网络 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/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/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服务器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服务器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学校网络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浏览器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网页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到达的移动客户接入网络……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请求网页：www.google.com</a:t>
            </a:r>
            <a:r>
              <a:rPr lang="en-US" sz="2600" dirty="0" err="1"/>
              <a:t/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场景：</a:t>
            </a:r>
            <a:r>
              <a:rPr lang="en-US" dirty="0"/>
              <a:t/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听起来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很简单！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8994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一天中的场景：连接到互联网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链路层：6-141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路由器有 </a:t>
            </a:r>
          </a:p>
          <a:p>
            <a:pPr>
              <a:lnSpc>
                <a:spcPct val="85000"/>
              </a:lnSpc>
            </a:pPr>
            <a:r>
              <a:rPr lang="en-US" dirty="0"/>
              <a:t>DHCP 服务器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到达的移动设备：</a:t>
            </a:r>
          </a:p>
          <a:p>
            <a:pPr>
              <a:lnSpc>
                <a:spcPct val="85000"/>
              </a:lnSpc>
            </a:pPr>
            <a:r>
              <a:rPr lang="en-US" dirty="0"/>
              <a:t>DHCP 客户端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接入的笔记本需要获得自己的 IP 地址、第一跳路由器地址、DNS 服务器地址：使用 DHCP</a:t>
            </a:r>
            <a:r>
              <a:rPr lang="en-US" kern="0" dirty="0" err="1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  <a:r>
              <a:rPr lang="en-US" kern="0" dirty="0" err="1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/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请求封装在 UDP 中，再封装在 IP 中，再封装在 802.3 Ethernet 中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帧在 LAN 上广播（目的：FFFFFFFFFFFF），由运行 DHCP 服务器的路由器接收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1024" name="Rectangle 481">
            <a:extLst>
              <a:ext uri="{FF2B5EF4-FFF2-40B4-BE49-F238E27FC236}">
                <a16:creationId xmlns:a16="http://schemas.microsoft.com/office/drawing/2014/main" id="{EF21724D-DF9C-9943-ABAA-C4C6633ED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4985" y="5565775"/>
            <a:ext cx="6541416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分用到 IP，IP 分用到 UDP，UDP 分用到 DHCP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983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  <p:bldP spid="1024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一天中的场景：连接到互联网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链路层：6-142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路由器有 </a:t>
            </a:r>
          </a:p>
          <a:p>
            <a:pPr>
              <a:lnSpc>
                <a:spcPct val="85000"/>
              </a:lnSpc>
            </a:pPr>
            <a:r>
              <a:rPr lang="en-US" dirty="0"/>
              <a:t>DHCP 服务器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到达的移动设备：</a:t>
            </a:r>
          </a:p>
          <a:p>
            <a:pPr>
              <a:lnSpc>
                <a:spcPct val="85000"/>
              </a:lnSpc>
            </a:pPr>
            <a:r>
              <a:rPr lang="en-US" dirty="0"/>
              <a:t>DHCP 客户端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服务器生成 DHCP ACK，其中包含客户机 IP 地址、客户机第一跳路由器的 IP 地址，以及 DNS 服务器名称和 IP 地址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  <a:r>
              <a:rPr lang="en-US" altLang="ja-JP" kern="0" dirty="0">
                <a:cs typeface="+mn-cs"/>
              </a:rPr>
              <a:t/>
            </a:r>
            <a:r>
              <a:rPr lang="en-US" kern="0" dirty="0">
                <a:cs typeface="+mn-cs"/>
              </a:rPr>
              <a:t/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在 DHCP 服务器处封装，帧通过 LAN 转发（交换机学习），并在客户机处分用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客户机现在有了 IP 地址，并知道 DNS 的名称和地址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服务器，以及其第一跳路由器的 IP 地址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客户端收到 DHCP ACK 回复</a:t>
            </a:r>
          </a:p>
        </p:txBody>
      </p:sp>
    </p:spTree>
    <p:extLst>
      <p:ext uri="{BB962C8B-B14F-4D97-AF65-F5344CB8AC3E}">
        <p14:creationId xmlns:p14="http://schemas.microsoft.com/office/powerpoint/2010/main" val="1457736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一天中的场景……ARP（在 DNS 之前，在 HTTP 之前）</a:t>
            </a:r>
            <a:r>
              <a:rPr lang="en-US" sz="4000" dirty="0"/>
              <a:t/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链路层：6-143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路由器有 </a:t>
            </a:r>
          </a:p>
          <a:p>
            <a:pPr>
              <a:lnSpc>
                <a:spcPct val="85000"/>
              </a:lnSpc>
            </a:pPr>
            <a:r>
              <a:rPr lang="en-US" dirty="0"/>
              <a:t>ARP 服务器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到达的移动设备：</a:t>
            </a:r>
          </a:p>
          <a:p>
            <a:pPr>
              <a:lnSpc>
                <a:spcPct val="85000"/>
              </a:lnSpc>
            </a:pPr>
            <a:r>
              <a:rPr lang="en-US" dirty="0"/>
              <a:t>ARP 客户端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发送 HTTP 请求前，需要 www.google.com 的 IP 地址：DNS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/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/>
            </a:r>
            <a:r>
              <a:rPr lang="en-US" sz="2400" kern="0" dirty="0">
                <a:cs typeface="+mn-cs"/>
              </a:rPr>
              <a:t/>
            </a:r>
            <a:r>
              <a:rPr lang="en-US" sz="2400" kern="0" dirty="0" err="1">
                <a:cs typeface="+mn-cs"/>
              </a:rPr>
              <a:t/>
            </a:r>
            <a:r>
              <a:rPr lang="en-US" sz="2400" kern="0" dirty="0">
                <a:cs typeface="+mn-cs"/>
              </a:rPr>
              <a:t/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/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创建 DNS 查询，封装在 UDP 中，再封装在 IP 中，再封装在 Eth 中。要把帧发给路由器，需要路由器接口的 MAC 地址：ARP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/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查询广播后由路由器接收，路由器用 ARP 回复给出路由器接口的 MAC 地址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客户机现在知道第一跳路由器的 MAC 地址，因此可以发送包含 DNS 查询的帧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查询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回复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94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一天中的场景……使用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链路层：6-144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网络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服务器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包含 DNS 查询的 IP 数据报经 LAN 交换机从客户机转发到第一跳路由器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数据报从校园网转发到 Comcast 网络，并被路由（表由 RIP、OSPF、IS-IS 和/或 BGP 路由协议创建）到 DNS 服务器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分用到 DNS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/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向客户机回复 www.google.com 的 IP 地址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669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一天中的场景……承载 HTTP 的 TCP 连接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链路层：6-145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网络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服务器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要发送 HTTP 请求，客户机首先打开到 Web 服务器的 TCP 套接字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SYN 报文段（TCP 三次握手第 1 步）经域间路由到 Web 服务器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连接建立！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服务器用 TCP SYNACK 响应（TCP 三次握手第 2 步）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/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077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一天中的场景……HTTP 请求/回复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链路层：6-146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网络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服务器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请求被发送到 TCP 套接字中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包含 HTTP 请求的 IP 数据报被路由到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包含 HTTP 回复的 IP 数据报被路由回客户机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服务器用 HTTP 回复响应（包含网页）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网页终于（！！！）显示出来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/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/>
            </a:r>
          </a:p>
        </p:txBody>
      </p:sp>
    </p:spTree>
    <p:extLst>
      <p:ext uri="{BB962C8B-B14F-4D97-AF65-F5344CB8AC3E}">
        <p14:creationId xmlns:p14="http://schemas.microsoft.com/office/powerpoint/2010/main" val="504288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第 6 章：小结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链路层：6-147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757518" y="1324816"/>
            <a:ext cx="114344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5750">
              <a:defRPr/>
            </a:pPr>
            <a:r>
              <a:rPr lang="en-US" sz="3200" dirty="0"/>
              <a:t>数据链路层服务背后的原理：</a:t>
            </a:r>
          </a:p>
          <a:p>
            <a:pPr lvl="1">
              <a:defRPr/>
            </a:pPr>
            <a:r>
              <a:rPr lang="en-US" sz="2800" dirty="0"/>
              <a:t>差错检测与纠正</a:t>
            </a:r>
          </a:p>
          <a:p>
            <a:pPr lvl="1">
              <a:defRPr/>
            </a:pPr>
            <a:r>
              <a:rPr lang="en-US" sz="2800" dirty="0"/>
              <a:t>共享广播信道：多路访问</a:t>
            </a:r>
          </a:p>
          <a:p>
            <a:pPr lvl="1">
              <a:defRPr/>
            </a:pPr>
            <a:r>
              <a:rPr lang="en-US" sz="2800" dirty="0"/>
              <a:t>链路层寻址</a:t>
            </a:r>
          </a:p>
          <a:p>
            <a:pPr indent="-285750">
              <a:defRPr/>
            </a:pPr>
            <a:r>
              <a:rPr lang="en-US" sz="3200" dirty="0"/>
              <a:t>各种链路层技术的实例化与实现</a:t>
            </a:r>
          </a:p>
          <a:p>
            <a:pPr lvl="1">
              <a:defRPr/>
            </a:pPr>
            <a:r>
              <a:rPr lang="en-US" sz="2800" dirty="0"/>
              <a:t>Ethernet</a:t>
            </a:r>
          </a:p>
          <a:p>
            <a:pPr lvl="1">
              <a:defRPr/>
            </a:pPr>
            <a:r>
              <a:rPr lang="en-US" sz="2800" dirty="0"/>
              <a:t>交换式 LAN、VLAN</a:t>
            </a:r>
          </a:p>
          <a:p>
            <a:pPr lvl="1">
              <a:defRPr/>
            </a:pPr>
            <a:r>
              <a:rPr lang="en-US" sz="2800" dirty="0"/>
              <a:t>作为链路层的虚拟化网络：MPLS</a:t>
            </a:r>
          </a:p>
          <a:p>
            <a:pPr indent="-285750">
              <a:defRPr/>
            </a:pPr>
            <a:r>
              <a:rPr lang="en-US" sz="3200" dirty="0"/>
              <a:t>综合：Web 请求的一天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233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第 6 章：让我们喘口气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链路层：6-148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1026459" y="1365157"/>
            <a:ext cx="10215282" cy="29379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沿协议栈向下的旅程已经完成（除 PHY 外）</a:t>
            </a:r>
            <a:r>
              <a:rPr lang="en-US" sz="3200" i="1" dirty="0">
                <a:solidFill>
                  <a:srgbClr val="C00000"/>
                </a:solidFill>
              </a:rPr>
              <a:t/>
            </a:r>
            <a:r>
              <a:rPr lang="en-US" sz="3200" dirty="0">
                <a:solidFill>
                  <a:srgbClr val="C00000"/>
                </a:solidFill>
              </a:rPr>
              <a:t/>
            </a:r>
            <a:r>
              <a:rPr lang="en-US" sz="3200" dirty="0"/>
              <a:t/>
            </a:r>
          </a:p>
          <a:p>
            <a:pPr indent="-339725">
              <a:defRPr/>
            </a:pPr>
            <a:r>
              <a:rPr lang="en-US" sz="3200" dirty="0"/>
              <a:t>扎实理解网络原理与实践！</a:t>
            </a:r>
          </a:p>
          <a:p>
            <a:pPr indent="-339725">
              <a:defRPr/>
            </a:pPr>
            <a:r>
              <a:rPr lang="en-US" sz="3200" dirty="0"/>
              <a:t>……可以到此为止……但还有更有趣的主题！</a:t>
            </a:r>
            <a:r>
              <a:rPr lang="en-US" sz="3200" i="1" dirty="0">
                <a:solidFill>
                  <a:srgbClr val="C00000"/>
                </a:solidFill>
              </a:rPr>
              <a:t/>
            </a:r>
            <a:r>
              <a:rPr lang="en-US" sz="3200" dirty="0"/>
              <a:t/>
            </a:r>
          </a:p>
          <a:p>
            <a:pPr lvl="1">
              <a:defRPr/>
            </a:pPr>
            <a:r>
              <a:rPr lang="en-US" sz="2800" dirty="0"/>
              <a:t>无线</a:t>
            </a:r>
          </a:p>
          <a:p>
            <a:pPr lvl="1">
              <a:defRPr/>
            </a:pPr>
            <a:r>
              <a:rPr lang="en-US" sz="2800" dirty="0"/>
              <a:t>安全 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4748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033" y="2676196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第 6 章补充幻灯片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网络层：5-149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纯 ALOHA 效率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链路层：6-150</a:t>
            </a:r>
            <a:fld id="{C4204591-24BD-A542-B9D5-F8D8A88D2FEE}" type="slidenum">
              <a:rPr lang="en-US" smtClean="0"/>
              <a:pPr/>
              <a:t/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P(成功 by given 节点) = P(节点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节点 transmits in [t0-1,t0]</a:t>
            </a:r>
            <a:r>
              <a:rPr lang="en-US" baseline="-25000" dirty="0"/>
              <a:t/>
            </a:r>
            <a:r>
              <a:rPr lang="en-US" dirty="0"/>
              <a:t/>
            </a:r>
            <a:r>
              <a:rPr lang="en-US" baseline="-25000" dirty="0"/>
              <a:t/>
            </a:r>
            <a:r>
              <a:rPr lang="en-US" dirty="0"/>
              <a:t/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节点 transmits in [t0-1,t0] </a:t>
            </a:r>
            <a:r>
              <a:rPr lang="en-US" baseline="-25000" dirty="0"/>
              <a:t/>
            </a:r>
            <a:r>
              <a:rPr lang="en-US" dirty="0"/>
              <a:t/>
            </a:r>
            <a:r>
              <a:rPr lang="en-US" baseline="-25000" dirty="0"/>
              <a:t/>
            </a:r>
            <a:r>
              <a:rPr lang="en-US" dirty="0"/>
              <a:t/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……选择最优 p，然后令 n </a:t>
            </a:r>
            <a:r>
              <a:rPr lang="en-US" dirty="0">
                <a:latin typeface="Gill Sans MT" charset="0"/>
              </a:rPr>
              <a:t/>
            </a:r>
            <a:r>
              <a:rPr lang="en-US" i="1" dirty="0">
                <a:latin typeface="Gill Sans MT" charset="0"/>
              </a:rPr>
              <a:t/>
            </a:r>
            <a:r>
              <a:rPr lang="en-US" dirty="0">
                <a:latin typeface="Gill Sans MT" charset="0"/>
              </a:rPr>
              <a:t/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甚至比时隙 ALOHA 更差！</a:t>
            </a:r>
          </a:p>
        </p:txBody>
      </p:sp>
    </p:spTree>
    <p:extLst>
      <p:ext uri="{BB962C8B-B14F-4D97-AF65-F5344CB8AC3E}">
        <p14:creationId xmlns:p14="http://schemas.microsoft.com/office/powerpoint/2010/main" val="1070317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27059</TotalTime>
  <Words>11036</Words>
  <Application>Microsoft Macintosh PowerPoint</Application>
  <PresentationFormat>Widescreen</PresentationFormat>
  <Paragraphs>3058</Paragraphs>
  <Slides>150</Slides>
  <Notes>129</Notes>
  <HiddenSlides>24</HiddenSlides>
  <MMClips>0</MMClips>
  <ScaleCrop>false</ScaleCrop>
  <HeadingPairs>
    <vt:vector size="8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150</vt:i4>
      </vt:variant>
    </vt:vector>
  </HeadingPairs>
  <TitlesOfParts>
    <vt:vector size="163" baseType="lpstr">
      <vt:lpstr>Microsoft YaHei</vt:lpstr>
      <vt:lpstr>ZapfDingbats</vt:lpstr>
      <vt:lpstr>Arial</vt:lpstr>
      <vt:lpstr>Calibri</vt:lpstr>
      <vt:lpstr>Calibri Light</vt:lpstr>
      <vt:lpstr>Cambria</vt:lpstr>
      <vt:lpstr>Comic Sans MS</vt:lpstr>
      <vt:lpstr>Gill Sans MT</vt:lpstr>
      <vt:lpstr>Tahoma</vt:lpstr>
      <vt:lpstr>Times New Roman</vt:lpstr>
      <vt:lpstr>Wingdings</vt:lpstr>
      <vt:lpstr>Office Theme</vt:lpstr>
      <vt:lpstr>Equation</vt:lpstr>
      <vt:lpstr>PowerPoint Presentation</vt:lpstr>
      <vt:lpstr>Protocol Stack: Review</vt:lpstr>
      <vt:lpstr>Application Layer</vt:lpstr>
      <vt:lpstr>Transport Layer</vt:lpstr>
      <vt:lpstr>Network layer</vt:lpstr>
      <vt:lpstr>Router architecture overview</vt:lpstr>
      <vt:lpstr>Input port functions</vt:lpstr>
      <vt:lpstr>Communication between peer layers</vt:lpstr>
      <vt:lpstr>Link layer and LANs: our goals</vt:lpstr>
      <vt:lpstr>Link layer, LANs: roadmap</vt:lpstr>
      <vt:lpstr>Link layer: introduction</vt:lpstr>
      <vt:lpstr>Link layer: context</vt:lpstr>
      <vt:lpstr>Link layer: services</vt:lpstr>
      <vt:lpstr>Link layer: services (more)</vt:lpstr>
      <vt:lpstr>Where is the link layer implemented?</vt:lpstr>
      <vt:lpstr>Ethernet NIC</vt:lpstr>
      <vt:lpstr>Wi-Fi NIC</vt:lpstr>
      <vt:lpstr>Interfaces communicating</vt:lpstr>
      <vt:lpstr>Router architecture overview</vt:lpstr>
      <vt:lpstr>Protocol stack: implementation</vt:lpstr>
      <vt:lpstr>Link layer, LANs: roadmap</vt:lpstr>
      <vt:lpstr>Error detection</vt:lpstr>
      <vt:lpstr>Parity checking</vt:lpstr>
      <vt:lpstr>Internet checksum (review)</vt:lpstr>
      <vt:lpstr>Cyclic Redundancy Check (CRC)</vt:lpstr>
      <vt:lpstr>Cyclic Redundancy Check (CRC): example</vt:lpstr>
      <vt:lpstr>Link layer, LANs: roadmap</vt:lpstr>
      <vt:lpstr>Protocol Stack: Review</vt:lpstr>
      <vt:lpstr>Network layer</vt:lpstr>
      <vt:lpstr>Protocol stack: implementation</vt:lpstr>
      <vt:lpstr>Multiple access links, protocols</vt:lpstr>
      <vt:lpstr>Multiple access protocols</vt:lpstr>
      <vt:lpstr>An ideal multiple access protocol</vt:lpstr>
      <vt:lpstr>MAC protocols: taxonomy</vt:lpstr>
      <vt:lpstr>Channel partitioning MAC protocols: TDMA</vt:lpstr>
      <vt:lpstr>Channel partitioning MAC protocols: FDMA</vt:lpstr>
      <vt:lpstr>“Taking turns” MAC protocols</vt:lpstr>
      <vt:lpstr>“Taking turns” MAC protocols</vt:lpstr>
      <vt:lpstr>“Taking turns” MAC protocols</vt:lpstr>
      <vt:lpstr>Review: Multiple access links, protocols</vt:lpstr>
      <vt:lpstr>Review: MAC protocols</vt:lpstr>
      <vt:lpstr>Random access protocols</vt:lpstr>
      <vt:lpstr>Slotted ALOHA</vt:lpstr>
      <vt:lpstr>Slotted ALOHA</vt:lpstr>
      <vt:lpstr>Slotted ALOHA: efficiency</vt:lpstr>
      <vt:lpstr>Pure ALOHA</vt:lpstr>
      <vt:lpstr>Pure ALOHA efficiency</vt:lpstr>
      <vt:lpstr>CSMA (carrier sense multiple access)</vt:lpstr>
      <vt:lpstr>CSMA: collisions</vt:lpstr>
      <vt:lpstr>CSMA/CD:</vt:lpstr>
      <vt:lpstr>Ethernet CSMA/CD algorithm</vt:lpstr>
      <vt:lpstr>CSMA/CD</vt:lpstr>
      <vt:lpstr>CSMA/CD efficiency</vt:lpstr>
      <vt:lpstr> Summary of MAC protocols</vt:lpstr>
      <vt:lpstr>Wireless LAN: CSMA/CA </vt:lpstr>
      <vt:lpstr>Wireless and Mobile Networks: context</vt:lpstr>
      <vt:lpstr>Elements of a wireless network</vt:lpstr>
      <vt:lpstr>Elements of a wireless network</vt:lpstr>
      <vt:lpstr>Elements of a wireless network</vt:lpstr>
      <vt:lpstr>Elements of a wireless network</vt:lpstr>
      <vt:lpstr>Elements of a wireless network</vt:lpstr>
      <vt:lpstr>Elements of a wireless network</vt:lpstr>
      <vt:lpstr>Wireless network taxonomy</vt:lpstr>
      <vt:lpstr>Characteristics of selected wireless links</vt:lpstr>
      <vt:lpstr>IEEE 802.11 Wireless LAN</vt:lpstr>
      <vt:lpstr>PowerPoint Presentation</vt:lpstr>
      <vt:lpstr>802.11 LAN architecture</vt:lpstr>
      <vt:lpstr>Wireless link characteristics (1)</vt:lpstr>
      <vt:lpstr>Wireless link characteristics (2)</vt:lpstr>
      <vt:lpstr>Wireless link characteristics (3)</vt:lpstr>
      <vt:lpstr>Wireless LAN IEEE 802.11: multiple access</vt:lpstr>
      <vt:lpstr>IEEE 802.11 MAC Protocol: CSMA/CA</vt:lpstr>
      <vt:lpstr>Avoiding collisions (more)</vt:lpstr>
      <vt:lpstr>Collision Avoidance: RTS-CTS exchange</vt:lpstr>
      <vt:lpstr>802.11 frame: addressing</vt:lpstr>
      <vt:lpstr>802.11 frame: addressing</vt:lpstr>
      <vt:lpstr>802.11 frame: addressing</vt:lpstr>
      <vt:lpstr>Cable access network: FDM, TDM and random access!</vt:lpstr>
      <vt:lpstr>Cable access network:</vt:lpstr>
      <vt:lpstr>Link layer, LANs: roadmap</vt:lpstr>
      <vt:lpstr>MAC addresses</vt:lpstr>
      <vt:lpstr>MAC addresses</vt:lpstr>
      <vt:lpstr>MAC addresses</vt:lpstr>
      <vt:lpstr>ARP: address resolution protocol</vt:lpstr>
      <vt:lpstr>Review: Per-router control plane</vt:lpstr>
      <vt:lpstr>ARP: address resolution protocol</vt:lpstr>
      <vt:lpstr>ARP protocol in action</vt:lpstr>
      <vt:lpstr>ARP protocol in action</vt:lpstr>
      <vt:lpstr>ARP protocol in action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Link layer, LANs: roadmap</vt:lpstr>
      <vt:lpstr>Ethernet</vt:lpstr>
      <vt:lpstr>Ethernet: physical topology</vt:lpstr>
      <vt:lpstr>Ethernet frame structure</vt:lpstr>
      <vt:lpstr>Ethernet frame structure (more)</vt:lpstr>
      <vt:lpstr>Ethernet: unreliable, connectionless</vt:lpstr>
      <vt:lpstr>802.3 Ethernet standards: link &amp; physical layers</vt:lpstr>
      <vt:lpstr>Link layer, LANs: roadmap</vt:lpstr>
      <vt:lpstr>Small institutional network</vt:lpstr>
      <vt:lpstr>Ethernet switch</vt:lpstr>
      <vt:lpstr>Switch: multiple simultaneous transmissions</vt:lpstr>
      <vt:lpstr>Switch: multiple simultaneous transmissions</vt:lpstr>
      <vt:lpstr>Switch forwarding table</vt:lpstr>
      <vt:lpstr>Switch: self-learning</vt:lpstr>
      <vt:lpstr>Switch: frame filtering/forwarding</vt:lpstr>
      <vt:lpstr>Self-learning, forwarding: example</vt:lpstr>
      <vt:lpstr>Interconnecting switches</vt:lpstr>
      <vt:lpstr>Self-learning multi-switch example</vt:lpstr>
      <vt:lpstr>Small institutional network</vt:lpstr>
      <vt:lpstr>Switches vs. routers</vt:lpstr>
      <vt:lpstr>PowerPoint Presentation</vt:lpstr>
      <vt:lpstr>Link layer, LANs: roadmap</vt:lpstr>
      <vt:lpstr>Virtual LANs (VLANs): motivation</vt:lpstr>
      <vt:lpstr>Virtual LANs (VLANs): motivation</vt:lpstr>
      <vt:lpstr>Port-based VLANs</vt:lpstr>
      <vt:lpstr>Port-based VLANs</vt:lpstr>
      <vt:lpstr>VLANS spanning multiple switches</vt:lpstr>
      <vt:lpstr>802.1Q VLAN frame format</vt:lpstr>
      <vt:lpstr>Link layer, LANs: roadmap</vt:lpstr>
      <vt:lpstr>Multiprotocol label switching (MPLS)</vt:lpstr>
      <vt:lpstr>MPLS capable routers</vt:lpstr>
      <vt:lpstr>MPLS versus IP paths</vt:lpstr>
      <vt:lpstr>MPLS versus IP paths</vt:lpstr>
      <vt:lpstr>MPLS signaling</vt:lpstr>
      <vt:lpstr>MPLS forwarding tables</vt:lpstr>
      <vt:lpstr>Link layer, LANs: roadmap</vt:lpstr>
      <vt:lpstr>Datacenter networks</vt:lpstr>
      <vt:lpstr>Datacenter networks: network elements</vt:lpstr>
      <vt:lpstr>Datacenter networks: network elements</vt:lpstr>
      <vt:lpstr>Datacenter networks: multipath</vt:lpstr>
      <vt:lpstr>Datacenter networks: application-layer routing</vt:lpstr>
      <vt:lpstr>Datacenter networks: protocol innovations</vt:lpstr>
      <vt:lpstr>Link layer, LANs: roadmap</vt:lpstr>
      <vt:lpstr>Synthesis: a day in the life of a web request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  <vt:lpstr>Chapter 6: Summary</vt:lpstr>
      <vt:lpstr>Chapter 6: let’s take a breath</vt:lpstr>
      <vt:lpstr>Additional Chapter 6 slides</vt:lpstr>
      <vt:lpstr>Pure ALOHA efficiency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Microsoft Office User</cp:lastModifiedBy>
  <cp:revision>899</cp:revision>
  <dcterms:created xsi:type="dcterms:W3CDTF">2020-01-18T07:24:59Z</dcterms:created>
  <dcterms:modified xsi:type="dcterms:W3CDTF">2023-11-28T02:11:25Z</dcterms:modified>
</cp:coreProperties>
</file>